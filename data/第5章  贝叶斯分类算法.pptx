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doc" ContentType="application/msword"/>
  <Default Extension="bin" ContentType="application/vnd.openxmlformats-officedocument.oleObject"/>
  <Default Extension="wmf" ContentType="image/x-wmf"/>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83" r:id="rId5"/>
    <p:sldId id="284" r:id="rId6"/>
    <p:sldId id="285" r:id="rId7"/>
    <p:sldId id="262" r:id="rId8"/>
    <p:sldId id="310" r:id="rId9"/>
    <p:sldId id="286" r:id="rId10"/>
    <p:sldId id="263" r:id="rId11"/>
    <p:sldId id="288" r:id="rId12"/>
    <p:sldId id="264" r:id="rId13"/>
    <p:sldId id="290" r:id="rId14"/>
    <p:sldId id="265" r:id="rId15"/>
    <p:sldId id="327" r:id="rId16"/>
    <p:sldId id="329" r:id="rId17"/>
    <p:sldId id="330" r:id="rId18"/>
    <p:sldId id="331" r:id="rId19"/>
    <p:sldId id="332" r:id="rId20"/>
    <p:sldId id="292" r:id="rId21"/>
    <p:sldId id="266" r:id="rId22"/>
    <p:sldId id="295" r:id="rId23"/>
    <p:sldId id="297" r:id="rId24"/>
    <p:sldId id="267" r:id="rId25"/>
    <p:sldId id="299" r:id="rId26"/>
    <p:sldId id="300" r:id="rId27"/>
    <p:sldId id="268" r:id="rId28"/>
    <p:sldId id="301" r:id="rId29"/>
    <p:sldId id="269" r:id="rId30"/>
    <p:sldId id="302" r:id="rId31"/>
    <p:sldId id="270" r:id="rId32"/>
    <p:sldId id="316" r:id="rId33"/>
    <p:sldId id="271" r:id="rId34"/>
    <p:sldId id="303" r:id="rId35"/>
    <p:sldId id="272" r:id="rId36"/>
    <p:sldId id="304" r:id="rId37"/>
    <p:sldId id="318" r:id="rId38"/>
    <p:sldId id="273" r:id="rId39"/>
    <p:sldId id="317" r:id="rId40"/>
    <p:sldId id="320" r:id="rId41"/>
    <p:sldId id="306" r:id="rId42"/>
    <p:sldId id="274" r:id="rId43"/>
    <p:sldId id="307" r:id="rId44"/>
    <p:sldId id="308" r:id="rId45"/>
    <p:sldId id="275" r:id="rId46"/>
    <p:sldId id="309" r:id="rId47"/>
    <p:sldId id="276" r:id="rId48"/>
    <p:sldId id="321" r:id="rId49"/>
    <p:sldId id="277" r:id="rId50"/>
    <p:sldId id="278" r:id="rId51"/>
    <p:sldId id="279" r:id="rId52"/>
    <p:sldId id="280" r:id="rId53"/>
    <p:sldId id="324" r:id="rId54"/>
    <p:sldId id="281" r:id="rId55"/>
    <p:sldId id="325" r:id="rId56"/>
    <p:sldId id="282" r:id="rId57"/>
    <p:sldId id="323" r:id="rId5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2" Type="http://schemas.openxmlformats.org/officeDocument/2006/relationships/commentAuthors" Target="commentAuthors.xml"/><Relationship Id="rId61" Type="http://schemas.openxmlformats.org/officeDocument/2006/relationships/tableStyles" Target="tableStyles.xml"/><Relationship Id="rId60" Type="http://schemas.openxmlformats.org/officeDocument/2006/relationships/viewProps" Target="viewProps.xml"/><Relationship Id="rId6" Type="http://schemas.openxmlformats.org/officeDocument/2006/relationships/slide" Target="slides/slide4.xml"/><Relationship Id="rId59" Type="http://schemas.openxmlformats.org/officeDocument/2006/relationships/presProps" Target="presProps.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7" Type="http://schemas.openxmlformats.org/officeDocument/2006/relationships/image" Target="../media/image7.wmf"/><Relationship Id="rId6" Type="http://schemas.openxmlformats.org/officeDocument/2006/relationships/image" Target="../media/image6.wmf"/><Relationship Id="rId5" Type="http://schemas.openxmlformats.org/officeDocument/2006/relationships/image" Target="../media/image5.wmf"/><Relationship Id="rId4" Type="http://schemas.openxmlformats.org/officeDocument/2006/relationships/image" Target="../media/image4.wmf"/><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9" Type="http://schemas.openxmlformats.org/officeDocument/2006/relationships/image" Target="../media/image16.wmf"/><Relationship Id="rId8" Type="http://schemas.openxmlformats.org/officeDocument/2006/relationships/image" Target="../media/image15.wmf"/><Relationship Id="rId7" Type="http://schemas.openxmlformats.org/officeDocument/2006/relationships/image" Target="../media/image14.wmf"/><Relationship Id="rId6" Type="http://schemas.openxmlformats.org/officeDocument/2006/relationships/image" Target="../media/image13.wmf"/><Relationship Id="rId5" Type="http://schemas.openxmlformats.org/officeDocument/2006/relationships/image" Target="../media/image12.wmf"/><Relationship Id="rId4" Type="http://schemas.openxmlformats.org/officeDocument/2006/relationships/image" Target="../media/image11.wmf"/><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9" Type="http://schemas.openxmlformats.org/officeDocument/2006/relationships/image" Target="../media/image25.wmf"/><Relationship Id="rId8" Type="http://schemas.openxmlformats.org/officeDocument/2006/relationships/image" Target="../media/image24.wmf"/><Relationship Id="rId7" Type="http://schemas.openxmlformats.org/officeDocument/2006/relationships/image" Target="../media/image23.wmf"/><Relationship Id="rId6" Type="http://schemas.openxmlformats.org/officeDocument/2006/relationships/image" Target="../media/image22.wmf"/><Relationship Id="rId5" Type="http://schemas.openxmlformats.org/officeDocument/2006/relationships/image" Target="../media/image21.wmf"/><Relationship Id="rId4" Type="http://schemas.openxmlformats.org/officeDocument/2006/relationships/image" Target="../media/image20.wmf"/><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9" Type="http://schemas.openxmlformats.org/officeDocument/2006/relationships/image" Target="../media/image34.wmf"/><Relationship Id="rId8" Type="http://schemas.openxmlformats.org/officeDocument/2006/relationships/image" Target="../media/image33.wmf"/><Relationship Id="rId7" Type="http://schemas.openxmlformats.org/officeDocument/2006/relationships/image" Target="../media/image32.wmf"/><Relationship Id="rId6" Type="http://schemas.openxmlformats.org/officeDocument/2006/relationships/image" Target="../media/image31.wmf"/><Relationship Id="rId5" Type="http://schemas.openxmlformats.org/officeDocument/2006/relationships/image" Target="../media/image30.wmf"/><Relationship Id="rId4" Type="http://schemas.openxmlformats.org/officeDocument/2006/relationships/image" Target="../media/image29.wmf"/><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drawings/_rels/vmlDrawing6.vml.rels><?xml version="1.0" encoding="UTF-8" standalone="yes"?>
<Relationships xmlns="http://schemas.openxmlformats.org/package/2006/relationships"><Relationship Id="rId9" Type="http://schemas.openxmlformats.org/officeDocument/2006/relationships/image" Target="../media/image42.wmf"/><Relationship Id="rId8" Type="http://schemas.openxmlformats.org/officeDocument/2006/relationships/image" Target="../media/image41.wmf"/><Relationship Id="rId7" Type="http://schemas.openxmlformats.org/officeDocument/2006/relationships/image" Target="../media/image40.wmf"/><Relationship Id="rId6" Type="http://schemas.openxmlformats.org/officeDocument/2006/relationships/image" Target="../media/image39.wmf"/><Relationship Id="rId5" Type="http://schemas.openxmlformats.org/officeDocument/2006/relationships/image" Target="../media/image38.wmf"/><Relationship Id="rId4" Type="http://schemas.openxmlformats.org/officeDocument/2006/relationships/image" Target="../media/image37.wmf"/><Relationship Id="rId3" Type="http://schemas.openxmlformats.org/officeDocument/2006/relationships/image" Target="../media/image36.wmf"/><Relationship Id="rId2" Type="http://schemas.openxmlformats.org/officeDocument/2006/relationships/image" Target="../media/image35.wmf"/><Relationship Id="rId11" Type="http://schemas.openxmlformats.org/officeDocument/2006/relationships/image" Target="../media/image44.wmf"/><Relationship Id="rId10" Type="http://schemas.openxmlformats.org/officeDocument/2006/relationships/image" Target="../media/image43.wmf"/><Relationship Id="rId1" Type="http://schemas.openxmlformats.org/officeDocument/2006/relationships/image" Target="../media/image2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8.vml.rels><?xml version="1.0" encoding="UTF-8" standalone="yes"?>
<Relationships xmlns="http://schemas.openxmlformats.org/package/2006/relationships"><Relationship Id="rId9" Type="http://schemas.openxmlformats.org/officeDocument/2006/relationships/image" Target="../media/image54.wmf"/><Relationship Id="rId8" Type="http://schemas.openxmlformats.org/officeDocument/2006/relationships/image" Target="../media/image53.wmf"/><Relationship Id="rId7" Type="http://schemas.openxmlformats.org/officeDocument/2006/relationships/image" Target="../media/image52.wmf"/><Relationship Id="rId6" Type="http://schemas.openxmlformats.org/officeDocument/2006/relationships/image" Target="../media/image51.wmf"/><Relationship Id="rId5" Type="http://schemas.openxmlformats.org/officeDocument/2006/relationships/image" Target="../media/image50.wmf"/><Relationship Id="rId4" Type="http://schemas.openxmlformats.org/officeDocument/2006/relationships/image" Target="../media/image49.wmf"/><Relationship Id="rId3" Type="http://schemas.openxmlformats.org/officeDocument/2006/relationships/image" Target="../media/image48.wmf"/><Relationship Id="rId2" Type="http://schemas.openxmlformats.org/officeDocument/2006/relationships/image" Target="../media/image47.wmf"/><Relationship Id="rId10" Type="http://schemas.openxmlformats.org/officeDocument/2006/relationships/image" Target="../media/image55.wmf"/><Relationship Id="rId1" Type="http://schemas.openxmlformats.org/officeDocument/2006/relationships/image" Target="../media/image46.wmf"/></Relationships>
</file>

<file path=ppt/drawings/_rels/vmlDrawing9.vml.rels><?xml version="1.0" encoding="UTF-8" standalone="yes"?>
<Relationships xmlns="http://schemas.openxmlformats.org/package/2006/relationships"><Relationship Id="rId9" Type="http://schemas.openxmlformats.org/officeDocument/2006/relationships/image" Target="../media/image64.wmf"/><Relationship Id="rId8" Type="http://schemas.openxmlformats.org/officeDocument/2006/relationships/image" Target="../media/image63.wmf"/><Relationship Id="rId7" Type="http://schemas.openxmlformats.org/officeDocument/2006/relationships/image" Target="../media/image62.wmf"/><Relationship Id="rId6" Type="http://schemas.openxmlformats.org/officeDocument/2006/relationships/image" Target="../media/image61.wmf"/><Relationship Id="rId5" Type="http://schemas.openxmlformats.org/officeDocument/2006/relationships/image" Target="../media/image60.wmf"/><Relationship Id="rId4" Type="http://schemas.openxmlformats.org/officeDocument/2006/relationships/image" Target="../media/image59.wmf"/><Relationship Id="rId3" Type="http://schemas.openxmlformats.org/officeDocument/2006/relationships/image" Target="../media/image58.wmf"/><Relationship Id="rId2" Type="http://schemas.openxmlformats.org/officeDocument/2006/relationships/image" Target="../media/image57.wmf"/><Relationship Id="rId11" Type="http://schemas.openxmlformats.org/officeDocument/2006/relationships/image" Target="../media/image66.wmf"/><Relationship Id="rId10" Type="http://schemas.openxmlformats.org/officeDocument/2006/relationships/image" Target="../media/image65.wmf"/><Relationship Id="rId1" Type="http://schemas.openxmlformats.org/officeDocument/2006/relationships/image" Target="../media/image56.wmf"/></Relationships>
</file>

<file path=ppt/drawings/_rels/vmlDrawing10.vml.rels><?xml version="1.0" encoding="UTF-8" standalone="yes"?>
<Relationships xmlns="http://schemas.openxmlformats.org/package/2006/relationships"><Relationship Id="rId9" Type="http://schemas.openxmlformats.org/officeDocument/2006/relationships/image" Target="../media/image75.wmf"/><Relationship Id="rId8" Type="http://schemas.openxmlformats.org/officeDocument/2006/relationships/image" Target="../media/image74.wmf"/><Relationship Id="rId7" Type="http://schemas.openxmlformats.org/officeDocument/2006/relationships/image" Target="../media/image73.wmf"/><Relationship Id="rId6" Type="http://schemas.openxmlformats.org/officeDocument/2006/relationships/image" Target="../media/image72.wmf"/><Relationship Id="rId5" Type="http://schemas.openxmlformats.org/officeDocument/2006/relationships/image" Target="../media/image71.wmf"/><Relationship Id="rId4" Type="http://schemas.openxmlformats.org/officeDocument/2006/relationships/image" Target="../media/image70.wmf"/><Relationship Id="rId3" Type="http://schemas.openxmlformats.org/officeDocument/2006/relationships/image" Target="../media/image69.wmf"/><Relationship Id="rId2" Type="http://schemas.openxmlformats.org/officeDocument/2006/relationships/image" Target="../media/image68.wmf"/><Relationship Id="rId13" Type="http://schemas.openxmlformats.org/officeDocument/2006/relationships/image" Target="../media/image79.wmf"/><Relationship Id="rId12" Type="http://schemas.openxmlformats.org/officeDocument/2006/relationships/image" Target="../media/image78.wmf"/><Relationship Id="rId11" Type="http://schemas.openxmlformats.org/officeDocument/2006/relationships/image" Target="../media/image77.wmf"/><Relationship Id="rId10" Type="http://schemas.openxmlformats.org/officeDocument/2006/relationships/image" Target="../media/image76.wmf"/><Relationship Id="rId1" Type="http://schemas.openxmlformats.org/officeDocument/2006/relationships/image" Target="../media/image67.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60.wmf"/></Relationships>
</file>

<file path=ppt/drawings/_rels/vmlDrawing12.vml.rels><?xml version="1.0" encoding="UTF-8" standalone="yes"?>
<Relationships xmlns="http://schemas.openxmlformats.org/package/2006/relationships"><Relationship Id="rId9" Type="http://schemas.openxmlformats.org/officeDocument/2006/relationships/image" Target="../media/image88.wmf"/><Relationship Id="rId8" Type="http://schemas.openxmlformats.org/officeDocument/2006/relationships/image" Target="../media/image87.wmf"/><Relationship Id="rId7" Type="http://schemas.openxmlformats.org/officeDocument/2006/relationships/image" Target="../media/image86.wmf"/><Relationship Id="rId6" Type="http://schemas.openxmlformats.org/officeDocument/2006/relationships/image" Target="../media/image85.wmf"/><Relationship Id="rId5" Type="http://schemas.openxmlformats.org/officeDocument/2006/relationships/image" Target="../media/image84.wmf"/><Relationship Id="rId4" Type="http://schemas.openxmlformats.org/officeDocument/2006/relationships/image" Target="../media/image83.wmf"/><Relationship Id="rId3" Type="http://schemas.openxmlformats.org/officeDocument/2006/relationships/image" Target="../media/image82.wmf"/><Relationship Id="rId2" Type="http://schemas.openxmlformats.org/officeDocument/2006/relationships/image" Target="../media/image81.wmf"/><Relationship Id="rId12" Type="http://schemas.openxmlformats.org/officeDocument/2006/relationships/image" Target="../media/image91.wmf"/><Relationship Id="rId11" Type="http://schemas.openxmlformats.org/officeDocument/2006/relationships/image" Target="../media/image90.wmf"/><Relationship Id="rId10" Type="http://schemas.openxmlformats.org/officeDocument/2006/relationships/image" Target="../media/image89.wmf"/><Relationship Id="rId1" Type="http://schemas.openxmlformats.org/officeDocument/2006/relationships/image" Target="../media/image80.wmf"/></Relationships>
</file>

<file path=ppt/drawings/_rels/vmlDrawing13.vml.rels><?xml version="1.0" encoding="UTF-8" standalone="yes"?>
<Relationships xmlns="http://schemas.openxmlformats.org/package/2006/relationships"><Relationship Id="rId9" Type="http://schemas.openxmlformats.org/officeDocument/2006/relationships/image" Target="../media/image100.wmf"/><Relationship Id="rId8" Type="http://schemas.openxmlformats.org/officeDocument/2006/relationships/image" Target="../media/image99.wmf"/><Relationship Id="rId7" Type="http://schemas.openxmlformats.org/officeDocument/2006/relationships/image" Target="../media/image98.wmf"/><Relationship Id="rId6" Type="http://schemas.openxmlformats.org/officeDocument/2006/relationships/image" Target="../media/image97.wmf"/><Relationship Id="rId5" Type="http://schemas.openxmlformats.org/officeDocument/2006/relationships/image" Target="../media/image96.wmf"/><Relationship Id="rId4" Type="http://schemas.openxmlformats.org/officeDocument/2006/relationships/image" Target="../media/image95.wmf"/><Relationship Id="rId3" Type="http://schemas.openxmlformats.org/officeDocument/2006/relationships/image" Target="../media/image94.wmf"/><Relationship Id="rId2" Type="http://schemas.openxmlformats.org/officeDocument/2006/relationships/image" Target="../media/image93.wmf"/><Relationship Id="rId17" Type="http://schemas.openxmlformats.org/officeDocument/2006/relationships/image" Target="../media/image108.wmf"/><Relationship Id="rId16" Type="http://schemas.openxmlformats.org/officeDocument/2006/relationships/image" Target="../media/image107.wmf"/><Relationship Id="rId15" Type="http://schemas.openxmlformats.org/officeDocument/2006/relationships/image" Target="../media/image106.wmf"/><Relationship Id="rId14" Type="http://schemas.openxmlformats.org/officeDocument/2006/relationships/image" Target="../media/image105.wmf"/><Relationship Id="rId13" Type="http://schemas.openxmlformats.org/officeDocument/2006/relationships/image" Target="../media/image104.wmf"/><Relationship Id="rId12" Type="http://schemas.openxmlformats.org/officeDocument/2006/relationships/image" Target="../media/image103.wmf"/><Relationship Id="rId11" Type="http://schemas.openxmlformats.org/officeDocument/2006/relationships/image" Target="../media/image102.wmf"/><Relationship Id="rId10" Type="http://schemas.openxmlformats.org/officeDocument/2006/relationships/image" Target="../media/image101.wmf"/><Relationship Id="rId1" Type="http://schemas.openxmlformats.org/officeDocument/2006/relationships/image" Target="../media/image92.wmf"/></Relationships>
</file>

<file path=ppt/drawings/_rels/vmlDrawing14.vml.rels><?xml version="1.0" encoding="UTF-8" standalone="yes"?>
<Relationships xmlns="http://schemas.openxmlformats.org/package/2006/relationships"><Relationship Id="rId9" Type="http://schemas.openxmlformats.org/officeDocument/2006/relationships/image" Target="../media/image113.wmf"/><Relationship Id="rId8" Type="http://schemas.openxmlformats.org/officeDocument/2006/relationships/image" Target="../media/image112.wmf"/><Relationship Id="rId7" Type="http://schemas.openxmlformats.org/officeDocument/2006/relationships/image" Target="../media/image111.wmf"/><Relationship Id="rId6" Type="http://schemas.openxmlformats.org/officeDocument/2006/relationships/image" Target="../media/image110.wmf"/><Relationship Id="rId5" Type="http://schemas.openxmlformats.org/officeDocument/2006/relationships/image" Target="../media/image86.wmf"/><Relationship Id="rId4" Type="http://schemas.openxmlformats.org/officeDocument/2006/relationships/image" Target="../media/image85.wmf"/><Relationship Id="rId3" Type="http://schemas.openxmlformats.org/officeDocument/2006/relationships/image" Target="../media/image109.wmf"/><Relationship Id="rId2" Type="http://schemas.openxmlformats.org/officeDocument/2006/relationships/image" Target="../media/image92.wmf"/><Relationship Id="rId12" Type="http://schemas.openxmlformats.org/officeDocument/2006/relationships/image" Target="../media/image116.wmf"/><Relationship Id="rId11" Type="http://schemas.openxmlformats.org/officeDocument/2006/relationships/image" Target="../media/image115.wmf"/><Relationship Id="rId10" Type="http://schemas.openxmlformats.org/officeDocument/2006/relationships/image" Target="../media/image114.wmf"/><Relationship Id="rId1" Type="http://schemas.openxmlformats.org/officeDocument/2006/relationships/image" Target="../media/image108.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19.wmf"/><Relationship Id="rId2" Type="http://schemas.openxmlformats.org/officeDocument/2006/relationships/image" Target="../media/image118.wmf"/><Relationship Id="rId1" Type="http://schemas.openxmlformats.org/officeDocument/2006/relationships/image" Target="../media/image117.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20.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21.emf"/></Relationships>
</file>

<file path=ppt/drawings/_rels/vmlDrawing18.vml.rels><?xml version="1.0" encoding="UTF-8" standalone="yes"?>
<Relationships xmlns="http://schemas.openxmlformats.org/package/2006/relationships"><Relationship Id="rId6" Type="http://schemas.openxmlformats.org/officeDocument/2006/relationships/image" Target="../media/image126.wmf"/><Relationship Id="rId5" Type="http://schemas.openxmlformats.org/officeDocument/2006/relationships/image" Target="../media/image121.emf"/><Relationship Id="rId4" Type="http://schemas.openxmlformats.org/officeDocument/2006/relationships/image" Target="../media/image125.wmf"/><Relationship Id="rId3" Type="http://schemas.openxmlformats.org/officeDocument/2006/relationships/image" Target="../media/image124.wmf"/><Relationship Id="rId2" Type="http://schemas.openxmlformats.org/officeDocument/2006/relationships/image" Target="../media/image123.wmf"/><Relationship Id="rId1" Type="http://schemas.openxmlformats.org/officeDocument/2006/relationships/image" Target="../media/image122.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27.e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34.wmf"/><Relationship Id="rId7" Type="http://schemas.openxmlformats.org/officeDocument/2006/relationships/image" Target="../media/image133.wmf"/><Relationship Id="rId6" Type="http://schemas.openxmlformats.org/officeDocument/2006/relationships/image" Target="../media/image132.wmf"/><Relationship Id="rId5" Type="http://schemas.openxmlformats.org/officeDocument/2006/relationships/image" Target="../media/image131.wmf"/><Relationship Id="rId4" Type="http://schemas.openxmlformats.org/officeDocument/2006/relationships/image" Target="../media/image130.wmf"/><Relationship Id="rId3" Type="http://schemas.openxmlformats.org/officeDocument/2006/relationships/image" Target="../media/image129.wmf"/><Relationship Id="rId2" Type="http://schemas.openxmlformats.org/officeDocument/2006/relationships/image" Target="../media/image128.wmf"/><Relationship Id="rId1" Type="http://schemas.openxmlformats.org/officeDocument/2006/relationships/image" Target="../media/image127.emf"/></Relationships>
</file>

<file path=ppt/drawings/_rels/vmlDrawing21.vml.rels><?xml version="1.0" encoding="UTF-8" standalone="yes"?>
<Relationships xmlns="http://schemas.openxmlformats.org/package/2006/relationships"><Relationship Id="rId9" Type="http://schemas.openxmlformats.org/officeDocument/2006/relationships/image" Target="../media/image143.wmf"/><Relationship Id="rId8" Type="http://schemas.openxmlformats.org/officeDocument/2006/relationships/image" Target="../media/image142.wmf"/><Relationship Id="rId7" Type="http://schemas.openxmlformats.org/officeDocument/2006/relationships/image" Target="../media/image141.wmf"/><Relationship Id="rId6" Type="http://schemas.openxmlformats.org/officeDocument/2006/relationships/image" Target="../media/image140.wmf"/><Relationship Id="rId5" Type="http://schemas.openxmlformats.org/officeDocument/2006/relationships/image" Target="../media/image139.wmf"/><Relationship Id="rId4" Type="http://schemas.openxmlformats.org/officeDocument/2006/relationships/image" Target="../media/image138.wmf"/><Relationship Id="rId3" Type="http://schemas.openxmlformats.org/officeDocument/2006/relationships/image" Target="../media/image137.wmf"/><Relationship Id="rId2" Type="http://schemas.openxmlformats.org/officeDocument/2006/relationships/image" Target="../media/image136.wmf"/><Relationship Id="rId1" Type="http://schemas.openxmlformats.org/officeDocument/2006/relationships/image" Target="../media/image135.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27.emf"/></Relationships>
</file>

<file path=ppt/drawings/_rels/vmlDrawing23.vml.rels><?xml version="1.0" encoding="UTF-8" standalone="yes"?>
<Relationships xmlns="http://schemas.openxmlformats.org/package/2006/relationships"><Relationship Id="rId6" Type="http://schemas.openxmlformats.org/officeDocument/2006/relationships/image" Target="../media/image149.wmf"/><Relationship Id="rId5" Type="http://schemas.openxmlformats.org/officeDocument/2006/relationships/image" Target="../media/image148.wmf"/><Relationship Id="rId4" Type="http://schemas.openxmlformats.org/officeDocument/2006/relationships/image" Target="../media/image147.wmf"/><Relationship Id="rId3" Type="http://schemas.openxmlformats.org/officeDocument/2006/relationships/image" Target="../media/image146.wmf"/><Relationship Id="rId2" Type="http://schemas.openxmlformats.org/officeDocument/2006/relationships/image" Target="../media/image145.wmf"/><Relationship Id="rId1" Type="http://schemas.openxmlformats.org/officeDocument/2006/relationships/image" Target="../media/image144.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52.wmf"/><Relationship Id="rId2" Type="http://schemas.openxmlformats.org/officeDocument/2006/relationships/image" Target="../media/image151.wmf"/><Relationship Id="rId1" Type="http://schemas.openxmlformats.org/officeDocument/2006/relationships/image" Target="../media/image150.e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55.wmf"/><Relationship Id="rId2" Type="http://schemas.openxmlformats.org/officeDocument/2006/relationships/image" Target="../media/image154.wmf"/><Relationship Id="rId1" Type="http://schemas.openxmlformats.org/officeDocument/2006/relationships/image" Target="../media/image153.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160.wmf"/><Relationship Id="rId1" Type="http://schemas.openxmlformats.org/officeDocument/2006/relationships/image" Target="../media/image159.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162.wmf"/><Relationship Id="rId1" Type="http://schemas.openxmlformats.org/officeDocument/2006/relationships/image" Target="../media/image161.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63.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64.wmf"/></Relationships>
</file>

<file path=ppt/drawings/_rels/vmlDrawing30.vml.rels><?xml version="1.0" encoding="UTF-8" standalone="yes"?>
<Relationships xmlns="http://schemas.openxmlformats.org/package/2006/relationships"><Relationship Id="rId9" Type="http://schemas.openxmlformats.org/officeDocument/2006/relationships/image" Target="../media/image174.wmf"/><Relationship Id="rId8" Type="http://schemas.openxmlformats.org/officeDocument/2006/relationships/image" Target="../media/image173.wmf"/><Relationship Id="rId7" Type="http://schemas.openxmlformats.org/officeDocument/2006/relationships/image" Target="../media/image172.wmf"/><Relationship Id="rId6" Type="http://schemas.openxmlformats.org/officeDocument/2006/relationships/image" Target="../media/image171.wmf"/><Relationship Id="rId5" Type="http://schemas.openxmlformats.org/officeDocument/2006/relationships/image" Target="../media/image170.wmf"/><Relationship Id="rId4" Type="http://schemas.openxmlformats.org/officeDocument/2006/relationships/image" Target="../media/image169.wmf"/><Relationship Id="rId3" Type="http://schemas.openxmlformats.org/officeDocument/2006/relationships/image" Target="../media/image168.wmf"/><Relationship Id="rId2" Type="http://schemas.openxmlformats.org/officeDocument/2006/relationships/image" Target="../media/image166.wmf"/><Relationship Id="rId10" Type="http://schemas.openxmlformats.org/officeDocument/2006/relationships/image" Target="../media/image175.wmf"/><Relationship Id="rId1" Type="http://schemas.openxmlformats.org/officeDocument/2006/relationships/image" Target="../media/image165.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27.emf"/></Relationships>
</file>

<file path=ppt/drawings/_rels/vmlDrawing32.vml.rels><?xml version="1.0" encoding="UTF-8" standalone="yes"?>
<Relationships xmlns="http://schemas.openxmlformats.org/package/2006/relationships"><Relationship Id="rId4" Type="http://schemas.openxmlformats.org/officeDocument/2006/relationships/image" Target="../media/image179.wmf"/><Relationship Id="rId3" Type="http://schemas.openxmlformats.org/officeDocument/2006/relationships/image" Target="../media/image178.wmf"/><Relationship Id="rId2" Type="http://schemas.openxmlformats.org/officeDocument/2006/relationships/image" Target="../media/image177.wmf"/><Relationship Id="rId1" Type="http://schemas.openxmlformats.org/officeDocument/2006/relationships/image" Target="../media/image176.wmf"/></Relationships>
</file>

<file path=ppt/drawings/_rels/vmlDrawing33.vml.rels><?xml version="1.0" encoding="UTF-8" standalone="yes"?>
<Relationships xmlns="http://schemas.openxmlformats.org/package/2006/relationships"><Relationship Id="rId9" Type="http://schemas.openxmlformats.org/officeDocument/2006/relationships/image" Target="../media/image189.wmf"/><Relationship Id="rId8" Type="http://schemas.openxmlformats.org/officeDocument/2006/relationships/image" Target="../media/image188.wmf"/><Relationship Id="rId7" Type="http://schemas.openxmlformats.org/officeDocument/2006/relationships/image" Target="../media/image187.wmf"/><Relationship Id="rId6" Type="http://schemas.openxmlformats.org/officeDocument/2006/relationships/image" Target="../media/image186.wmf"/><Relationship Id="rId5" Type="http://schemas.openxmlformats.org/officeDocument/2006/relationships/image" Target="../media/image185.wmf"/><Relationship Id="rId4" Type="http://schemas.openxmlformats.org/officeDocument/2006/relationships/image" Target="../media/image184.wmf"/><Relationship Id="rId3" Type="http://schemas.openxmlformats.org/officeDocument/2006/relationships/image" Target="../media/image183.wmf"/><Relationship Id="rId2" Type="http://schemas.openxmlformats.org/officeDocument/2006/relationships/image" Target="../media/image182.wmf"/><Relationship Id="rId1" Type="http://schemas.openxmlformats.org/officeDocument/2006/relationships/image" Target="../media/image181.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92.emf"/></Relationships>
</file>

<file path=ppt/drawings/_rels/vmlDrawing35.vml.rels><?xml version="1.0" encoding="UTF-8" standalone="yes"?>
<Relationships xmlns="http://schemas.openxmlformats.org/package/2006/relationships"><Relationship Id="rId4" Type="http://schemas.openxmlformats.org/officeDocument/2006/relationships/image" Target="../media/image196.wmf"/><Relationship Id="rId3" Type="http://schemas.openxmlformats.org/officeDocument/2006/relationships/image" Target="../media/image195.wmf"/><Relationship Id="rId2" Type="http://schemas.openxmlformats.org/officeDocument/2006/relationships/image" Target="../media/image194.emf"/><Relationship Id="rId1" Type="http://schemas.openxmlformats.org/officeDocument/2006/relationships/image" Target="../media/image193.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2589212" y="2548966"/>
            <a:ext cx="4342893" cy="3354060"/>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CN" altLang="en-US" smtClean="0"/>
              <a:t>单击此处编辑母版标题样式</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单击此处编辑母版文本样式</a:t>
            </a:r>
            <a:endParaRPr lang="zh-CN" altLang="en-US" smtClean="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F5CEFE-F680-4E1A-8F9A-C73F24F18C71}" type="slidenum">
              <a:rPr lang="zh-CN" altLang="en-US" smtClean="0"/>
            </a:fld>
            <a:endParaRPr lang="zh-CN" alt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CN" altLang="en-US" smtClean="0"/>
              <a:t>单击此处编辑母版标题样式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单击此处编辑母版文本样式</a:t>
            </a:r>
            <a:endParaRPr lang="zh-CN" altLang="en-US" smtClean="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zh-CN" altLang="en-US" smtClean="0"/>
              <a:t>单击此处编辑母版标题样式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单击此处编辑母版文本样式</a:t>
            </a:r>
            <a:endParaRPr lang="zh-CN" altLang="en-US" smtClean="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ncho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9F5CEFE-F680-4E1A-8F9A-C73F24F18C7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4.wmf"/><Relationship Id="rId7" Type="http://schemas.openxmlformats.org/officeDocument/2006/relationships/oleObject" Target="../embeddings/oleObject4.bin"/><Relationship Id="rId6" Type="http://schemas.openxmlformats.org/officeDocument/2006/relationships/image" Target="../media/image3.wmf"/><Relationship Id="rId5" Type="http://schemas.openxmlformats.org/officeDocument/2006/relationships/oleObject" Target="../embeddings/oleObject3.bin"/><Relationship Id="rId4" Type="http://schemas.openxmlformats.org/officeDocument/2006/relationships/image" Target="../media/image2.wmf"/><Relationship Id="rId3" Type="http://schemas.openxmlformats.org/officeDocument/2006/relationships/oleObject" Target="../embeddings/oleObject2.bin"/><Relationship Id="rId2" Type="http://schemas.openxmlformats.org/officeDocument/2006/relationships/image" Target="../media/image1.wmf"/><Relationship Id="rId17" Type="http://schemas.openxmlformats.org/officeDocument/2006/relationships/vmlDrawing" Target="../drawings/vmlDrawing1.vml"/><Relationship Id="rId16" Type="http://schemas.openxmlformats.org/officeDocument/2006/relationships/slideLayout" Target="../slideLayouts/slideLayout2.xml"/><Relationship Id="rId15" Type="http://schemas.openxmlformats.org/officeDocument/2006/relationships/image" Target="../media/image7.wmf"/><Relationship Id="rId14" Type="http://schemas.openxmlformats.org/officeDocument/2006/relationships/oleObject" Target="../embeddings/oleObject8.bin"/><Relationship Id="rId13" Type="http://schemas.openxmlformats.org/officeDocument/2006/relationships/oleObject" Target="../embeddings/oleObject7.bin"/><Relationship Id="rId12" Type="http://schemas.openxmlformats.org/officeDocument/2006/relationships/image" Target="../media/image6.wmf"/><Relationship Id="rId11" Type="http://schemas.openxmlformats.org/officeDocument/2006/relationships/oleObject" Target="../embeddings/oleObject6.bin"/><Relationship Id="rId10" Type="http://schemas.openxmlformats.org/officeDocument/2006/relationships/image" Target="../media/image5.w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9" Type="http://schemas.openxmlformats.org/officeDocument/2006/relationships/oleObject" Target="../embeddings/oleObject13.bin"/><Relationship Id="rId8" Type="http://schemas.openxmlformats.org/officeDocument/2006/relationships/image" Target="../media/image11.wmf"/><Relationship Id="rId7" Type="http://schemas.openxmlformats.org/officeDocument/2006/relationships/oleObject" Target="../embeddings/oleObject12.bin"/><Relationship Id="rId6" Type="http://schemas.openxmlformats.org/officeDocument/2006/relationships/image" Target="../media/image10.wmf"/><Relationship Id="rId5" Type="http://schemas.openxmlformats.org/officeDocument/2006/relationships/oleObject" Target="../embeddings/oleObject11.bin"/><Relationship Id="rId4" Type="http://schemas.openxmlformats.org/officeDocument/2006/relationships/image" Target="../media/image9.wmf"/><Relationship Id="rId3" Type="http://schemas.openxmlformats.org/officeDocument/2006/relationships/oleObject" Target="../embeddings/oleObject10.bin"/><Relationship Id="rId21" Type="http://schemas.openxmlformats.org/officeDocument/2006/relationships/vmlDrawing" Target="../drawings/vmlDrawing2.vml"/><Relationship Id="rId20" Type="http://schemas.openxmlformats.org/officeDocument/2006/relationships/slideLayout" Target="../slideLayouts/slideLayout2.xml"/><Relationship Id="rId2" Type="http://schemas.openxmlformats.org/officeDocument/2006/relationships/image" Target="../media/image8.wmf"/><Relationship Id="rId19" Type="http://schemas.openxmlformats.org/officeDocument/2006/relationships/image" Target="../media/image16.wmf"/><Relationship Id="rId18" Type="http://schemas.openxmlformats.org/officeDocument/2006/relationships/oleObject" Target="../embeddings/oleObject18.bin"/><Relationship Id="rId17" Type="http://schemas.openxmlformats.org/officeDocument/2006/relationships/image" Target="../media/image15.wmf"/><Relationship Id="rId16" Type="http://schemas.openxmlformats.org/officeDocument/2006/relationships/oleObject" Target="../embeddings/oleObject17.bin"/><Relationship Id="rId15" Type="http://schemas.openxmlformats.org/officeDocument/2006/relationships/image" Target="../media/image14.wmf"/><Relationship Id="rId14" Type="http://schemas.openxmlformats.org/officeDocument/2006/relationships/oleObject" Target="../embeddings/oleObject16.bin"/><Relationship Id="rId13" Type="http://schemas.openxmlformats.org/officeDocument/2006/relationships/oleObject" Target="../embeddings/oleObject15.bin"/><Relationship Id="rId12" Type="http://schemas.openxmlformats.org/officeDocument/2006/relationships/image" Target="../media/image13.wmf"/><Relationship Id="rId11" Type="http://schemas.openxmlformats.org/officeDocument/2006/relationships/oleObject" Target="../embeddings/oleObject14.bin"/><Relationship Id="rId10" Type="http://schemas.openxmlformats.org/officeDocument/2006/relationships/image" Target="../media/image12.wmf"/><Relationship Id="rId1" Type="http://schemas.openxmlformats.org/officeDocument/2006/relationships/oleObject" Target="../embeddings/oleObject9.bin"/></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3.wmf"/><Relationship Id="rId1" Type="http://schemas.openxmlformats.org/officeDocument/2006/relationships/oleObject" Target="../embeddings/oleObject19.bin"/></Relationships>
</file>

<file path=ppt/slides/_rels/slide8.xml.rels><?xml version="1.0" encoding="UTF-8" standalone="yes"?>
<Relationships xmlns="http://schemas.openxmlformats.org/package/2006/relationships"><Relationship Id="rId9" Type="http://schemas.openxmlformats.org/officeDocument/2006/relationships/oleObject" Target="../embeddings/oleObject24.bin"/><Relationship Id="rId8" Type="http://schemas.openxmlformats.org/officeDocument/2006/relationships/image" Target="../media/image20.wmf"/><Relationship Id="rId7" Type="http://schemas.openxmlformats.org/officeDocument/2006/relationships/oleObject" Target="../embeddings/oleObject23.bin"/><Relationship Id="rId6" Type="http://schemas.openxmlformats.org/officeDocument/2006/relationships/image" Target="../media/image19.wmf"/><Relationship Id="rId5" Type="http://schemas.openxmlformats.org/officeDocument/2006/relationships/oleObject" Target="../embeddings/oleObject22.bin"/><Relationship Id="rId4" Type="http://schemas.openxmlformats.org/officeDocument/2006/relationships/image" Target="../media/image18.wmf"/><Relationship Id="rId3" Type="http://schemas.openxmlformats.org/officeDocument/2006/relationships/oleObject" Target="../embeddings/oleObject21.bin"/><Relationship Id="rId21" Type="http://schemas.openxmlformats.org/officeDocument/2006/relationships/vmlDrawing" Target="../drawings/vmlDrawing4.vml"/><Relationship Id="rId20" Type="http://schemas.openxmlformats.org/officeDocument/2006/relationships/slideLayout" Target="../slideLayouts/slideLayout2.xml"/><Relationship Id="rId2" Type="http://schemas.openxmlformats.org/officeDocument/2006/relationships/image" Target="../media/image17.wmf"/><Relationship Id="rId19" Type="http://schemas.openxmlformats.org/officeDocument/2006/relationships/oleObject" Target="../embeddings/oleObject29.bin"/><Relationship Id="rId18" Type="http://schemas.openxmlformats.org/officeDocument/2006/relationships/image" Target="../media/image25.wmf"/><Relationship Id="rId17" Type="http://schemas.openxmlformats.org/officeDocument/2006/relationships/oleObject" Target="../embeddings/oleObject28.bin"/><Relationship Id="rId16" Type="http://schemas.openxmlformats.org/officeDocument/2006/relationships/image" Target="../media/image24.wmf"/><Relationship Id="rId15" Type="http://schemas.openxmlformats.org/officeDocument/2006/relationships/oleObject" Target="../embeddings/oleObject27.bin"/><Relationship Id="rId14" Type="http://schemas.openxmlformats.org/officeDocument/2006/relationships/image" Target="../media/image23.wmf"/><Relationship Id="rId13" Type="http://schemas.openxmlformats.org/officeDocument/2006/relationships/oleObject" Target="../embeddings/oleObject26.bin"/><Relationship Id="rId12" Type="http://schemas.openxmlformats.org/officeDocument/2006/relationships/image" Target="../media/image22.wmf"/><Relationship Id="rId11" Type="http://schemas.openxmlformats.org/officeDocument/2006/relationships/oleObject" Target="../embeddings/oleObject25.bin"/><Relationship Id="rId10" Type="http://schemas.openxmlformats.org/officeDocument/2006/relationships/image" Target="../media/image21.wmf"/><Relationship Id="rId1" Type="http://schemas.openxmlformats.org/officeDocument/2006/relationships/oleObject" Target="../embeddings/oleObject20.bin"/></Relationships>
</file>

<file path=ppt/slides/_rels/slide9.xml.rels><?xml version="1.0" encoding="UTF-8" standalone="yes"?>
<Relationships xmlns="http://schemas.openxmlformats.org/package/2006/relationships"><Relationship Id="rId9" Type="http://schemas.openxmlformats.org/officeDocument/2006/relationships/oleObject" Target="../embeddings/oleObject34.bin"/><Relationship Id="rId8" Type="http://schemas.openxmlformats.org/officeDocument/2006/relationships/image" Target="../media/image29.wmf"/><Relationship Id="rId7" Type="http://schemas.openxmlformats.org/officeDocument/2006/relationships/oleObject" Target="../embeddings/oleObject33.bin"/><Relationship Id="rId6" Type="http://schemas.openxmlformats.org/officeDocument/2006/relationships/image" Target="../media/image28.wmf"/><Relationship Id="rId5" Type="http://schemas.openxmlformats.org/officeDocument/2006/relationships/oleObject" Target="../embeddings/oleObject32.bin"/><Relationship Id="rId4" Type="http://schemas.openxmlformats.org/officeDocument/2006/relationships/image" Target="../media/image27.wmf"/><Relationship Id="rId3" Type="http://schemas.openxmlformats.org/officeDocument/2006/relationships/oleObject" Target="../embeddings/oleObject31.bin"/><Relationship Id="rId20" Type="http://schemas.openxmlformats.org/officeDocument/2006/relationships/vmlDrawing" Target="../drawings/vmlDrawing5.vml"/><Relationship Id="rId2" Type="http://schemas.openxmlformats.org/officeDocument/2006/relationships/image" Target="../media/image26.wmf"/><Relationship Id="rId19" Type="http://schemas.openxmlformats.org/officeDocument/2006/relationships/slideLayout" Target="../slideLayouts/slideLayout2.xml"/><Relationship Id="rId18" Type="http://schemas.openxmlformats.org/officeDocument/2006/relationships/image" Target="../media/image34.wmf"/><Relationship Id="rId17" Type="http://schemas.openxmlformats.org/officeDocument/2006/relationships/oleObject" Target="../embeddings/oleObject38.bin"/><Relationship Id="rId16" Type="http://schemas.openxmlformats.org/officeDocument/2006/relationships/image" Target="../media/image33.wmf"/><Relationship Id="rId15" Type="http://schemas.openxmlformats.org/officeDocument/2006/relationships/oleObject" Target="../embeddings/oleObject37.bin"/><Relationship Id="rId14" Type="http://schemas.openxmlformats.org/officeDocument/2006/relationships/image" Target="../media/image32.wmf"/><Relationship Id="rId13" Type="http://schemas.openxmlformats.org/officeDocument/2006/relationships/oleObject" Target="../embeddings/oleObject36.bin"/><Relationship Id="rId12" Type="http://schemas.openxmlformats.org/officeDocument/2006/relationships/image" Target="../media/image31.wmf"/><Relationship Id="rId11" Type="http://schemas.openxmlformats.org/officeDocument/2006/relationships/oleObject" Target="../embeddings/oleObject35.bin"/><Relationship Id="rId10" Type="http://schemas.openxmlformats.org/officeDocument/2006/relationships/image" Target="../media/image30.wmf"/><Relationship Id="rId1" Type="http://schemas.openxmlformats.org/officeDocument/2006/relationships/oleObject" Target="../embeddings/oleObject30.bin"/></Relationships>
</file>

<file path=ppt/slides/_rels/slide10.xml.rels><?xml version="1.0" encoding="UTF-8" standalone="yes"?>
<Relationships xmlns="http://schemas.openxmlformats.org/package/2006/relationships"><Relationship Id="rId9" Type="http://schemas.openxmlformats.org/officeDocument/2006/relationships/oleObject" Target="../embeddings/oleObject43.bin"/><Relationship Id="rId8" Type="http://schemas.openxmlformats.org/officeDocument/2006/relationships/image" Target="../media/image37.wmf"/><Relationship Id="rId7" Type="http://schemas.openxmlformats.org/officeDocument/2006/relationships/oleObject" Target="../embeddings/oleObject42.bin"/><Relationship Id="rId6" Type="http://schemas.openxmlformats.org/officeDocument/2006/relationships/image" Target="../media/image36.wmf"/><Relationship Id="rId5" Type="http://schemas.openxmlformats.org/officeDocument/2006/relationships/oleObject" Target="../embeddings/oleObject41.bin"/><Relationship Id="rId4" Type="http://schemas.openxmlformats.org/officeDocument/2006/relationships/image" Target="../media/image35.wmf"/><Relationship Id="rId3" Type="http://schemas.openxmlformats.org/officeDocument/2006/relationships/oleObject" Target="../embeddings/oleObject40.bin"/><Relationship Id="rId25" Type="http://schemas.openxmlformats.org/officeDocument/2006/relationships/vmlDrawing" Target="../drawings/vmlDrawing6.vml"/><Relationship Id="rId24" Type="http://schemas.openxmlformats.org/officeDocument/2006/relationships/slideLayout" Target="../slideLayouts/slideLayout2.xml"/><Relationship Id="rId23" Type="http://schemas.openxmlformats.org/officeDocument/2006/relationships/image" Target="../media/image44.wmf"/><Relationship Id="rId22" Type="http://schemas.openxmlformats.org/officeDocument/2006/relationships/oleObject" Target="../embeddings/oleObject50.bin"/><Relationship Id="rId21" Type="http://schemas.openxmlformats.org/officeDocument/2006/relationships/image" Target="../media/image43.wmf"/><Relationship Id="rId20" Type="http://schemas.openxmlformats.org/officeDocument/2006/relationships/oleObject" Target="../embeddings/oleObject49.bin"/><Relationship Id="rId2" Type="http://schemas.openxmlformats.org/officeDocument/2006/relationships/image" Target="../media/image27.wmf"/><Relationship Id="rId19" Type="http://schemas.openxmlformats.org/officeDocument/2006/relationships/image" Target="../media/image42.wmf"/><Relationship Id="rId18" Type="http://schemas.openxmlformats.org/officeDocument/2006/relationships/oleObject" Target="../embeddings/oleObject48.bin"/><Relationship Id="rId17" Type="http://schemas.openxmlformats.org/officeDocument/2006/relationships/oleObject" Target="../embeddings/oleObject47.bin"/><Relationship Id="rId16" Type="http://schemas.openxmlformats.org/officeDocument/2006/relationships/image" Target="../media/image41.wmf"/><Relationship Id="rId15" Type="http://schemas.openxmlformats.org/officeDocument/2006/relationships/oleObject" Target="../embeddings/oleObject46.bin"/><Relationship Id="rId14" Type="http://schemas.openxmlformats.org/officeDocument/2006/relationships/image" Target="../media/image40.wmf"/><Relationship Id="rId13" Type="http://schemas.openxmlformats.org/officeDocument/2006/relationships/oleObject" Target="../embeddings/oleObject45.bin"/><Relationship Id="rId12" Type="http://schemas.openxmlformats.org/officeDocument/2006/relationships/image" Target="../media/image39.wmf"/><Relationship Id="rId11" Type="http://schemas.openxmlformats.org/officeDocument/2006/relationships/oleObject" Target="../embeddings/oleObject44.bin"/><Relationship Id="rId10" Type="http://schemas.openxmlformats.org/officeDocument/2006/relationships/image" Target="../media/image38.wmf"/><Relationship Id="rId1" Type="http://schemas.openxmlformats.org/officeDocument/2006/relationships/oleObject" Target="../embeddings/oleObject39.bin"/></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45.emf"/><Relationship Id="rId1" Type="http://schemas.openxmlformats.org/officeDocument/2006/relationships/oleObject" Target="../embeddings/Document1.doc"/></Relationships>
</file>

<file path=ppt/slides/_rels/slide12.xml.rels><?xml version="1.0" encoding="UTF-8" standalone="yes"?>
<Relationships xmlns="http://schemas.openxmlformats.org/package/2006/relationships"><Relationship Id="rId9" Type="http://schemas.openxmlformats.org/officeDocument/2006/relationships/oleObject" Target="../embeddings/oleObject55.bin"/><Relationship Id="rId8" Type="http://schemas.openxmlformats.org/officeDocument/2006/relationships/image" Target="../media/image49.wmf"/><Relationship Id="rId7" Type="http://schemas.openxmlformats.org/officeDocument/2006/relationships/oleObject" Target="../embeddings/oleObject54.bin"/><Relationship Id="rId6" Type="http://schemas.openxmlformats.org/officeDocument/2006/relationships/image" Target="../media/image48.wmf"/><Relationship Id="rId5" Type="http://schemas.openxmlformats.org/officeDocument/2006/relationships/oleObject" Target="../embeddings/oleObject53.bin"/><Relationship Id="rId4" Type="http://schemas.openxmlformats.org/officeDocument/2006/relationships/image" Target="../media/image47.wmf"/><Relationship Id="rId3" Type="http://schemas.openxmlformats.org/officeDocument/2006/relationships/oleObject" Target="../embeddings/oleObject52.bin"/><Relationship Id="rId22" Type="http://schemas.openxmlformats.org/officeDocument/2006/relationships/vmlDrawing" Target="../drawings/vmlDrawing8.vml"/><Relationship Id="rId21" Type="http://schemas.openxmlformats.org/officeDocument/2006/relationships/slideLayout" Target="../slideLayouts/slideLayout2.xml"/><Relationship Id="rId20" Type="http://schemas.openxmlformats.org/officeDocument/2006/relationships/image" Target="../media/image55.wmf"/><Relationship Id="rId2" Type="http://schemas.openxmlformats.org/officeDocument/2006/relationships/image" Target="../media/image46.wmf"/><Relationship Id="rId19" Type="http://schemas.openxmlformats.org/officeDocument/2006/relationships/oleObject" Target="../embeddings/oleObject60.bin"/><Relationship Id="rId18" Type="http://schemas.openxmlformats.org/officeDocument/2006/relationships/image" Target="../media/image54.wmf"/><Relationship Id="rId17" Type="http://schemas.openxmlformats.org/officeDocument/2006/relationships/oleObject" Target="../embeddings/oleObject59.bin"/><Relationship Id="rId16" Type="http://schemas.openxmlformats.org/officeDocument/2006/relationships/image" Target="../media/image53.wmf"/><Relationship Id="rId15" Type="http://schemas.openxmlformats.org/officeDocument/2006/relationships/oleObject" Target="../embeddings/oleObject58.bin"/><Relationship Id="rId14" Type="http://schemas.openxmlformats.org/officeDocument/2006/relationships/image" Target="../media/image52.wmf"/><Relationship Id="rId13" Type="http://schemas.openxmlformats.org/officeDocument/2006/relationships/oleObject" Target="../embeddings/oleObject57.bin"/><Relationship Id="rId12" Type="http://schemas.openxmlformats.org/officeDocument/2006/relationships/image" Target="../media/image51.wmf"/><Relationship Id="rId11" Type="http://schemas.openxmlformats.org/officeDocument/2006/relationships/oleObject" Target="../embeddings/oleObject56.bin"/><Relationship Id="rId10" Type="http://schemas.openxmlformats.org/officeDocument/2006/relationships/image" Target="../media/image50.wmf"/><Relationship Id="rId1" Type="http://schemas.openxmlformats.org/officeDocument/2006/relationships/oleObject" Target="../embeddings/oleObject51.bin"/></Relationships>
</file>

<file path=ppt/slides/_rels/slide13.xml.rels><?xml version="1.0" encoding="UTF-8" standalone="yes"?>
<Relationships xmlns="http://schemas.openxmlformats.org/package/2006/relationships"><Relationship Id="rId9" Type="http://schemas.openxmlformats.org/officeDocument/2006/relationships/oleObject" Target="../embeddings/oleObject65.bin"/><Relationship Id="rId8" Type="http://schemas.openxmlformats.org/officeDocument/2006/relationships/image" Target="../media/image59.wmf"/><Relationship Id="rId7" Type="http://schemas.openxmlformats.org/officeDocument/2006/relationships/oleObject" Target="../embeddings/oleObject64.bin"/><Relationship Id="rId6" Type="http://schemas.openxmlformats.org/officeDocument/2006/relationships/image" Target="../media/image58.wmf"/><Relationship Id="rId5" Type="http://schemas.openxmlformats.org/officeDocument/2006/relationships/oleObject" Target="../embeddings/oleObject63.bin"/><Relationship Id="rId4" Type="http://schemas.openxmlformats.org/officeDocument/2006/relationships/image" Target="../media/image57.wmf"/><Relationship Id="rId3" Type="http://schemas.openxmlformats.org/officeDocument/2006/relationships/oleObject" Target="../embeddings/oleObject62.bin"/><Relationship Id="rId24" Type="http://schemas.openxmlformats.org/officeDocument/2006/relationships/vmlDrawing" Target="../drawings/vmlDrawing9.vml"/><Relationship Id="rId23" Type="http://schemas.openxmlformats.org/officeDocument/2006/relationships/slideLayout" Target="../slideLayouts/slideLayout2.xml"/><Relationship Id="rId22" Type="http://schemas.openxmlformats.org/officeDocument/2006/relationships/image" Target="../media/image66.wmf"/><Relationship Id="rId21" Type="http://schemas.openxmlformats.org/officeDocument/2006/relationships/oleObject" Target="../embeddings/oleObject71.bin"/><Relationship Id="rId20" Type="http://schemas.openxmlformats.org/officeDocument/2006/relationships/image" Target="../media/image65.wmf"/><Relationship Id="rId2" Type="http://schemas.openxmlformats.org/officeDocument/2006/relationships/image" Target="../media/image56.wmf"/><Relationship Id="rId19" Type="http://schemas.openxmlformats.org/officeDocument/2006/relationships/oleObject" Target="../embeddings/oleObject70.bin"/><Relationship Id="rId18" Type="http://schemas.openxmlformats.org/officeDocument/2006/relationships/image" Target="../media/image64.wmf"/><Relationship Id="rId17" Type="http://schemas.openxmlformats.org/officeDocument/2006/relationships/oleObject" Target="../embeddings/oleObject69.bin"/><Relationship Id="rId16" Type="http://schemas.openxmlformats.org/officeDocument/2006/relationships/image" Target="../media/image63.wmf"/><Relationship Id="rId15" Type="http://schemas.openxmlformats.org/officeDocument/2006/relationships/oleObject" Target="../embeddings/oleObject68.bin"/><Relationship Id="rId14" Type="http://schemas.openxmlformats.org/officeDocument/2006/relationships/image" Target="../media/image62.wmf"/><Relationship Id="rId13" Type="http://schemas.openxmlformats.org/officeDocument/2006/relationships/oleObject" Target="../embeddings/oleObject67.bin"/><Relationship Id="rId12" Type="http://schemas.openxmlformats.org/officeDocument/2006/relationships/image" Target="../media/image61.wmf"/><Relationship Id="rId11" Type="http://schemas.openxmlformats.org/officeDocument/2006/relationships/oleObject" Target="../embeddings/oleObject66.bin"/><Relationship Id="rId10" Type="http://schemas.openxmlformats.org/officeDocument/2006/relationships/image" Target="../media/image60.wmf"/><Relationship Id="rId1" Type="http://schemas.openxmlformats.org/officeDocument/2006/relationships/oleObject" Target="../embeddings/oleObject61.bin"/></Relationships>
</file>

<file path=ppt/slides/_rels/slide14.xml.rels><?xml version="1.0" encoding="UTF-8" standalone="yes"?>
<Relationships xmlns="http://schemas.openxmlformats.org/package/2006/relationships"><Relationship Id="rId9" Type="http://schemas.openxmlformats.org/officeDocument/2006/relationships/oleObject" Target="../embeddings/oleObject76.bin"/><Relationship Id="rId8" Type="http://schemas.openxmlformats.org/officeDocument/2006/relationships/image" Target="../media/image70.wmf"/><Relationship Id="rId7" Type="http://schemas.openxmlformats.org/officeDocument/2006/relationships/oleObject" Target="../embeddings/oleObject75.bin"/><Relationship Id="rId6" Type="http://schemas.openxmlformats.org/officeDocument/2006/relationships/image" Target="../media/image69.wmf"/><Relationship Id="rId5" Type="http://schemas.openxmlformats.org/officeDocument/2006/relationships/oleObject" Target="../embeddings/oleObject74.bin"/><Relationship Id="rId4" Type="http://schemas.openxmlformats.org/officeDocument/2006/relationships/image" Target="../media/image68.wmf"/><Relationship Id="rId3" Type="http://schemas.openxmlformats.org/officeDocument/2006/relationships/oleObject" Target="../embeddings/oleObject73.bin"/><Relationship Id="rId28" Type="http://schemas.openxmlformats.org/officeDocument/2006/relationships/vmlDrawing" Target="../drawings/vmlDrawing10.vml"/><Relationship Id="rId27" Type="http://schemas.openxmlformats.org/officeDocument/2006/relationships/slideLayout" Target="../slideLayouts/slideLayout2.xml"/><Relationship Id="rId26" Type="http://schemas.openxmlformats.org/officeDocument/2006/relationships/image" Target="../media/image79.wmf"/><Relationship Id="rId25" Type="http://schemas.openxmlformats.org/officeDocument/2006/relationships/oleObject" Target="../embeddings/oleObject84.bin"/><Relationship Id="rId24" Type="http://schemas.openxmlformats.org/officeDocument/2006/relationships/image" Target="../media/image78.wmf"/><Relationship Id="rId23" Type="http://schemas.openxmlformats.org/officeDocument/2006/relationships/oleObject" Target="../embeddings/oleObject83.bin"/><Relationship Id="rId22" Type="http://schemas.openxmlformats.org/officeDocument/2006/relationships/image" Target="../media/image77.wmf"/><Relationship Id="rId21" Type="http://schemas.openxmlformats.org/officeDocument/2006/relationships/oleObject" Target="../embeddings/oleObject82.bin"/><Relationship Id="rId20" Type="http://schemas.openxmlformats.org/officeDocument/2006/relationships/image" Target="../media/image76.wmf"/><Relationship Id="rId2" Type="http://schemas.openxmlformats.org/officeDocument/2006/relationships/image" Target="../media/image67.wmf"/><Relationship Id="rId19" Type="http://schemas.openxmlformats.org/officeDocument/2006/relationships/oleObject" Target="../embeddings/oleObject81.bin"/><Relationship Id="rId18" Type="http://schemas.openxmlformats.org/officeDocument/2006/relationships/image" Target="../media/image75.wmf"/><Relationship Id="rId17" Type="http://schemas.openxmlformats.org/officeDocument/2006/relationships/oleObject" Target="../embeddings/oleObject80.bin"/><Relationship Id="rId16" Type="http://schemas.openxmlformats.org/officeDocument/2006/relationships/image" Target="../media/image74.wmf"/><Relationship Id="rId15" Type="http://schemas.openxmlformats.org/officeDocument/2006/relationships/oleObject" Target="../embeddings/oleObject79.bin"/><Relationship Id="rId14" Type="http://schemas.openxmlformats.org/officeDocument/2006/relationships/image" Target="../media/image73.wmf"/><Relationship Id="rId13" Type="http://schemas.openxmlformats.org/officeDocument/2006/relationships/oleObject" Target="../embeddings/oleObject78.bin"/><Relationship Id="rId12" Type="http://schemas.openxmlformats.org/officeDocument/2006/relationships/image" Target="../media/image72.wmf"/><Relationship Id="rId11" Type="http://schemas.openxmlformats.org/officeDocument/2006/relationships/oleObject" Target="../embeddings/oleObject77.bin"/><Relationship Id="rId10" Type="http://schemas.openxmlformats.org/officeDocument/2006/relationships/image" Target="../media/image71.wmf"/><Relationship Id="rId1" Type="http://schemas.openxmlformats.org/officeDocument/2006/relationships/oleObject" Target="../embeddings/oleObject72.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60.wmf"/><Relationship Id="rId1" Type="http://schemas.openxmlformats.org/officeDocument/2006/relationships/oleObject" Target="../embeddings/oleObject85.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9" Type="http://schemas.openxmlformats.org/officeDocument/2006/relationships/oleObject" Target="../embeddings/oleObject90.bin"/><Relationship Id="rId8" Type="http://schemas.openxmlformats.org/officeDocument/2006/relationships/image" Target="../media/image83.wmf"/><Relationship Id="rId7" Type="http://schemas.openxmlformats.org/officeDocument/2006/relationships/oleObject" Target="../embeddings/oleObject89.bin"/><Relationship Id="rId6" Type="http://schemas.openxmlformats.org/officeDocument/2006/relationships/image" Target="../media/image82.wmf"/><Relationship Id="rId5" Type="http://schemas.openxmlformats.org/officeDocument/2006/relationships/oleObject" Target="../embeddings/oleObject88.bin"/><Relationship Id="rId4" Type="http://schemas.openxmlformats.org/officeDocument/2006/relationships/image" Target="../media/image81.wmf"/><Relationship Id="rId3" Type="http://schemas.openxmlformats.org/officeDocument/2006/relationships/oleObject" Target="../embeddings/oleObject87.bin"/><Relationship Id="rId26" Type="http://schemas.openxmlformats.org/officeDocument/2006/relationships/vmlDrawing" Target="../drawings/vmlDrawing12.vml"/><Relationship Id="rId25" Type="http://schemas.openxmlformats.org/officeDocument/2006/relationships/slideLayout" Target="../slideLayouts/slideLayout2.xml"/><Relationship Id="rId24" Type="http://schemas.openxmlformats.org/officeDocument/2006/relationships/image" Target="../media/image91.wmf"/><Relationship Id="rId23" Type="http://schemas.openxmlformats.org/officeDocument/2006/relationships/oleObject" Target="../embeddings/oleObject97.bin"/><Relationship Id="rId22" Type="http://schemas.openxmlformats.org/officeDocument/2006/relationships/image" Target="../media/image90.wmf"/><Relationship Id="rId21" Type="http://schemas.openxmlformats.org/officeDocument/2006/relationships/oleObject" Target="../embeddings/oleObject96.bin"/><Relationship Id="rId20" Type="http://schemas.openxmlformats.org/officeDocument/2006/relationships/image" Target="../media/image89.wmf"/><Relationship Id="rId2" Type="http://schemas.openxmlformats.org/officeDocument/2006/relationships/image" Target="../media/image80.wmf"/><Relationship Id="rId19" Type="http://schemas.openxmlformats.org/officeDocument/2006/relationships/oleObject" Target="../embeddings/oleObject95.bin"/><Relationship Id="rId18" Type="http://schemas.openxmlformats.org/officeDocument/2006/relationships/image" Target="../media/image88.wmf"/><Relationship Id="rId17" Type="http://schemas.openxmlformats.org/officeDocument/2006/relationships/oleObject" Target="../embeddings/oleObject94.bin"/><Relationship Id="rId16" Type="http://schemas.openxmlformats.org/officeDocument/2006/relationships/image" Target="../media/image87.wmf"/><Relationship Id="rId15" Type="http://schemas.openxmlformats.org/officeDocument/2006/relationships/oleObject" Target="../embeddings/oleObject93.bin"/><Relationship Id="rId14" Type="http://schemas.openxmlformats.org/officeDocument/2006/relationships/image" Target="../media/image86.wmf"/><Relationship Id="rId13" Type="http://schemas.openxmlformats.org/officeDocument/2006/relationships/oleObject" Target="../embeddings/oleObject92.bin"/><Relationship Id="rId12" Type="http://schemas.openxmlformats.org/officeDocument/2006/relationships/image" Target="../media/image85.wmf"/><Relationship Id="rId11" Type="http://schemas.openxmlformats.org/officeDocument/2006/relationships/oleObject" Target="../embeddings/oleObject91.bin"/><Relationship Id="rId10" Type="http://schemas.openxmlformats.org/officeDocument/2006/relationships/image" Target="../media/image84.wmf"/><Relationship Id="rId1" Type="http://schemas.openxmlformats.org/officeDocument/2006/relationships/oleObject" Target="../embeddings/oleObject86.bin"/></Relationships>
</file>

<file path=ppt/slides/_rels/slide20.xml.rels><?xml version="1.0" encoding="UTF-8" standalone="yes"?>
<Relationships xmlns="http://schemas.openxmlformats.org/package/2006/relationships"><Relationship Id="rId9" Type="http://schemas.openxmlformats.org/officeDocument/2006/relationships/oleObject" Target="../embeddings/oleObject102.bin"/><Relationship Id="rId8" Type="http://schemas.openxmlformats.org/officeDocument/2006/relationships/image" Target="../media/image95.wmf"/><Relationship Id="rId7" Type="http://schemas.openxmlformats.org/officeDocument/2006/relationships/oleObject" Target="../embeddings/oleObject101.bin"/><Relationship Id="rId6" Type="http://schemas.openxmlformats.org/officeDocument/2006/relationships/image" Target="../media/image94.wmf"/><Relationship Id="rId5" Type="http://schemas.openxmlformats.org/officeDocument/2006/relationships/oleObject" Target="../embeddings/oleObject100.bin"/><Relationship Id="rId4" Type="http://schemas.openxmlformats.org/officeDocument/2006/relationships/image" Target="../media/image93.wmf"/><Relationship Id="rId39" Type="http://schemas.openxmlformats.org/officeDocument/2006/relationships/vmlDrawing" Target="../drawings/vmlDrawing13.vml"/><Relationship Id="rId38" Type="http://schemas.openxmlformats.org/officeDocument/2006/relationships/slideLayout" Target="../slideLayouts/slideLayout2.xml"/><Relationship Id="rId37" Type="http://schemas.openxmlformats.org/officeDocument/2006/relationships/image" Target="../media/image108.wmf"/><Relationship Id="rId36" Type="http://schemas.openxmlformats.org/officeDocument/2006/relationships/oleObject" Target="../embeddings/oleObject117.bin"/><Relationship Id="rId35" Type="http://schemas.openxmlformats.org/officeDocument/2006/relationships/image" Target="../media/image107.wmf"/><Relationship Id="rId34" Type="http://schemas.openxmlformats.org/officeDocument/2006/relationships/oleObject" Target="../embeddings/oleObject116.bin"/><Relationship Id="rId33" Type="http://schemas.openxmlformats.org/officeDocument/2006/relationships/oleObject" Target="../embeddings/oleObject115.bin"/><Relationship Id="rId32" Type="http://schemas.openxmlformats.org/officeDocument/2006/relationships/image" Target="../media/image106.wmf"/><Relationship Id="rId31" Type="http://schemas.openxmlformats.org/officeDocument/2006/relationships/oleObject" Target="../embeddings/oleObject114.bin"/><Relationship Id="rId30" Type="http://schemas.openxmlformats.org/officeDocument/2006/relationships/image" Target="../media/image105.wmf"/><Relationship Id="rId3" Type="http://schemas.openxmlformats.org/officeDocument/2006/relationships/oleObject" Target="../embeddings/oleObject99.bin"/><Relationship Id="rId29" Type="http://schemas.openxmlformats.org/officeDocument/2006/relationships/oleObject" Target="../embeddings/oleObject113.bin"/><Relationship Id="rId28" Type="http://schemas.openxmlformats.org/officeDocument/2006/relationships/image" Target="../media/image104.wmf"/><Relationship Id="rId27" Type="http://schemas.openxmlformats.org/officeDocument/2006/relationships/oleObject" Target="../embeddings/oleObject112.bin"/><Relationship Id="rId26" Type="http://schemas.openxmlformats.org/officeDocument/2006/relationships/image" Target="../media/image103.wmf"/><Relationship Id="rId25" Type="http://schemas.openxmlformats.org/officeDocument/2006/relationships/oleObject" Target="../embeddings/oleObject111.bin"/><Relationship Id="rId24" Type="http://schemas.openxmlformats.org/officeDocument/2006/relationships/image" Target="../media/image102.wmf"/><Relationship Id="rId23" Type="http://schemas.openxmlformats.org/officeDocument/2006/relationships/oleObject" Target="../embeddings/oleObject110.bin"/><Relationship Id="rId22" Type="http://schemas.openxmlformats.org/officeDocument/2006/relationships/oleObject" Target="../embeddings/oleObject109.bin"/><Relationship Id="rId21" Type="http://schemas.openxmlformats.org/officeDocument/2006/relationships/oleObject" Target="../embeddings/oleObject108.bin"/><Relationship Id="rId20" Type="http://schemas.openxmlformats.org/officeDocument/2006/relationships/image" Target="../media/image101.wmf"/><Relationship Id="rId2" Type="http://schemas.openxmlformats.org/officeDocument/2006/relationships/image" Target="../media/image92.wmf"/><Relationship Id="rId19" Type="http://schemas.openxmlformats.org/officeDocument/2006/relationships/oleObject" Target="../embeddings/oleObject107.bin"/><Relationship Id="rId18" Type="http://schemas.openxmlformats.org/officeDocument/2006/relationships/image" Target="../media/image100.wmf"/><Relationship Id="rId17" Type="http://schemas.openxmlformats.org/officeDocument/2006/relationships/oleObject" Target="../embeddings/oleObject106.bin"/><Relationship Id="rId16" Type="http://schemas.openxmlformats.org/officeDocument/2006/relationships/image" Target="../media/image99.wmf"/><Relationship Id="rId15" Type="http://schemas.openxmlformats.org/officeDocument/2006/relationships/oleObject" Target="../embeddings/oleObject105.bin"/><Relationship Id="rId14" Type="http://schemas.openxmlformats.org/officeDocument/2006/relationships/image" Target="../media/image98.wmf"/><Relationship Id="rId13" Type="http://schemas.openxmlformats.org/officeDocument/2006/relationships/oleObject" Target="../embeddings/oleObject104.bin"/><Relationship Id="rId12" Type="http://schemas.openxmlformats.org/officeDocument/2006/relationships/image" Target="../media/image97.wmf"/><Relationship Id="rId11" Type="http://schemas.openxmlformats.org/officeDocument/2006/relationships/oleObject" Target="../embeddings/oleObject103.bin"/><Relationship Id="rId10" Type="http://schemas.openxmlformats.org/officeDocument/2006/relationships/image" Target="../media/image96.wmf"/><Relationship Id="rId1" Type="http://schemas.openxmlformats.org/officeDocument/2006/relationships/oleObject" Target="../embeddings/oleObject98.bin"/></Relationships>
</file>

<file path=ppt/slides/_rels/slide21.xml.rels><?xml version="1.0" encoding="UTF-8" standalone="yes"?>
<Relationships xmlns="http://schemas.openxmlformats.org/package/2006/relationships"><Relationship Id="rId9" Type="http://schemas.openxmlformats.org/officeDocument/2006/relationships/image" Target="../media/image85.wmf"/><Relationship Id="rId8" Type="http://schemas.openxmlformats.org/officeDocument/2006/relationships/oleObject" Target="../embeddings/oleObject122.bin"/><Relationship Id="rId7" Type="http://schemas.openxmlformats.org/officeDocument/2006/relationships/image" Target="../media/image109.wmf"/><Relationship Id="rId6" Type="http://schemas.openxmlformats.org/officeDocument/2006/relationships/oleObject" Target="../embeddings/oleObject121.bin"/><Relationship Id="rId5" Type="http://schemas.openxmlformats.org/officeDocument/2006/relationships/oleObject" Target="../embeddings/oleObject120.bin"/><Relationship Id="rId4" Type="http://schemas.openxmlformats.org/officeDocument/2006/relationships/image" Target="../media/image92.wmf"/><Relationship Id="rId3" Type="http://schemas.openxmlformats.org/officeDocument/2006/relationships/oleObject" Target="../embeddings/oleObject119.bin"/><Relationship Id="rId28" Type="http://schemas.openxmlformats.org/officeDocument/2006/relationships/vmlDrawing" Target="../drawings/vmlDrawing14.vml"/><Relationship Id="rId27" Type="http://schemas.openxmlformats.org/officeDocument/2006/relationships/slideLayout" Target="../slideLayouts/slideLayout2.xml"/><Relationship Id="rId26" Type="http://schemas.openxmlformats.org/officeDocument/2006/relationships/image" Target="../media/image116.wmf"/><Relationship Id="rId25" Type="http://schemas.openxmlformats.org/officeDocument/2006/relationships/oleObject" Target="../embeddings/oleObject131.bin"/><Relationship Id="rId24" Type="http://schemas.openxmlformats.org/officeDocument/2006/relationships/image" Target="../media/image115.wmf"/><Relationship Id="rId23" Type="http://schemas.openxmlformats.org/officeDocument/2006/relationships/oleObject" Target="../embeddings/oleObject130.bin"/><Relationship Id="rId22" Type="http://schemas.openxmlformats.org/officeDocument/2006/relationships/image" Target="../media/image114.wmf"/><Relationship Id="rId21" Type="http://schemas.openxmlformats.org/officeDocument/2006/relationships/oleObject" Target="../embeddings/oleObject129.bin"/><Relationship Id="rId20" Type="http://schemas.openxmlformats.org/officeDocument/2006/relationships/image" Target="../media/image113.wmf"/><Relationship Id="rId2" Type="http://schemas.openxmlformats.org/officeDocument/2006/relationships/image" Target="../media/image108.wmf"/><Relationship Id="rId19" Type="http://schemas.openxmlformats.org/officeDocument/2006/relationships/oleObject" Target="../embeddings/oleObject128.bin"/><Relationship Id="rId18" Type="http://schemas.openxmlformats.org/officeDocument/2006/relationships/image" Target="../media/image112.wmf"/><Relationship Id="rId17" Type="http://schemas.openxmlformats.org/officeDocument/2006/relationships/oleObject" Target="../embeddings/oleObject127.bin"/><Relationship Id="rId16" Type="http://schemas.openxmlformats.org/officeDocument/2006/relationships/image" Target="../media/image111.wmf"/><Relationship Id="rId15" Type="http://schemas.openxmlformats.org/officeDocument/2006/relationships/oleObject" Target="../embeddings/oleObject126.bin"/><Relationship Id="rId14" Type="http://schemas.openxmlformats.org/officeDocument/2006/relationships/oleObject" Target="../embeddings/oleObject125.bin"/><Relationship Id="rId13" Type="http://schemas.openxmlformats.org/officeDocument/2006/relationships/image" Target="../media/image110.wmf"/><Relationship Id="rId12" Type="http://schemas.openxmlformats.org/officeDocument/2006/relationships/oleObject" Target="../embeddings/oleObject124.bin"/><Relationship Id="rId11" Type="http://schemas.openxmlformats.org/officeDocument/2006/relationships/image" Target="../media/image86.wmf"/><Relationship Id="rId10" Type="http://schemas.openxmlformats.org/officeDocument/2006/relationships/oleObject" Target="../embeddings/oleObject123.bin"/><Relationship Id="rId1" Type="http://schemas.openxmlformats.org/officeDocument/2006/relationships/oleObject" Target="../embeddings/oleObject118.bin"/></Relationships>
</file>

<file path=ppt/slides/_rels/slide22.xml.rels><?xml version="1.0" encoding="UTF-8" standalone="yes"?>
<Relationships xmlns="http://schemas.openxmlformats.org/package/2006/relationships"><Relationship Id="rId8" Type="http://schemas.openxmlformats.org/officeDocument/2006/relationships/vmlDrawing" Target="../drawings/vmlDrawing15.vml"/><Relationship Id="rId7" Type="http://schemas.openxmlformats.org/officeDocument/2006/relationships/slideLayout" Target="../slideLayouts/slideLayout2.xml"/><Relationship Id="rId6" Type="http://schemas.openxmlformats.org/officeDocument/2006/relationships/image" Target="../media/image119.wmf"/><Relationship Id="rId5" Type="http://schemas.openxmlformats.org/officeDocument/2006/relationships/oleObject" Target="../embeddings/oleObject134.bin"/><Relationship Id="rId4" Type="http://schemas.openxmlformats.org/officeDocument/2006/relationships/image" Target="../media/image118.wmf"/><Relationship Id="rId3" Type="http://schemas.openxmlformats.org/officeDocument/2006/relationships/oleObject" Target="../embeddings/oleObject133.bin"/><Relationship Id="rId2" Type="http://schemas.openxmlformats.org/officeDocument/2006/relationships/image" Target="../media/image117.wmf"/><Relationship Id="rId1" Type="http://schemas.openxmlformats.org/officeDocument/2006/relationships/oleObject" Target="../embeddings/oleObject132.bin"/></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2.xml"/><Relationship Id="rId2" Type="http://schemas.openxmlformats.org/officeDocument/2006/relationships/image" Target="../media/image120.wmf"/><Relationship Id="rId1" Type="http://schemas.openxmlformats.org/officeDocument/2006/relationships/oleObject" Target="../embeddings/oleObject135.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17.vml"/><Relationship Id="rId3" Type="http://schemas.openxmlformats.org/officeDocument/2006/relationships/slideLayout" Target="../slideLayouts/slideLayout2.xml"/><Relationship Id="rId2" Type="http://schemas.openxmlformats.org/officeDocument/2006/relationships/image" Target="../media/image121.emf"/><Relationship Id="rId1" Type="http://schemas.openxmlformats.org/officeDocument/2006/relationships/oleObject" Target="../embeddings/Document2.doc"/></Relationships>
</file>

<file path=ppt/slides/_rels/slide26.xml.rels><?xml version="1.0" encoding="UTF-8" standalone="yes"?>
<Relationships xmlns="http://schemas.openxmlformats.org/package/2006/relationships"><Relationship Id="rId9" Type="http://schemas.openxmlformats.org/officeDocument/2006/relationships/oleObject" Target="../embeddings/Document3.doc"/><Relationship Id="rId8" Type="http://schemas.openxmlformats.org/officeDocument/2006/relationships/image" Target="../media/image125.wmf"/><Relationship Id="rId7" Type="http://schemas.openxmlformats.org/officeDocument/2006/relationships/oleObject" Target="../embeddings/oleObject139.bin"/><Relationship Id="rId6" Type="http://schemas.openxmlformats.org/officeDocument/2006/relationships/image" Target="../media/image124.wmf"/><Relationship Id="rId5" Type="http://schemas.openxmlformats.org/officeDocument/2006/relationships/oleObject" Target="../embeddings/oleObject138.bin"/><Relationship Id="rId4" Type="http://schemas.openxmlformats.org/officeDocument/2006/relationships/image" Target="../media/image123.wmf"/><Relationship Id="rId3" Type="http://schemas.openxmlformats.org/officeDocument/2006/relationships/oleObject" Target="../embeddings/oleObject137.bin"/><Relationship Id="rId2" Type="http://schemas.openxmlformats.org/officeDocument/2006/relationships/image" Target="../media/image122.wmf"/><Relationship Id="rId14" Type="http://schemas.openxmlformats.org/officeDocument/2006/relationships/vmlDrawing" Target="../drawings/vmlDrawing18.vml"/><Relationship Id="rId13" Type="http://schemas.openxmlformats.org/officeDocument/2006/relationships/slideLayout" Target="../slideLayouts/slideLayout2.xml"/><Relationship Id="rId12" Type="http://schemas.openxmlformats.org/officeDocument/2006/relationships/image" Target="../media/image126.wmf"/><Relationship Id="rId11" Type="http://schemas.openxmlformats.org/officeDocument/2006/relationships/oleObject" Target="../embeddings/oleObject140.bin"/><Relationship Id="rId10" Type="http://schemas.openxmlformats.org/officeDocument/2006/relationships/image" Target="../media/image121.emf"/><Relationship Id="rId1" Type="http://schemas.openxmlformats.org/officeDocument/2006/relationships/oleObject" Target="../embeddings/oleObject136.bin"/></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19.vml"/><Relationship Id="rId3" Type="http://schemas.openxmlformats.org/officeDocument/2006/relationships/slideLayout" Target="../slideLayouts/slideLayout2.xml"/><Relationship Id="rId2" Type="http://schemas.openxmlformats.org/officeDocument/2006/relationships/image" Target="../media/image127.emf"/><Relationship Id="rId1" Type="http://schemas.openxmlformats.org/officeDocument/2006/relationships/oleObject" Target="../embeddings/Document4.doc"/></Relationships>
</file>

<file path=ppt/slides/_rels/slide28.xml.rels><?xml version="1.0" encoding="UTF-8" standalone="yes"?>
<Relationships xmlns="http://schemas.openxmlformats.org/package/2006/relationships"><Relationship Id="rId9" Type="http://schemas.openxmlformats.org/officeDocument/2006/relationships/oleObject" Target="../embeddings/oleObject144.bin"/><Relationship Id="rId8" Type="http://schemas.openxmlformats.org/officeDocument/2006/relationships/image" Target="../media/image130.wmf"/><Relationship Id="rId7" Type="http://schemas.openxmlformats.org/officeDocument/2006/relationships/oleObject" Target="../embeddings/oleObject143.bin"/><Relationship Id="rId6" Type="http://schemas.openxmlformats.org/officeDocument/2006/relationships/image" Target="../media/image129.wmf"/><Relationship Id="rId5" Type="http://schemas.openxmlformats.org/officeDocument/2006/relationships/oleObject" Target="../embeddings/oleObject142.bin"/><Relationship Id="rId4" Type="http://schemas.openxmlformats.org/officeDocument/2006/relationships/image" Target="../media/image128.wmf"/><Relationship Id="rId3" Type="http://schemas.openxmlformats.org/officeDocument/2006/relationships/oleObject" Target="../embeddings/oleObject141.bin"/><Relationship Id="rId2" Type="http://schemas.openxmlformats.org/officeDocument/2006/relationships/image" Target="../media/image127.emf"/><Relationship Id="rId18" Type="http://schemas.openxmlformats.org/officeDocument/2006/relationships/vmlDrawing" Target="../drawings/vmlDrawing20.vml"/><Relationship Id="rId17" Type="http://schemas.openxmlformats.org/officeDocument/2006/relationships/slideLayout" Target="../slideLayouts/slideLayout2.xml"/><Relationship Id="rId16" Type="http://schemas.openxmlformats.org/officeDocument/2006/relationships/image" Target="../media/image134.wmf"/><Relationship Id="rId15" Type="http://schemas.openxmlformats.org/officeDocument/2006/relationships/oleObject" Target="../embeddings/oleObject147.bin"/><Relationship Id="rId14" Type="http://schemas.openxmlformats.org/officeDocument/2006/relationships/image" Target="../media/image133.wmf"/><Relationship Id="rId13" Type="http://schemas.openxmlformats.org/officeDocument/2006/relationships/oleObject" Target="../embeddings/oleObject146.bin"/><Relationship Id="rId12" Type="http://schemas.openxmlformats.org/officeDocument/2006/relationships/image" Target="../media/image132.wmf"/><Relationship Id="rId11" Type="http://schemas.openxmlformats.org/officeDocument/2006/relationships/oleObject" Target="../embeddings/oleObject145.bin"/><Relationship Id="rId10" Type="http://schemas.openxmlformats.org/officeDocument/2006/relationships/image" Target="../media/image131.wmf"/><Relationship Id="rId1" Type="http://schemas.openxmlformats.org/officeDocument/2006/relationships/oleObject" Target="../embeddings/Document5.doc"/></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152.bin"/><Relationship Id="rId8" Type="http://schemas.openxmlformats.org/officeDocument/2006/relationships/image" Target="../media/image138.wmf"/><Relationship Id="rId7" Type="http://schemas.openxmlformats.org/officeDocument/2006/relationships/oleObject" Target="../embeddings/oleObject151.bin"/><Relationship Id="rId6" Type="http://schemas.openxmlformats.org/officeDocument/2006/relationships/image" Target="../media/image137.wmf"/><Relationship Id="rId5" Type="http://schemas.openxmlformats.org/officeDocument/2006/relationships/oleObject" Target="../embeddings/oleObject150.bin"/><Relationship Id="rId4" Type="http://schemas.openxmlformats.org/officeDocument/2006/relationships/image" Target="../media/image136.wmf"/><Relationship Id="rId3" Type="http://schemas.openxmlformats.org/officeDocument/2006/relationships/oleObject" Target="../embeddings/oleObject149.bin"/><Relationship Id="rId20" Type="http://schemas.openxmlformats.org/officeDocument/2006/relationships/vmlDrawing" Target="../drawings/vmlDrawing21.vml"/><Relationship Id="rId2" Type="http://schemas.openxmlformats.org/officeDocument/2006/relationships/image" Target="../media/image135.wmf"/><Relationship Id="rId19" Type="http://schemas.openxmlformats.org/officeDocument/2006/relationships/slideLayout" Target="../slideLayouts/slideLayout2.xml"/><Relationship Id="rId18" Type="http://schemas.openxmlformats.org/officeDocument/2006/relationships/image" Target="../media/image143.wmf"/><Relationship Id="rId17" Type="http://schemas.openxmlformats.org/officeDocument/2006/relationships/oleObject" Target="../embeddings/oleObject156.bin"/><Relationship Id="rId16" Type="http://schemas.openxmlformats.org/officeDocument/2006/relationships/image" Target="../media/image142.wmf"/><Relationship Id="rId15" Type="http://schemas.openxmlformats.org/officeDocument/2006/relationships/oleObject" Target="../embeddings/oleObject155.bin"/><Relationship Id="rId14" Type="http://schemas.openxmlformats.org/officeDocument/2006/relationships/image" Target="../media/image141.wmf"/><Relationship Id="rId13" Type="http://schemas.openxmlformats.org/officeDocument/2006/relationships/oleObject" Target="../embeddings/oleObject154.bin"/><Relationship Id="rId12" Type="http://schemas.openxmlformats.org/officeDocument/2006/relationships/image" Target="../media/image140.wmf"/><Relationship Id="rId11" Type="http://schemas.openxmlformats.org/officeDocument/2006/relationships/oleObject" Target="../embeddings/oleObject153.bin"/><Relationship Id="rId10" Type="http://schemas.openxmlformats.org/officeDocument/2006/relationships/image" Target="../media/image139.wmf"/><Relationship Id="rId1" Type="http://schemas.openxmlformats.org/officeDocument/2006/relationships/oleObject" Target="../embeddings/oleObject148.bin"/></Relationships>
</file>

<file path=ppt/slides/_rels/slide31.xml.rels><?xml version="1.0" encoding="UTF-8" standalone="yes"?>
<Relationships xmlns="http://schemas.openxmlformats.org/package/2006/relationships"><Relationship Id="rId4" Type="http://schemas.openxmlformats.org/officeDocument/2006/relationships/vmlDrawing" Target="../drawings/vmlDrawing22.vml"/><Relationship Id="rId3" Type="http://schemas.openxmlformats.org/officeDocument/2006/relationships/slideLayout" Target="../slideLayouts/slideLayout2.xml"/><Relationship Id="rId2" Type="http://schemas.openxmlformats.org/officeDocument/2006/relationships/image" Target="../media/image127.emf"/><Relationship Id="rId1" Type="http://schemas.openxmlformats.org/officeDocument/2006/relationships/oleObject" Target="../embeddings/Document6.doc"/></Relationships>
</file>

<file path=ppt/slides/_rels/slide32.xml.rels><?xml version="1.0" encoding="UTF-8" standalone="yes"?>
<Relationships xmlns="http://schemas.openxmlformats.org/package/2006/relationships"><Relationship Id="rId9" Type="http://schemas.openxmlformats.org/officeDocument/2006/relationships/oleObject" Target="../embeddings/oleObject161.bin"/><Relationship Id="rId8" Type="http://schemas.openxmlformats.org/officeDocument/2006/relationships/image" Target="../media/image147.wmf"/><Relationship Id="rId7" Type="http://schemas.openxmlformats.org/officeDocument/2006/relationships/oleObject" Target="../embeddings/oleObject160.bin"/><Relationship Id="rId6" Type="http://schemas.openxmlformats.org/officeDocument/2006/relationships/image" Target="../media/image146.wmf"/><Relationship Id="rId5" Type="http://schemas.openxmlformats.org/officeDocument/2006/relationships/oleObject" Target="../embeddings/oleObject159.bin"/><Relationship Id="rId4" Type="http://schemas.openxmlformats.org/officeDocument/2006/relationships/image" Target="../media/image145.wmf"/><Relationship Id="rId3" Type="http://schemas.openxmlformats.org/officeDocument/2006/relationships/oleObject" Target="../embeddings/oleObject158.bin"/><Relationship Id="rId2" Type="http://schemas.openxmlformats.org/officeDocument/2006/relationships/image" Target="../media/image144.wmf"/><Relationship Id="rId14" Type="http://schemas.openxmlformats.org/officeDocument/2006/relationships/vmlDrawing" Target="../drawings/vmlDrawing23.vml"/><Relationship Id="rId13" Type="http://schemas.openxmlformats.org/officeDocument/2006/relationships/slideLayout" Target="../slideLayouts/slideLayout2.xml"/><Relationship Id="rId12" Type="http://schemas.openxmlformats.org/officeDocument/2006/relationships/image" Target="../media/image149.wmf"/><Relationship Id="rId11" Type="http://schemas.openxmlformats.org/officeDocument/2006/relationships/oleObject" Target="../embeddings/oleObject162.bin"/><Relationship Id="rId10" Type="http://schemas.openxmlformats.org/officeDocument/2006/relationships/image" Target="../media/image148.wmf"/><Relationship Id="rId1" Type="http://schemas.openxmlformats.org/officeDocument/2006/relationships/oleObject" Target="../embeddings/oleObject157.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9" Type="http://schemas.openxmlformats.org/officeDocument/2006/relationships/vmlDrawing" Target="../drawings/vmlDrawing24.vml"/><Relationship Id="rId8" Type="http://schemas.openxmlformats.org/officeDocument/2006/relationships/slideLayout" Target="../slideLayouts/slideLayout2.xml"/><Relationship Id="rId7" Type="http://schemas.openxmlformats.org/officeDocument/2006/relationships/image" Target="../media/image152.wmf"/><Relationship Id="rId6" Type="http://schemas.openxmlformats.org/officeDocument/2006/relationships/oleObject" Target="../embeddings/oleObject164.bin"/><Relationship Id="rId5" Type="http://schemas.openxmlformats.org/officeDocument/2006/relationships/image" Target="../media/image151.wmf"/><Relationship Id="rId4" Type="http://schemas.openxmlformats.org/officeDocument/2006/relationships/oleObject" Target="../embeddings/oleObject163.bin"/><Relationship Id="rId3" Type="http://schemas.openxmlformats.org/officeDocument/2006/relationships/image" Target="../media/image150.emf"/><Relationship Id="rId2" Type="http://schemas.openxmlformats.org/officeDocument/2006/relationships/oleObject" Target="../embeddings/Document7.doc"/><Relationship Id="rId1" Type="http://schemas.openxmlformats.org/officeDocument/2006/relationships/tags" Target="../tags/tag2.xml"/></Relationships>
</file>

<file path=ppt/slides/_rels/slide38.xml.rels><?xml version="1.0" encoding="UTF-8" standalone="yes"?>
<Relationships xmlns="http://schemas.openxmlformats.org/package/2006/relationships"><Relationship Id="rId8" Type="http://schemas.openxmlformats.org/officeDocument/2006/relationships/vmlDrawing" Target="../drawings/vmlDrawing25.vml"/><Relationship Id="rId7" Type="http://schemas.openxmlformats.org/officeDocument/2006/relationships/slideLayout" Target="../slideLayouts/slideLayout2.xml"/><Relationship Id="rId6" Type="http://schemas.openxmlformats.org/officeDocument/2006/relationships/image" Target="../media/image155.wmf"/><Relationship Id="rId5" Type="http://schemas.openxmlformats.org/officeDocument/2006/relationships/oleObject" Target="../embeddings/oleObject167.bin"/><Relationship Id="rId4" Type="http://schemas.openxmlformats.org/officeDocument/2006/relationships/image" Target="../media/image154.wmf"/><Relationship Id="rId3" Type="http://schemas.openxmlformats.org/officeDocument/2006/relationships/oleObject" Target="../embeddings/oleObject166.bin"/><Relationship Id="rId2" Type="http://schemas.openxmlformats.org/officeDocument/2006/relationships/image" Target="../media/image153.wmf"/><Relationship Id="rId1" Type="http://schemas.openxmlformats.org/officeDocument/2006/relationships/oleObject" Target="../embeddings/oleObject165.bin"/></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0.xml.rels><?xml version="1.0" encoding="UTF-8" standalone="yes"?>
<Relationships xmlns="http://schemas.openxmlformats.org/package/2006/relationships"><Relationship Id="rId9" Type="http://schemas.openxmlformats.org/officeDocument/2006/relationships/vmlDrawing" Target="../drawings/vmlDrawing26.vml"/><Relationship Id="rId8" Type="http://schemas.openxmlformats.org/officeDocument/2006/relationships/slideLayout" Target="../slideLayouts/slideLayout2.xml"/><Relationship Id="rId7" Type="http://schemas.openxmlformats.org/officeDocument/2006/relationships/image" Target="../media/image160.wmf"/><Relationship Id="rId6" Type="http://schemas.openxmlformats.org/officeDocument/2006/relationships/oleObject" Target="../embeddings/oleObject169.bin"/><Relationship Id="rId5" Type="http://schemas.openxmlformats.org/officeDocument/2006/relationships/image" Target="../media/image159.wmf"/><Relationship Id="rId4" Type="http://schemas.openxmlformats.org/officeDocument/2006/relationships/oleObject" Target="../embeddings/oleObject168.bin"/><Relationship Id="rId3" Type="http://schemas.openxmlformats.org/officeDocument/2006/relationships/image" Target="../media/image158.png"/><Relationship Id="rId2" Type="http://schemas.openxmlformats.org/officeDocument/2006/relationships/image" Target="../media/image157.png"/><Relationship Id="rId1" Type="http://schemas.openxmlformats.org/officeDocument/2006/relationships/image" Target="../media/image156.png"/></Relationships>
</file>

<file path=ppt/slides/_rels/slide41.xml.rels><?xml version="1.0" encoding="UTF-8" standalone="yes"?>
<Relationships xmlns="http://schemas.openxmlformats.org/package/2006/relationships"><Relationship Id="rId6" Type="http://schemas.openxmlformats.org/officeDocument/2006/relationships/vmlDrawing" Target="../drawings/vmlDrawing27.vml"/><Relationship Id="rId5" Type="http://schemas.openxmlformats.org/officeDocument/2006/relationships/slideLayout" Target="../slideLayouts/slideLayout2.xml"/><Relationship Id="rId4" Type="http://schemas.openxmlformats.org/officeDocument/2006/relationships/image" Target="../media/image162.wmf"/><Relationship Id="rId3" Type="http://schemas.openxmlformats.org/officeDocument/2006/relationships/oleObject" Target="../embeddings/oleObject171.bin"/><Relationship Id="rId2" Type="http://schemas.openxmlformats.org/officeDocument/2006/relationships/image" Target="../media/image161.wmf"/><Relationship Id="rId1" Type="http://schemas.openxmlformats.org/officeDocument/2006/relationships/oleObject" Target="../embeddings/oleObject170.bin"/></Relationships>
</file>

<file path=ppt/slides/_rels/slide42.xml.rels><?xml version="1.0" encoding="UTF-8" standalone="yes"?>
<Relationships xmlns="http://schemas.openxmlformats.org/package/2006/relationships"><Relationship Id="rId4" Type="http://schemas.openxmlformats.org/officeDocument/2006/relationships/vmlDrawing" Target="../drawings/vmlDrawing28.vml"/><Relationship Id="rId3" Type="http://schemas.openxmlformats.org/officeDocument/2006/relationships/slideLayout" Target="../slideLayouts/slideLayout2.xml"/><Relationship Id="rId2" Type="http://schemas.openxmlformats.org/officeDocument/2006/relationships/image" Target="../media/image163.emf"/><Relationship Id="rId1" Type="http://schemas.openxmlformats.org/officeDocument/2006/relationships/oleObject" Target="../embeddings/oleObject172.bin"/></Relationships>
</file>

<file path=ppt/slides/_rels/slide43.xml.rels><?xml version="1.0" encoding="UTF-8" standalone="yes"?>
<Relationships xmlns="http://schemas.openxmlformats.org/package/2006/relationships"><Relationship Id="rId4" Type="http://schemas.openxmlformats.org/officeDocument/2006/relationships/vmlDrawing" Target="../drawings/vmlDrawing29.vml"/><Relationship Id="rId3" Type="http://schemas.openxmlformats.org/officeDocument/2006/relationships/slideLayout" Target="../slideLayouts/slideLayout2.xml"/><Relationship Id="rId2" Type="http://schemas.openxmlformats.org/officeDocument/2006/relationships/image" Target="../media/image164.wmf"/><Relationship Id="rId1" Type="http://schemas.openxmlformats.org/officeDocument/2006/relationships/oleObject" Target="../embeddings/oleObject173.bin"/></Relationships>
</file>

<file path=ppt/slides/_rels/slide44.xml.rels><?xml version="1.0" encoding="UTF-8" standalone="yes"?>
<Relationships xmlns="http://schemas.openxmlformats.org/package/2006/relationships"><Relationship Id="rId9" Type="http://schemas.openxmlformats.org/officeDocument/2006/relationships/image" Target="../media/image169.wmf"/><Relationship Id="rId8" Type="http://schemas.openxmlformats.org/officeDocument/2006/relationships/oleObject" Target="../embeddings/oleObject177.bin"/><Relationship Id="rId7" Type="http://schemas.openxmlformats.org/officeDocument/2006/relationships/image" Target="../media/image168.wmf"/><Relationship Id="rId6" Type="http://schemas.openxmlformats.org/officeDocument/2006/relationships/oleObject" Target="../embeddings/oleObject176.bin"/><Relationship Id="rId5" Type="http://schemas.openxmlformats.org/officeDocument/2006/relationships/image" Target="../media/image167.png"/><Relationship Id="rId4" Type="http://schemas.openxmlformats.org/officeDocument/2006/relationships/image" Target="../media/image166.wmf"/><Relationship Id="rId3" Type="http://schemas.openxmlformats.org/officeDocument/2006/relationships/oleObject" Target="../embeddings/oleObject175.bin"/><Relationship Id="rId23" Type="http://schemas.openxmlformats.org/officeDocument/2006/relationships/vmlDrawing" Target="../drawings/vmlDrawing30.vml"/><Relationship Id="rId22" Type="http://schemas.openxmlformats.org/officeDocument/2006/relationships/slideLayout" Target="../slideLayouts/slideLayout2.xml"/><Relationship Id="rId21" Type="http://schemas.openxmlformats.org/officeDocument/2006/relationships/image" Target="../media/image175.wmf"/><Relationship Id="rId20" Type="http://schemas.openxmlformats.org/officeDocument/2006/relationships/oleObject" Target="../embeddings/oleObject183.bin"/><Relationship Id="rId2" Type="http://schemas.openxmlformats.org/officeDocument/2006/relationships/image" Target="../media/image165.wmf"/><Relationship Id="rId19" Type="http://schemas.openxmlformats.org/officeDocument/2006/relationships/image" Target="../media/image174.wmf"/><Relationship Id="rId18" Type="http://schemas.openxmlformats.org/officeDocument/2006/relationships/oleObject" Target="../embeddings/oleObject182.bin"/><Relationship Id="rId17" Type="http://schemas.openxmlformats.org/officeDocument/2006/relationships/image" Target="../media/image173.wmf"/><Relationship Id="rId16" Type="http://schemas.openxmlformats.org/officeDocument/2006/relationships/oleObject" Target="../embeddings/oleObject181.bin"/><Relationship Id="rId15" Type="http://schemas.openxmlformats.org/officeDocument/2006/relationships/image" Target="../media/image172.wmf"/><Relationship Id="rId14" Type="http://schemas.openxmlformats.org/officeDocument/2006/relationships/oleObject" Target="../embeddings/oleObject180.bin"/><Relationship Id="rId13" Type="http://schemas.openxmlformats.org/officeDocument/2006/relationships/image" Target="../media/image171.wmf"/><Relationship Id="rId12" Type="http://schemas.openxmlformats.org/officeDocument/2006/relationships/oleObject" Target="../embeddings/oleObject179.bin"/><Relationship Id="rId11" Type="http://schemas.openxmlformats.org/officeDocument/2006/relationships/image" Target="../media/image170.wmf"/><Relationship Id="rId10" Type="http://schemas.openxmlformats.org/officeDocument/2006/relationships/oleObject" Target="../embeddings/oleObject178.bin"/><Relationship Id="rId1" Type="http://schemas.openxmlformats.org/officeDocument/2006/relationships/oleObject" Target="../embeddings/oleObject174.bin"/></Relationships>
</file>

<file path=ppt/slides/_rels/slide45.xml.rels><?xml version="1.0" encoding="UTF-8" standalone="yes"?>
<Relationships xmlns="http://schemas.openxmlformats.org/package/2006/relationships"><Relationship Id="rId4" Type="http://schemas.openxmlformats.org/officeDocument/2006/relationships/vmlDrawing" Target="../drawings/vmlDrawing31.vml"/><Relationship Id="rId3" Type="http://schemas.openxmlformats.org/officeDocument/2006/relationships/slideLayout" Target="../slideLayouts/slideLayout2.xml"/><Relationship Id="rId2" Type="http://schemas.openxmlformats.org/officeDocument/2006/relationships/image" Target="../media/image127.emf"/><Relationship Id="rId1" Type="http://schemas.openxmlformats.org/officeDocument/2006/relationships/oleObject" Target="../embeddings/Document8.doc"/></Relationships>
</file>

<file path=ppt/slides/_rels/slide46.xml.rels><?xml version="1.0" encoding="UTF-8" standalone="yes"?>
<Relationships xmlns="http://schemas.openxmlformats.org/package/2006/relationships"><Relationship Id="rId9" Type="http://schemas.openxmlformats.org/officeDocument/2006/relationships/image" Target="../media/image180.png"/><Relationship Id="rId8" Type="http://schemas.openxmlformats.org/officeDocument/2006/relationships/image" Target="../media/image179.wmf"/><Relationship Id="rId7" Type="http://schemas.openxmlformats.org/officeDocument/2006/relationships/oleObject" Target="../embeddings/oleObject187.bin"/><Relationship Id="rId6" Type="http://schemas.openxmlformats.org/officeDocument/2006/relationships/image" Target="../media/image178.wmf"/><Relationship Id="rId5" Type="http://schemas.openxmlformats.org/officeDocument/2006/relationships/oleObject" Target="../embeddings/oleObject186.bin"/><Relationship Id="rId4" Type="http://schemas.openxmlformats.org/officeDocument/2006/relationships/image" Target="../media/image177.wmf"/><Relationship Id="rId3" Type="http://schemas.openxmlformats.org/officeDocument/2006/relationships/oleObject" Target="../embeddings/oleObject185.bin"/><Relationship Id="rId2" Type="http://schemas.openxmlformats.org/officeDocument/2006/relationships/image" Target="../media/image176.wmf"/><Relationship Id="rId11" Type="http://schemas.openxmlformats.org/officeDocument/2006/relationships/vmlDrawing" Target="../drawings/vmlDrawing32.vml"/><Relationship Id="rId10" Type="http://schemas.openxmlformats.org/officeDocument/2006/relationships/slideLayout" Target="../slideLayouts/slideLayout2.xml"/><Relationship Id="rId1" Type="http://schemas.openxmlformats.org/officeDocument/2006/relationships/oleObject" Target="../embeddings/oleObject184.bin"/></Relationships>
</file>

<file path=ppt/slides/_rels/slide47.xml.rels><?xml version="1.0" encoding="UTF-8" standalone="yes"?>
<Relationships xmlns="http://schemas.openxmlformats.org/package/2006/relationships"><Relationship Id="rId9" Type="http://schemas.openxmlformats.org/officeDocument/2006/relationships/oleObject" Target="../embeddings/oleObject192.bin"/><Relationship Id="rId8" Type="http://schemas.openxmlformats.org/officeDocument/2006/relationships/image" Target="../media/image184.wmf"/><Relationship Id="rId7" Type="http://schemas.openxmlformats.org/officeDocument/2006/relationships/oleObject" Target="../embeddings/oleObject191.bin"/><Relationship Id="rId6" Type="http://schemas.openxmlformats.org/officeDocument/2006/relationships/image" Target="../media/image183.wmf"/><Relationship Id="rId5" Type="http://schemas.openxmlformats.org/officeDocument/2006/relationships/oleObject" Target="../embeddings/oleObject190.bin"/><Relationship Id="rId4" Type="http://schemas.openxmlformats.org/officeDocument/2006/relationships/image" Target="../media/image182.wmf"/><Relationship Id="rId3" Type="http://schemas.openxmlformats.org/officeDocument/2006/relationships/oleObject" Target="../embeddings/oleObject189.bin"/><Relationship Id="rId20" Type="http://schemas.openxmlformats.org/officeDocument/2006/relationships/vmlDrawing" Target="../drawings/vmlDrawing33.vml"/><Relationship Id="rId2" Type="http://schemas.openxmlformats.org/officeDocument/2006/relationships/image" Target="../media/image181.wmf"/><Relationship Id="rId19" Type="http://schemas.openxmlformats.org/officeDocument/2006/relationships/slideLayout" Target="../slideLayouts/slideLayout2.xml"/><Relationship Id="rId18" Type="http://schemas.openxmlformats.org/officeDocument/2006/relationships/image" Target="../media/image189.wmf"/><Relationship Id="rId17" Type="http://schemas.openxmlformats.org/officeDocument/2006/relationships/oleObject" Target="../embeddings/oleObject196.bin"/><Relationship Id="rId16" Type="http://schemas.openxmlformats.org/officeDocument/2006/relationships/image" Target="../media/image188.wmf"/><Relationship Id="rId15" Type="http://schemas.openxmlformats.org/officeDocument/2006/relationships/oleObject" Target="../embeddings/oleObject195.bin"/><Relationship Id="rId14" Type="http://schemas.openxmlformats.org/officeDocument/2006/relationships/image" Target="../media/image187.wmf"/><Relationship Id="rId13" Type="http://schemas.openxmlformats.org/officeDocument/2006/relationships/oleObject" Target="../embeddings/oleObject194.bin"/><Relationship Id="rId12" Type="http://schemas.openxmlformats.org/officeDocument/2006/relationships/image" Target="../media/image186.wmf"/><Relationship Id="rId11" Type="http://schemas.openxmlformats.org/officeDocument/2006/relationships/oleObject" Target="../embeddings/oleObject193.bin"/><Relationship Id="rId10" Type="http://schemas.openxmlformats.org/officeDocument/2006/relationships/image" Target="../media/image185.wmf"/><Relationship Id="rId1" Type="http://schemas.openxmlformats.org/officeDocument/2006/relationships/oleObject" Target="../embeddings/oleObject188.bin"/></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1.png"/><Relationship Id="rId1" Type="http://schemas.openxmlformats.org/officeDocument/2006/relationships/image" Target="../media/image190.png"/></Relationships>
</file>

<file path=ppt/slides/_rels/slide49.xml.rels><?xml version="1.0" encoding="UTF-8" standalone="yes"?>
<Relationships xmlns="http://schemas.openxmlformats.org/package/2006/relationships"><Relationship Id="rId4" Type="http://schemas.openxmlformats.org/officeDocument/2006/relationships/vmlDrawing" Target="../drawings/vmlDrawing34.vml"/><Relationship Id="rId3" Type="http://schemas.openxmlformats.org/officeDocument/2006/relationships/slideLayout" Target="../slideLayouts/slideLayout2.xml"/><Relationship Id="rId2" Type="http://schemas.openxmlformats.org/officeDocument/2006/relationships/image" Target="../media/image192.emf"/><Relationship Id="rId1" Type="http://schemas.openxmlformats.org/officeDocument/2006/relationships/oleObject" Target="../embeddings/Document9.doc"/></Relationships>
</file>

<file path=ppt/slides/_rels/slide5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96.wmf"/><Relationship Id="rId7" Type="http://schemas.openxmlformats.org/officeDocument/2006/relationships/oleObject" Target="../embeddings/oleObject198.bin"/><Relationship Id="rId6" Type="http://schemas.openxmlformats.org/officeDocument/2006/relationships/image" Target="../media/image195.wmf"/><Relationship Id="rId5" Type="http://schemas.openxmlformats.org/officeDocument/2006/relationships/oleObject" Target="../embeddings/oleObject197.bin"/><Relationship Id="rId4" Type="http://schemas.openxmlformats.org/officeDocument/2006/relationships/image" Target="../media/image194.emf"/><Relationship Id="rId3" Type="http://schemas.openxmlformats.org/officeDocument/2006/relationships/oleObject" Target="../embeddings/Document11.doc"/><Relationship Id="rId2" Type="http://schemas.openxmlformats.org/officeDocument/2006/relationships/image" Target="../media/image193.emf"/><Relationship Id="rId10" Type="http://schemas.openxmlformats.org/officeDocument/2006/relationships/vmlDrawing" Target="../drawings/vmlDrawing35.vml"/><Relationship Id="rId1" Type="http://schemas.openxmlformats.org/officeDocument/2006/relationships/oleObject" Target="../embeddings/Document10.doc"/></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414588" y="1047115"/>
            <a:ext cx="8915399" cy="2262781"/>
          </a:xfrm>
        </p:spPr>
        <p:txBody>
          <a:bodyPr/>
          <a:lstStyle/>
          <a:p>
            <a:r>
              <a:rPr lang="zh-CN" altLang="en-US">
                <a:latin typeface="楷体" panose="02010609060101010101" charset="-122"/>
                <a:ea typeface="楷体" panose="02010609060101010101" charset="-122"/>
                <a:cs typeface="楷体" panose="02010609060101010101" charset="-122"/>
              </a:rPr>
              <a:t>第</a:t>
            </a:r>
            <a:r>
              <a:rPr lang="en-US" altLang="zh-CN">
                <a:latin typeface="楷体" panose="02010609060101010101" charset="-122"/>
                <a:ea typeface="楷体" panose="02010609060101010101" charset="-122"/>
                <a:cs typeface="楷体" panose="02010609060101010101" charset="-122"/>
              </a:rPr>
              <a:t>5</a:t>
            </a:r>
            <a:r>
              <a:rPr lang="zh-CN" altLang="en-US">
                <a:latin typeface="楷体" panose="02010609060101010101" charset="-122"/>
                <a:ea typeface="楷体" panose="02010609060101010101" charset="-122"/>
                <a:cs typeface="楷体" panose="02010609060101010101" charset="-122"/>
              </a:rPr>
              <a:t>章  贝叶斯分类算法</a:t>
            </a:r>
            <a:endParaRPr lang="zh-CN" altLang="en-US">
              <a:latin typeface="楷体" panose="02010609060101010101" charset="-122"/>
              <a:ea typeface="楷体" panose="02010609060101010101" charset="-122"/>
              <a:cs typeface="楷体" panose="02010609060101010101" charset="-122"/>
            </a:endParaRPr>
          </a:p>
        </p:txBody>
      </p:sp>
      <p:sp>
        <p:nvSpPr>
          <p:cNvPr id="3" name="副标题 2"/>
          <p:cNvSpPr>
            <a:spLocks noGrp="1"/>
          </p:cNvSpPr>
          <p:nvPr>
            <p:ph type="subTitle" idx="1"/>
          </p:nvPr>
        </p:nvSpPr>
        <p:spPr/>
        <p:txBody>
          <a:bodyPr/>
          <a:lstStyle/>
          <a:p>
            <a:endParaRPr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楷体" panose="02010609060101010101" charset="-122"/>
                <a:ea typeface="楷体" panose="02010609060101010101" charset="-122"/>
                <a:cs typeface="楷体" panose="02010609060101010101" charset="-122"/>
              </a:rPr>
              <a:t>5.1 </a:t>
            </a:r>
            <a:r>
              <a:rPr lang="zh-CN" altLang="en-US" dirty="0">
                <a:latin typeface="楷体" panose="02010609060101010101" charset="-122"/>
                <a:ea typeface="楷体" panose="02010609060101010101" charset="-122"/>
                <a:cs typeface="楷体" panose="02010609060101010101" charset="-122"/>
              </a:rPr>
              <a:t>基本概念</a:t>
            </a:r>
            <a:endParaRPr lang="zh-CN" altLang="en-US" dirty="0">
              <a:latin typeface="楷体" panose="02010609060101010101" charset="-122"/>
              <a:ea typeface="楷体" panose="02010609060101010101" charset="-122"/>
              <a:cs typeface="楷体" panose="02010609060101010101" charset="-122"/>
            </a:endParaRPr>
          </a:p>
        </p:txBody>
      </p:sp>
      <p:sp>
        <p:nvSpPr>
          <p:cNvPr id="3" name="内容占位符 2"/>
          <p:cNvSpPr>
            <a:spLocks noGrp="1"/>
          </p:cNvSpPr>
          <p:nvPr>
            <p:ph idx="1"/>
          </p:nvPr>
        </p:nvSpPr>
        <p:spPr>
          <a:xfrm>
            <a:off x="2431415" y="1626870"/>
            <a:ext cx="8915400" cy="4352290"/>
          </a:xfrm>
        </p:spPr>
        <p:txBody>
          <a:bodyPr>
            <a:noAutofit/>
          </a:bodyPr>
          <a:lstStyle/>
          <a:p>
            <a:r>
              <a:rPr lang="en-US" altLang="zh-CN" sz="2400" dirty="0">
                <a:latin typeface="楷体" panose="02010609060101010101" charset="-122"/>
                <a:ea typeface="楷体" panose="02010609060101010101" charset="-122"/>
                <a:cs typeface="楷体" panose="02010609060101010101" charset="-122"/>
              </a:rPr>
              <a:t>5.1.1</a:t>
            </a:r>
            <a:r>
              <a:rPr lang="zh-CN" altLang="en-US" sz="2400" dirty="0">
                <a:latin typeface="楷体" panose="02010609060101010101" charset="-122"/>
                <a:ea typeface="楷体" panose="02010609060101010101" charset="-122"/>
                <a:cs typeface="楷体" panose="02010609060101010101" charset="-122"/>
              </a:rPr>
              <a:t>主观概率</a:t>
            </a:r>
            <a:endParaRPr lang="zh-CN" altLang="en-US" sz="2400" dirty="0">
              <a:latin typeface="楷体" panose="02010609060101010101" charset="-122"/>
              <a:ea typeface="楷体" panose="02010609060101010101" charset="-122"/>
              <a:cs typeface="楷体" panose="02010609060101010101" charset="-122"/>
            </a:endParaRPr>
          </a:p>
          <a:p>
            <a:pPr marL="0" indent="0">
              <a:buNone/>
            </a:pPr>
            <a:r>
              <a:rPr lang="zh-CN" altLang="en-US" sz="2400" dirty="0">
                <a:latin typeface="楷体" panose="02010609060101010101" charset="-122"/>
                <a:ea typeface="楷体" panose="02010609060101010101" charset="-122"/>
                <a:cs typeface="楷体" panose="02010609060101010101" charset="-122"/>
              </a:rPr>
              <a:t>  贝叶斯方法是一种研究不确定性的推理方法，不确定性常用贝叶斯概率表示，它是一种主观概率。通常的经典概率代表事件的物理特性，是不随人意识变化的客观存在，而贝叶斯概率则是人的认识，是个人主观的估计，随个人的主观认识的变化而变化。投掷硬币可能出现的正反面两种情形，经典概率代表硬币正面朝上的概率，这是一个客观存在；而贝叶斯概率则指个人相信硬币会正面朝上的程度。同样的例子还有，一个企业家认为“一项新产品在未来市场上销售”的概率是0.8，这里的0.8是根据他多年的经验和当时的一些市场信息综合而成的个人信念。一个投资者认为“购买某种股票能获得高收益”的概率是0.6，这里的0.6是投资者根据自己多年股票生意经验和当时股票行情综合而成的个人信念。</a:t>
            </a:r>
            <a:endParaRPr lang="zh-CN" altLang="en-US" sz="2400" dirty="0">
              <a:latin typeface="楷体" panose="02010609060101010101" charset="-122"/>
              <a:ea typeface="楷体" panose="02010609060101010101" charset="-122"/>
              <a:cs typeface="楷体" panose="02010609060101010101" charset="-122"/>
            </a:endParaRPr>
          </a:p>
          <a:p>
            <a:pPr marL="0" indent="0">
              <a:buNone/>
            </a:pPr>
            <a:r>
              <a:rPr lang="zh-CN" altLang="en-US" sz="2400" dirty="0">
                <a:latin typeface="楷体" panose="02010609060101010101" charset="-122"/>
                <a:ea typeface="楷体" panose="02010609060101010101" charset="-122"/>
                <a:cs typeface="楷体" panose="02010609060101010101" charset="-122"/>
              </a:rPr>
              <a:t>  </a:t>
            </a:r>
            <a:endParaRPr lang="zh-CN" altLang="en-US" sz="2400" dirty="0">
              <a:latin typeface="楷体" panose="02010609060101010101" charset="-122"/>
              <a:ea typeface="楷体" panose="02010609060101010101" charset="-122"/>
              <a:cs typeface="楷体" panose="02010609060101010101"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890395" y="1539875"/>
            <a:ext cx="9404350" cy="4179570"/>
          </a:xfrm>
        </p:spPr>
        <p:txBody>
          <a:bodyPr/>
          <a:p>
            <a:r>
              <a:rPr lang="zh-CN" altLang="en-US" sz="2400" dirty="0">
                <a:latin typeface="楷体" panose="02010609060101010101" charset="-122"/>
                <a:ea typeface="楷体" panose="02010609060101010101" charset="-122"/>
                <a:cs typeface="楷体" panose="02010609060101010101" charset="-122"/>
                <a:sym typeface="+mn-ea"/>
              </a:rPr>
              <a:t>贝叶斯概率是主观的，对它的估计取决于先验知识的正确和后验知识的丰富和准确，因此贝叶斯概率常常可能随个人掌握信息的不同而发生变化。对即将进行羽毛球单打比赛结果进行预测，不同人对胜负的主观预测都不同，如果对两人的情况和各种现场的分析一无所知，就会认为两者的胜负比例为1比1；如果知道其中一人是奥运会羽毛球单打冠军，而另一人只是某省队新队员，则可能给出的概率是奥运会冠军和省队队员的胜负比例为3比1；如果进一步知道奥运冠军刚好在前一场比赛中受过伤，则对他们胜负比例的主观预测可能会下调为2比1。所有的预测推断都是主观的，基于后验知识的一种判断，</a:t>
            </a:r>
            <a:endParaRPr lang="zh-CN" altLang="en-US" sz="2400" dirty="0">
              <a:latin typeface="楷体" panose="02010609060101010101" charset="-122"/>
              <a:ea typeface="楷体" panose="02010609060101010101" charset="-122"/>
              <a:cs typeface="楷体" panose="02010609060101010101" charset="-122"/>
            </a:endParaRPr>
          </a:p>
          <a:p>
            <a:endParaRPr lang="zh-CN" altLang="en-US" sz="2400" dirty="0">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065337" y="1068070"/>
            <a:ext cx="8915400" cy="3777622"/>
          </a:xfrm>
        </p:spPr>
        <p:txBody>
          <a:bodyPr>
            <a:noAutofit/>
          </a:bodyPr>
          <a:p>
            <a:pPr marL="0" indent="0">
              <a:buNone/>
            </a:pPr>
            <a:r>
              <a:rPr lang="zh-CN" altLang="en-US" sz="2400">
                <a:latin typeface="楷体" panose="02010609060101010101" charset="-122"/>
                <a:ea typeface="楷体" panose="02010609060101010101" charset="-122"/>
                <a:cs typeface="楷体" panose="02010609060101010101" charset="-122"/>
                <a:sym typeface="+mn-ea"/>
              </a:rPr>
              <a:t>取决于对各种信息的掌握。</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sym typeface="+mn-ea"/>
              </a:rPr>
              <a:t>  经典概率方法强调客观存在，它认为不确定性是客观存在的。在同样的羽毛球单打比赛预测中，从经典概率的角度看，如果认为胜负比例为1比1，则意味着在相同条件下，如果两人进行100场比赛，其中一人可能会取得50场的胜利，同时丢掉另外50场。主观概率不像经典概率那样强调多次的重复，因此在许多不可能出现重复事件的场合能得到很好的应用。上面提到的企业家对未来产品的预测，投资者对股票是否能取得高收益的预测以及羽毛球比赛胜负的预测中，都不可能进行重复的实验，因此，利用主观概率，按照个人对事件的相信程度而对事件作出推断是一种很合理而易于解释的方法。</a:t>
            </a:r>
            <a:endParaRPr lang="zh-CN" altLang="en-US" sz="2400">
              <a:latin typeface="楷体" panose="02010609060101010101" charset="-122"/>
              <a:ea typeface="楷体" panose="02010609060101010101" charset="-122"/>
              <a:cs typeface="楷体" panose="02010609060101010101" charset="-122"/>
            </a:endParaRPr>
          </a:p>
          <a:p>
            <a:endParaRPr lang="zh-CN" altLang="en-US" sz="2400">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750695" y="158115"/>
            <a:ext cx="9525000" cy="6308725"/>
          </a:xfrm>
        </p:spPr>
        <p:txBody>
          <a:bodyPr/>
          <a:p>
            <a:pPr marL="0" indent="0">
              <a:buNone/>
            </a:pPr>
            <a:r>
              <a:rPr lang="en-US" altLang="zh-CN" sz="2400">
                <a:latin typeface="楷体" panose="02010609060101010101" charset="-122"/>
                <a:ea typeface="楷体" panose="02010609060101010101" charset="-122"/>
                <a:cs typeface="楷体" panose="02010609060101010101" charset="-122"/>
              </a:rPr>
              <a:t>5.1.2</a:t>
            </a:r>
            <a:r>
              <a:rPr lang="zh-CN" altLang="en-US" sz="2400">
                <a:latin typeface="楷体" panose="02010609060101010101" charset="-122"/>
                <a:ea typeface="楷体" panose="02010609060101010101" charset="-122"/>
                <a:cs typeface="楷体" panose="02010609060101010101" charset="-122"/>
              </a:rPr>
              <a:t>贝叶斯定理</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rPr>
              <a:t>  </a:t>
            </a:r>
            <a:r>
              <a:rPr lang="en-US" altLang="zh-CN" sz="2400" b="1">
                <a:latin typeface="楷体" panose="02010609060101010101" charset="-122"/>
                <a:ea typeface="楷体" panose="02010609060101010101" charset="-122"/>
                <a:cs typeface="楷体" panose="02010609060101010101" charset="-122"/>
              </a:rPr>
              <a:t>1.</a:t>
            </a:r>
            <a:r>
              <a:rPr lang="zh-CN" altLang="en-US" sz="2400" b="1">
                <a:latin typeface="楷体" panose="02010609060101010101" charset="-122"/>
                <a:ea typeface="楷体" panose="02010609060101010101" charset="-122"/>
                <a:cs typeface="楷体" panose="02010609060101010101" charset="-122"/>
              </a:rPr>
              <a:t>基础知识</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rPr>
              <a:t>  （1）已知事件A发生的条件下，事件B发生的概率，叫做事件B在事件A发生下的</a:t>
            </a:r>
            <a:r>
              <a:rPr lang="zh-CN" altLang="en-US" sz="2400" b="1">
                <a:solidFill>
                  <a:srgbClr val="FF0000"/>
                </a:solidFill>
                <a:latin typeface="楷体" panose="02010609060101010101" charset="-122"/>
                <a:ea typeface="楷体" panose="02010609060101010101" charset="-122"/>
                <a:cs typeface="楷体" panose="02010609060101010101" charset="-122"/>
              </a:rPr>
              <a:t>条件概率</a:t>
            </a:r>
            <a:r>
              <a:rPr lang="zh-CN" altLang="en-US" sz="2400">
                <a:latin typeface="楷体" panose="02010609060101010101" charset="-122"/>
                <a:ea typeface="楷体" panose="02010609060101010101" charset="-122"/>
                <a:cs typeface="楷体" panose="02010609060101010101" charset="-122"/>
              </a:rPr>
              <a:t>，记为</a:t>
            </a:r>
            <a:r>
              <a:rPr lang="en-US" altLang="zh-CN" sz="2400">
                <a:latin typeface="楷体" panose="02010609060101010101" charset="-122"/>
                <a:ea typeface="楷体" panose="02010609060101010101" charset="-122"/>
                <a:cs typeface="楷体" panose="02010609060101010101" charset="-122"/>
              </a:rPr>
              <a:t>P(B|A)</a:t>
            </a:r>
            <a:r>
              <a:rPr lang="zh-CN" altLang="en-US" sz="2400">
                <a:latin typeface="楷体" panose="02010609060101010101" charset="-122"/>
                <a:ea typeface="楷体" panose="02010609060101010101" charset="-122"/>
                <a:cs typeface="楷体" panose="02010609060101010101" charset="-122"/>
              </a:rPr>
              <a:t>，其中</a:t>
            </a:r>
            <a:r>
              <a:rPr lang="en-US" altLang="zh-CN" sz="2400">
                <a:latin typeface="楷体" panose="02010609060101010101" charset="-122"/>
                <a:ea typeface="楷体" panose="02010609060101010101" charset="-122"/>
                <a:cs typeface="楷体" panose="02010609060101010101" charset="-122"/>
              </a:rPr>
              <a:t>P(A)</a:t>
            </a:r>
            <a:r>
              <a:rPr lang="zh-CN" altLang="en-US" sz="2400">
                <a:latin typeface="楷体" panose="02010609060101010101" charset="-122"/>
                <a:ea typeface="楷体" panose="02010609060101010101" charset="-122"/>
                <a:cs typeface="楷体" panose="02010609060101010101" charset="-122"/>
              </a:rPr>
              <a:t>叫做先验概率，</a:t>
            </a:r>
            <a:r>
              <a:rPr lang="en-US" altLang="zh-CN" sz="2400">
                <a:latin typeface="楷体" panose="02010609060101010101" charset="-122"/>
                <a:ea typeface="楷体" panose="02010609060101010101" charset="-122"/>
                <a:cs typeface="楷体" panose="02010609060101010101" charset="-122"/>
                <a:sym typeface="+mn-ea"/>
              </a:rPr>
              <a:t>P(B|A)</a:t>
            </a:r>
            <a:r>
              <a:rPr lang="zh-CN" altLang="en-US" sz="2400">
                <a:latin typeface="楷体" panose="02010609060101010101" charset="-122"/>
                <a:ea typeface="楷体" panose="02010609060101010101" charset="-122"/>
                <a:cs typeface="楷体" panose="02010609060101010101" charset="-122"/>
              </a:rPr>
              <a:t>叫做后验概率，计算条件概率的公式为：</a:t>
            </a:r>
            <a:endParaRPr lang="zh-CN" altLang="en-US" sz="2400">
              <a:latin typeface="楷体" panose="02010609060101010101" charset="-122"/>
              <a:ea typeface="楷体" panose="02010609060101010101" charset="-122"/>
              <a:cs typeface="楷体" panose="02010609060101010101" charset="-122"/>
            </a:endParaRPr>
          </a:p>
          <a:p>
            <a:pPr marL="0" indent="0">
              <a:buNone/>
            </a:pP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rPr>
              <a:t>条件概率公式通过变形得到</a:t>
            </a:r>
            <a:r>
              <a:rPr lang="zh-CN" altLang="en-US" sz="2400" b="1">
                <a:solidFill>
                  <a:srgbClr val="C00000"/>
                </a:solidFill>
                <a:latin typeface="楷体" panose="02010609060101010101" charset="-122"/>
                <a:ea typeface="楷体" panose="02010609060101010101" charset="-122"/>
                <a:cs typeface="楷体" panose="02010609060101010101" charset="-122"/>
              </a:rPr>
              <a:t>乘法公式</a:t>
            </a:r>
            <a:r>
              <a:rPr lang="zh-CN" altLang="en-US" sz="2400">
                <a:latin typeface="楷体" panose="02010609060101010101" charset="-122"/>
                <a:ea typeface="楷体" panose="02010609060101010101" charset="-122"/>
                <a:cs typeface="楷体" panose="02010609060101010101" charset="-122"/>
              </a:rPr>
              <a:t>：</a:t>
            </a:r>
            <a:endParaRPr lang="zh-CN" altLang="en-US" sz="2400">
              <a:latin typeface="楷体" panose="02010609060101010101" charset="-122"/>
              <a:ea typeface="楷体" panose="02010609060101010101" charset="-122"/>
              <a:cs typeface="楷体" panose="02010609060101010101" charset="-122"/>
            </a:endParaRPr>
          </a:p>
          <a:p>
            <a:pPr marL="0" indent="0">
              <a:buNone/>
            </a:pP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rPr>
              <a:t>  （2）设A,B为两个随机事件，如果有             成立，则称事件A和B相互独立。此时有            ，             成立。</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rPr>
              <a:t>  设为n个随机事件，如果对其中任意个事件，都有</a:t>
            </a:r>
            <a:endParaRPr lang="zh-CN" altLang="en-US" sz="2400">
              <a:latin typeface="楷体" panose="02010609060101010101" charset="-122"/>
              <a:ea typeface="楷体" panose="02010609060101010101" charset="-122"/>
              <a:cs typeface="楷体" panose="02010609060101010101" charset="-122"/>
            </a:endParaRPr>
          </a:p>
          <a:p>
            <a:pPr marL="0" indent="0">
              <a:buNone/>
            </a:pPr>
            <a:endParaRPr lang="zh-CN" altLang="en-US" sz="2400">
              <a:latin typeface="楷体" panose="02010609060101010101" charset="-122"/>
              <a:ea typeface="楷体" panose="02010609060101010101" charset="-122"/>
              <a:cs typeface="楷体" panose="02010609060101010101" charset="-122"/>
            </a:endParaRPr>
          </a:p>
          <a:p>
            <a:pPr marL="0" indent="0">
              <a:buNone/>
            </a:pPr>
            <a:endParaRPr lang="zh-CN" altLang="en-US" sz="2400">
              <a:latin typeface="楷体" panose="02010609060101010101" charset="-122"/>
              <a:ea typeface="楷体" panose="02010609060101010101" charset="-122"/>
              <a:cs typeface="楷体" panose="02010609060101010101" charset="-122"/>
            </a:endParaRPr>
          </a:p>
          <a:p>
            <a:pPr marL="0" indent="0">
              <a:buNone/>
            </a:pPr>
            <a:endParaRPr lang="zh-CN" altLang="en-US" sz="2400">
              <a:latin typeface="楷体" panose="02010609060101010101" charset="-122"/>
              <a:ea typeface="楷体" panose="02010609060101010101" charset="-122"/>
              <a:cs typeface="楷体" panose="02010609060101010101" charset="-122"/>
            </a:endParaRPr>
          </a:p>
        </p:txBody>
      </p:sp>
      <p:graphicFrame>
        <p:nvGraphicFramePr>
          <p:cNvPr id="2" name="对象 -2147482621"/>
          <p:cNvGraphicFramePr>
            <a:graphicFrameLocks noChangeAspect="1"/>
          </p:cNvGraphicFramePr>
          <p:nvPr/>
        </p:nvGraphicFramePr>
        <p:xfrm>
          <a:off x="7099300" y="2044700"/>
          <a:ext cx="2421890" cy="847090"/>
        </p:xfrm>
        <a:graphic>
          <a:graphicData uri="http://schemas.openxmlformats.org/presentationml/2006/ole">
            <mc:AlternateContent xmlns:mc="http://schemas.openxmlformats.org/markup-compatibility/2006">
              <mc:Choice xmlns:v="urn:schemas-microsoft-com:vml" Requires="v">
                <p:oleObj spid="_x0000_s3076" name="" r:id="rId1" imgW="1320165" imgH="469900" progId="Equation.DSMT4">
                  <p:embed/>
                </p:oleObj>
              </mc:Choice>
              <mc:Fallback>
                <p:oleObj name="" r:id="rId1" imgW="1320165" imgH="469900" progId="Equation.DSMT4">
                  <p:embed/>
                  <p:pic>
                    <p:nvPicPr>
                      <p:cNvPr id="0" name="图片 3075"/>
                      <p:cNvPicPr/>
                      <p:nvPr/>
                    </p:nvPicPr>
                    <p:blipFill>
                      <a:blip r:embed="rId2"/>
                      <a:stretch>
                        <a:fillRect/>
                      </a:stretch>
                    </p:blipFill>
                    <p:spPr>
                      <a:xfrm>
                        <a:off x="7099300" y="2044700"/>
                        <a:ext cx="2421890" cy="847090"/>
                      </a:xfrm>
                      <a:prstGeom prst="rect">
                        <a:avLst/>
                      </a:prstGeom>
                      <a:noFill/>
                      <a:ln w="38100">
                        <a:noFill/>
                        <a:miter/>
                      </a:ln>
                    </p:spPr>
                  </p:pic>
                </p:oleObj>
              </mc:Fallback>
            </mc:AlternateContent>
          </a:graphicData>
        </a:graphic>
      </p:graphicFrame>
      <p:graphicFrame>
        <p:nvGraphicFramePr>
          <p:cNvPr id="4" name="对象 -2147482620"/>
          <p:cNvGraphicFramePr>
            <a:graphicFrameLocks noChangeAspect="1"/>
          </p:cNvGraphicFramePr>
          <p:nvPr/>
        </p:nvGraphicFramePr>
        <p:xfrm>
          <a:off x="10048240" y="2247900"/>
          <a:ext cx="807085" cy="441325"/>
        </p:xfrm>
        <a:graphic>
          <a:graphicData uri="http://schemas.openxmlformats.org/presentationml/2006/ole">
            <mc:AlternateContent xmlns:mc="http://schemas.openxmlformats.org/markup-compatibility/2006">
              <mc:Choice xmlns:v="urn:schemas-microsoft-com:vml" Requires="v">
                <p:oleObj spid="_x0000_s5" name="" r:id="rId3" imgW="330200" imgH="177800" progId="Equation.DSMT4">
                  <p:embed/>
                </p:oleObj>
              </mc:Choice>
              <mc:Fallback>
                <p:oleObj name="" r:id="rId3" imgW="330200" imgH="177800" progId="Equation.DSMT4">
                  <p:embed/>
                  <p:pic>
                    <p:nvPicPr>
                      <p:cNvPr id="0" name="图片 3"/>
                      <p:cNvPicPr/>
                      <p:nvPr/>
                    </p:nvPicPr>
                    <p:blipFill>
                      <a:blip r:embed="rId4"/>
                      <a:stretch>
                        <a:fillRect/>
                      </a:stretch>
                    </p:blipFill>
                    <p:spPr>
                      <a:xfrm>
                        <a:off x="10048240" y="2247900"/>
                        <a:ext cx="807085" cy="441325"/>
                      </a:xfrm>
                      <a:prstGeom prst="rect">
                        <a:avLst/>
                      </a:prstGeom>
                      <a:noFill/>
                      <a:ln w="38100">
                        <a:noFill/>
                        <a:miter/>
                      </a:ln>
                    </p:spPr>
                  </p:pic>
                </p:oleObj>
              </mc:Fallback>
            </mc:AlternateContent>
          </a:graphicData>
        </a:graphic>
      </p:graphicFrame>
      <p:graphicFrame>
        <p:nvGraphicFramePr>
          <p:cNvPr id="6" name="对象 -2147482619"/>
          <p:cNvGraphicFramePr>
            <a:graphicFrameLocks noChangeAspect="1"/>
          </p:cNvGraphicFramePr>
          <p:nvPr/>
        </p:nvGraphicFramePr>
        <p:xfrm>
          <a:off x="6955155" y="2892425"/>
          <a:ext cx="3093085" cy="521335"/>
        </p:xfrm>
        <a:graphic>
          <a:graphicData uri="http://schemas.openxmlformats.org/presentationml/2006/ole">
            <mc:AlternateContent xmlns:mc="http://schemas.openxmlformats.org/markup-compatibility/2006">
              <mc:Choice xmlns:v="urn:schemas-microsoft-com:vml" Requires="v">
                <p:oleObj spid="_x0000_s7" name="" r:id="rId5" imgW="1651000" imgH="279400" progId="Equation.DSMT4">
                  <p:embed/>
                </p:oleObj>
              </mc:Choice>
              <mc:Fallback>
                <p:oleObj name="" r:id="rId5" imgW="1651000" imgH="279400" progId="Equation.DSMT4">
                  <p:embed/>
                  <p:pic>
                    <p:nvPicPr>
                      <p:cNvPr id="0" name="图片 4"/>
                      <p:cNvPicPr/>
                      <p:nvPr/>
                    </p:nvPicPr>
                    <p:blipFill>
                      <a:blip r:embed="rId6"/>
                      <a:stretch>
                        <a:fillRect/>
                      </a:stretch>
                    </p:blipFill>
                    <p:spPr>
                      <a:xfrm>
                        <a:off x="6955155" y="2892425"/>
                        <a:ext cx="3093085" cy="521335"/>
                      </a:xfrm>
                      <a:prstGeom prst="rect">
                        <a:avLst/>
                      </a:prstGeom>
                      <a:noFill/>
                      <a:ln w="38100">
                        <a:noFill/>
                        <a:miter/>
                      </a:ln>
                    </p:spPr>
                  </p:pic>
                </p:oleObj>
              </mc:Fallback>
            </mc:AlternateContent>
          </a:graphicData>
        </a:graphic>
      </p:graphicFrame>
      <p:graphicFrame>
        <p:nvGraphicFramePr>
          <p:cNvPr id="8" name="对象 -2147482618"/>
          <p:cNvGraphicFramePr>
            <a:graphicFrameLocks noChangeAspect="1"/>
          </p:cNvGraphicFramePr>
          <p:nvPr/>
        </p:nvGraphicFramePr>
        <p:xfrm>
          <a:off x="10426065" y="2997200"/>
          <a:ext cx="591820" cy="311150"/>
        </p:xfrm>
        <a:graphic>
          <a:graphicData uri="http://schemas.openxmlformats.org/presentationml/2006/ole">
            <mc:AlternateContent xmlns:mc="http://schemas.openxmlformats.org/markup-compatibility/2006">
              <mc:Choice xmlns:v="urn:schemas-microsoft-com:vml" Requires="v">
                <p:oleObj spid="_x0000_s9" name="" r:id="rId7" imgW="354965" imgH="177800" progId="Equation.DSMT4">
                  <p:embed/>
                </p:oleObj>
              </mc:Choice>
              <mc:Fallback>
                <p:oleObj name="" r:id="rId7" imgW="354965" imgH="177800" progId="Equation.DSMT4">
                  <p:embed/>
                  <p:pic>
                    <p:nvPicPr>
                      <p:cNvPr id="0" name="图片 5"/>
                      <p:cNvPicPr/>
                      <p:nvPr/>
                    </p:nvPicPr>
                    <p:blipFill>
                      <a:blip r:embed="rId8"/>
                      <a:stretch>
                        <a:fillRect/>
                      </a:stretch>
                    </p:blipFill>
                    <p:spPr>
                      <a:xfrm>
                        <a:off x="10426065" y="2997200"/>
                        <a:ext cx="591820" cy="311150"/>
                      </a:xfrm>
                      <a:prstGeom prst="rect">
                        <a:avLst/>
                      </a:prstGeom>
                      <a:noFill/>
                      <a:ln w="38100">
                        <a:noFill/>
                        <a:miter/>
                      </a:ln>
                    </p:spPr>
                  </p:pic>
                </p:oleObj>
              </mc:Fallback>
            </mc:AlternateContent>
          </a:graphicData>
        </a:graphic>
      </p:graphicFrame>
      <p:graphicFrame>
        <p:nvGraphicFramePr>
          <p:cNvPr id="10" name="对象 -2147482617"/>
          <p:cNvGraphicFramePr>
            <a:graphicFrameLocks noChangeAspect="1"/>
          </p:cNvGraphicFramePr>
          <p:nvPr/>
        </p:nvGraphicFramePr>
        <p:xfrm>
          <a:off x="6955155" y="3802380"/>
          <a:ext cx="2061845" cy="393065"/>
        </p:xfrm>
        <a:graphic>
          <a:graphicData uri="http://schemas.openxmlformats.org/presentationml/2006/ole">
            <mc:AlternateContent xmlns:mc="http://schemas.openxmlformats.org/markup-compatibility/2006">
              <mc:Choice xmlns:v="urn:schemas-microsoft-com:vml" Requires="v">
                <p:oleObj spid="_x0000_s11" name="" r:id="rId9" imgW="1345565" imgH="254000" progId="Equation.DSMT4">
                  <p:embed/>
                </p:oleObj>
              </mc:Choice>
              <mc:Fallback>
                <p:oleObj name="" r:id="rId9" imgW="1345565" imgH="254000" progId="Equation.DSMT4">
                  <p:embed/>
                  <p:pic>
                    <p:nvPicPr>
                      <p:cNvPr id="0" name="图片 6"/>
                      <p:cNvPicPr/>
                      <p:nvPr/>
                    </p:nvPicPr>
                    <p:blipFill>
                      <a:blip r:embed="rId10"/>
                      <a:stretch>
                        <a:fillRect/>
                      </a:stretch>
                    </p:blipFill>
                    <p:spPr>
                      <a:xfrm>
                        <a:off x="6955155" y="3802380"/>
                        <a:ext cx="2061845" cy="393065"/>
                      </a:xfrm>
                      <a:prstGeom prst="rect">
                        <a:avLst/>
                      </a:prstGeom>
                      <a:noFill/>
                      <a:ln w="38100">
                        <a:noFill/>
                        <a:miter/>
                      </a:ln>
                    </p:spPr>
                  </p:pic>
                </p:oleObj>
              </mc:Fallback>
            </mc:AlternateContent>
          </a:graphicData>
        </a:graphic>
      </p:graphicFrame>
      <p:graphicFrame>
        <p:nvGraphicFramePr>
          <p:cNvPr id="12" name="对象 -2147482616"/>
          <p:cNvGraphicFramePr>
            <a:graphicFrameLocks noChangeAspect="1"/>
          </p:cNvGraphicFramePr>
          <p:nvPr/>
        </p:nvGraphicFramePr>
        <p:xfrm>
          <a:off x="4938395" y="4229735"/>
          <a:ext cx="1459230" cy="392430"/>
        </p:xfrm>
        <a:graphic>
          <a:graphicData uri="http://schemas.openxmlformats.org/presentationml/2006/ole">
            <mc:AlternateContent xmlns:mc="http://schemas.openxmlformats.org/markup-compatibility/2006">
              <mc:Choice xmlns:v="urn:schemas-microsoft-com:vml" Requires="v">
                <p:oleObj spid="_x0000_s13" name="" r:id="rId11" imgW="1028700" imgH="279400" progId="Equation.DSMT4">
                  <p:embed/>
                </p:oleObj>
              </mc:Choice>
              <mc:Fallback>
                <p:oleObj name="" r:id="rId11" imgW="1028700" imgH="279400" progId="Equation.DSMT4">
                  <p:embed/>
                  <p:pic>
                    <p:nvPicPr>
                      <p:cNvPr id="0" name="图片 7"/>
                      <p:cNvPicPr/>
                      <p:nvPr/>
                    </p:nvPicPr>
                    <p:blipFill>
                      <a:blip r:embed="rId12"/>
                      <a:stretch>
                        <a:fillRect/>
                      </a:stretch>
                    </p:blipFill>
                    <p:spPr>
                      <a:xfrm>
                        <a:off x="4938395" y="4229735"/>
                        <a:ext cx="1459230" cy="392430"/>
                      </a:xfrm>
                      <a:prstGeom prst="rect">
                        <a:avLst/>
                      </a:prstGeom>
                      <a:noFill/>
                      <a:ln w="38100">
                        <a:noFill/>
                        <a:miter/>
                      </a:ln>
                    </p:spPr>
                  </p:pic>
                </p:oleObj>
              </mc:Fallback>
            </mc:AlternateContent>
          </a:graphicData>
        </a:graphic>
      </p:graphicFrame>
      <p:graphicFrame>
        <p:nvGraphicFramePr>
          <p:cNvPr id="14" name="对象 -2147482615"/>
          <p:cNvGraphicFramePr>
            <a:graphicFrameLocks noChangeAspect="1"/>
          </p:cNvGraphicFramePr>
          <p:nvPr/>
        </p:nvGraphicFramePr>
        <p:xfrm>
          <a:off x="6955155" y="4229735"/>
          <a:ext cx="2059305" cy="392430"/>
        </p:xfrm>
        <a:graphic>
          <a:graphicData uri="http://schemas.openxmlformats.org/presentationml/2006/ole">
            <mc:AlternateContent xmlns:mc="http://schemas.openxmlformats.org/markup-compatibility/2006">
              <mc:Choice xmlns:v="urn:schemas-microsoft-com:vml" Requires="v">
                <p:oleObj spid="_x0000_s15" name="" r:id="rId13" imgW="1345565" imgH="254000" progId="Equation.DSMT4">
                  <p:embed/>
                </p:oleObj>
              </mc:Choice>
              <mc:Fallback>
                <p:oleObj name="" r:id="rId13" imgW="1345565" imgH="254000" progId="Equation.DSMT4">
                  <p:embed/>
                  <p:pic>
                    <p:nvPicPr>
                      <p:cNvPr id="0" name="图片 8"/>
                      <p:cNvPicPr/>
                      <p:nvPr/>
                    </p:nvPicPr>
                    <p:blipFill>
                      <a:blip r:embed="rId10"/>
                      <a:stretch>
                        <a:fillRect/>
                      </a:stretch>
                    </p:blipFill>
                    <p:spPr>
                      <a:xfrm>
                        <a:off x="6955155" y="4229735"/>
                        <a:ext cx="2059305" cy="392430"/>
                      </a:xfrm>
                      <a:prstGeom prst="rect">
                        <a:avLst/>
                      </a:prstGeom>
                      <a:noFill/>
                      <a:ln w="38100">
                        <a:noFill/>
                        <a:miter/>
                      </a:ln>
                    </p:spPr>
                  </p:pic>
                </p:oleObj>
              </mc:Fallback>
            </mc:AlternateContent>
          </a:graphicData>
        </a:graphic>
      </p:graphicFrame>
      <p:graphicFrame>
        <p:nvGraphicFramePr>
          <p:cNvPr id="16" name="对象 -2147482611"/>
          <p:cNvGraphicFramePr>
            <a:graphicFrameLocks noChangeAspect="1"/>
          </p:cNvGraphicFramePr>
          <p:nvPr/>
        </p:nvGraphicFramePr>
        <p:xfrm>
          <a:off x="2419985" y="5318125"/>
          <a:ext cx="6250940" cy="670560"/>
        </p:xfrm>
        <a:graphic>
          <a:graphicData uri="http://schemas.openxmlformats.org/presentationml/2006/ole">
            <mc:AlternateContent xmlns:mc="http://schemas.openxmlformats.org/markup-compatibility/2006">
              <mc:Choice xmlns:v="urn:schemas-microsoft-com:vml" Requires="v">
                <p:oleObj spid="_x0000_s17" name="" r:id="rId14" imgW="2832100" imgH="304800" progId="Equation.DSMT4">
                  <p:embed/>
                </p:oleObj>
              </mc:Choice>
              <mc:Fallback>
                <p:oleObj name="" r:id="rId14" imgW="2832100" imgH="304800" progId="Equation.DSMT4">
                  <p:embed/>
                  <p:pic>
                    <p:nvPicPr>
                      <p:cNvPr id="0" name="图片 3075"/>
                      <p:cNvPicPr/>
                      <p:nvPr/>
                    </p:nvPicPr>
                    <p:blipFill>
                      <a:blip r:embed="rId15"/>
                      <a:stretch>
                        <a:fillRect/>
                      </a:stretch>
                    </p:blipFill>
                    <p:spPr>
                      <a:xfrm>
                        <a:off x="2419985" y="5318125"/>
                        <a:ext cx="6250940" cy="670560"/>
                      </a:xfrm>
                      <a:prstGeom prst="rect">
                        <a:avLst/>
                      </a:prstGeom>
                      <a:noFill/>
                      <a:ln w="38100">
                        <a:noFill/>
                        <a:miter/>
                      </a:ln>
                    </p:spPr>
                  </p:pic>
                </p:oleObj>
              </mc:Fallback>
            </mc:AlternateContent>
          </a:graphicData>
        </a:graphic>
      </p:graphicFrame>
      <p:sp>
        <p:nvSpPr>
          <p:cNvPr id="18" name="文本框 17"/>
          <p:cNvSpPr txBox="1"/>
          <p:nvPr/>
        </p:nvSpPr>
        <p:spPr>
          <a:xfrm>
            <a:off x="1990725" y="5988685"/>
            <a:ext cx="5240020" cy="829945"/>
          </a:xfrm>
          <a:prstGeom prst="rect">
            <a:avLst/>
          </a:prstGeom>
          <a:noFill/>
        </p:spPr>
        <p:txBody>
          <a:bodyPr wrap="square" rtlCol="0">
            <a:spAutoFit/>
          </a:bodyPr>
          <a:p>
            <a:r>
              <a:rPr lang="zh-CN" altLang="en-US" sz="2400">
                <a:latin typeface="楷体" panose="02010609060101010101" charset="-122"/>
                <a:ea typeface="楷体" panose="02010609060101010101" charset="-122"/>
                <a:sym typeface="+mn-ea"/>
              </a:rPr>
              <a:t>成立，则称事件</a:t>
            </a:r>
            <a:r>
              <a:rPr lang="zh-CN" altLang="en-US" sz="2400" b="1">
                <a:solidFill>
                  <a:srgbClr val="C00000"/>
                </a:solidFill>
                <a:latin typeface="楷体" panose="02010609060101010101" charset="-122"/>
                <a:ea typeface="楷体" panose="02010609060101010101" charset="-122"/>
                <a:sym typeface="+mn-ea"/>
              </a:rPr>
              <a:t>相互独立</a:t>
            </a:r>
            <a:r>
              <a:rPr lang="zh-CN" altLang="en-US" sz="2400">
                <a:latin typeface="楷体" panose="02010609060101010101" charset="-122"/>
                <a:ea typeface="楷体" panose="02010609060101010101" charset="-122"/>
                <a:sym typeface="+mn-ea"/>
              </a:rPr>
              <a:t>。</a:t>
            </a:r>
            <a:endParaRPr lang="zh-CN" altLang="en-US" sz="2400">
              <a:latin typeface="楷体" panose="02010609060101010101" charset="-122"/>
              <a:ea typeface="楷体" panose="02010609060101010101" charset="-122"/>
            </a:endParaRPr>
          </a:p>
          <a:p>
            <a:endParaRPr lang="zh-CN" altLang="en-US" sz="2400">
              <a:latin typeface="楷体" panose="02010609060101010101" charset="-122"/>
              <a:ea typeface="楷体" panose="02010609060101010101" charset="-122"/>
            </a:endParaRPr>
          </a:p>
        </p:txBody>
      </p:sp>
      <p:sp>
        <p:nvSpPr>
          <p:cNvPr id="10247" name="AutoShape 7"/>
          <p:cNvSpPr/>
          <p:nvPr/>
        </p:nvSpPr>
        <p:spPr>
          <a:xfrm>
            <a:off x="9331325" y="158115"/>
            <a:ext cx="4072255" cy="2359025"/>
          </a:xfrm>
          <a:prstGeom prst="wedgeRectCallout">
            <a:avLst>
              <a:gd name="adj1" fmla="val -62505"/>
              <a:gd name="adj2" fmla="val 21682"/>
            </a:avLst>
          </a:prstGeom>
          <a:solidFill>
            <a:schemeClr val="bg2"/>
          </a:solidFill>
          <a:ln w="9525" cap="flat" cmpd="sng">
            <a:solidFill>
              <a:schemeClr val="tx1"/>
            </a:solidFill>
            <a:prstDash val="solid"/>
            <a:miter/>
            <a:headEnd type="none" w="med" len="med"/>
            <a:tailEnd type="none" w="med" len="med"/>
          </a:ln>
        </p:spPr>
        <p:txBody>
          <a:bodyPr wrap="none" anchor="ctr"/>
          <a:p>
            <a:r>
              <a:rPr lang="zh-CN" altLang="en-US" dirty="0">
                <a:latin typeface="Arial" panose="020B0604020202020204" pitchFamily="34" charset="0"/>
              </a:rPr>
              <a:t>P(A)通常在试验之前已知，</a:t>
            </a:r>
            <a:endParaRPr lang="zh-CN" altLang="en-US" dirty="0">
              <a:latin typeface="Arial" panose="020B0604020202020204" pitchFamily="34" charset="0"/>
            </a:endParaRPr>
          </a:p>
          <a:p>
            <a:r>
              <a:rPr lang="zh-CN" altLang="en-US" dirty="0">
                <a:latin typeface="Arial" panose="020B0604020202020204" pitchFamily="34" charset="0"/>
              </a:rPr>
              <a:t>因此习惯上称为</a:t>
            </a:r>
            <a:r>
              <a:rPr lang="zh-CN" altLang="en-US" dirty="0">
                <a:solidFill>
                  <a:srgbClr val="FF5050"/>
                </a:solidFill>
                <a:latin typeface="Arial" panose="020B0604020202020204" pitchFamily="34" charset="0"/>
              </a:rPr>
              <a:t>先验概率</a:t>
            </a:r>
            <a:r>
              <a:rPr lang="zh-CN" altLang="en-US" dirty="0">
                <a:latin typeface="Arial" panose="020B0604020202020204" pitchFamily="34" charset="0"/>
              </a:rPr>
              <a:t>。</a:t>
            </a:r>
            <a:endParaRPr lang="zh-CN" altLang="en-US" dirty="0">
              <a:latin typeface="Arial" panose="020B0604020202020204" pitchFamily="34" charset="0"/>
            </a:endParaRPr>
          </a:p>
          <a:p>
            <a:endParaRPr lang="zh-CN" altLang="en-US" dirty="0">
              <a:latin typeface="Arial" panose="020B0604020202020204" pitchFamily="34" charset="0"/>
            </a:endParaRPr>
          </a:p>
          <a:p>
            <a:r>
              <a:rPr lang="zh-CN" altLang="en-US" dirty="0">
                <a:latin typeface="Arial" panose="020B0604020202020204" pitchFamily="34" charset="0"/>
              </a:rPr>
              <a:t>P(</a:t>
            </a:r>
            <a:r>
              <a:rPr lang="en-US" altLang="zh-CN" dirty="0">
                <a:latin typeface="Arial" panose="020B0604020202020204" pitchFamily="34" charset="0"/>
              </a:rPr>
              <a:t>B</a:t>
            </a:r>
            <a:r>
              <a:rPr lang="zh-CN" altLang="en-US" dirty="0">
                <a:latin typeface="Arial" panose="020B0604020202020204" pitchFamily="34" charset="0"/>
              </a:rPr>
              <a:t>|</a:t>
            </a:r>
            <a:r>
              <a:rPr lang="en-US" altLang="zh-CN" dirty="0">
                <a:latin typeface="Arial" panose="020B0604020202020204" pitchFamily="34" charset="0"/>
              </a:rPr>
              <a:t>A</a:t>
            </a:r>
            <a:r>
              <a:rPr lang="zh-CN" altLang="en-US" dirty="0">
                <a:latin typeface="Arial" panose="020B0604020202020204" pitchFamily="34" charset="0"/>
              </a:rPr>
              <a:t>)反映了</a:t>
            </a:r>
            <a:r>
              <a:rPr lang="en-US" altLang="zh-CN" dirty="0">
                <a:latin typeface="Arial" panose="020B0604020202020204" pitchFamily="34" charset="0"/>
              </a:rPr>
              <a:t>A</a:t>
            </a:r>
            <a:r>
              <a:rPr lang="zh-CN" altLang="en-US" dirty="0">
                <a:latin typeface="Arial" panose="020B0604020202020204" pitchFamily="34" charset="0"/>
              </a:rPr>
              <a:t>发生之后，</a:t>
            </a:r>
            <a:endParaRPr lang="zh-CN" altLang="en-US" dirty="0">
              <a:latin typeface="Arial" panose="020B0604020202020204" pitchFamily="34" charset="0"/>
            </a:endParaRPr>
          </a:p>
          <a:p>
            <a:r>
              <a:rPr lang="zh-CN" altLang="en-US" dirty="0">
                <a:latin typeface="Arial" panose="020B0604020202020204" pitchFamily="34" charset="0"/>
              </a:rPr>
              <a:t>事件</a:t>
            </a:r>
            <a:r>
              <a:rPr lang="en-US" altLang="zh-CN" dirty="0">
                <a:latin typeface="Arial" panose="020B0604020202020204" pitchFamily="34" charset="0"/>
              </a:rPr>
              <a:t>B</a:t>
            </a:r>
            <a:r>
              <a:rPr lang="zh-CN" altLang="en-US" dirty="0">
                <a:latin typeface="Arial" panose="020B0604020202020204" pitchFamily="34" charset="0"/>
              </a:rPr>
              <a:t>发生的可能性大小，</a:t>
            </a:r>
            <a:endParaRPr lang="zh-CN" altLang="en-US" dirty="0">
              <a:latin typeface="Arial" panose="020B0604020202020204" pitchFamily="34" charset="0"/>
            </a:endParaRPr>
          </a:p>
          <a:p>
            <a:r>
              <a:rPr lang="zh-CN" altLang="en-US" dirty="0">
                <a:latin typeface="Arial" panose="020B0604020202020204" pitchFamily="34" charset="0"/>
              </a:rPr>
              <a:t>通常称之为</a:t>
            </a:r>
            <a:r>
              <a:rPr lang="zh-CN" altLang="en-US" dirty="0">
                <a:solidFill>
                  <a:srgbClr val="FF5050"/>
                </a:solidFill>
                <a:latin typeface="Arial" panose="020B0604020202020204" pitchFamily="34" charset="0"/>
              </a:rPr>
              <a:t>后验概率</a:t>
            </a:r>
            <a:endParaRPr lang="zh-CN" altLang="en-US" dirty="0">
              <a:solidFill>
                <a:srgbClr val="FF5050"/>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47"/>
                                        </p:tgtEl>
                                        <p:attrNameLst>
                                          <p:attrName>style.visibility</p:attrName>
                                        </p:attrNameLst>
                                      </p:cBhvr>
                                      <p:to>
                                        <p:strVal val="visible"/>
                                      </p:to>
                                    </p:set>
                                    <p:animEffect transition="in" filter="blinds(horizontal)">
                                      <p:cBhvr>
                                        <p:cTn id="7" dur="500"/>
                                        <p:tgtEl>
                                          <p:spTgt spid="1024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1" nodeType="clickEffect">
                                  <p:stCondLst>
                                    <p:cond delay="0"/>
                                  </p:stCondLst>
                                  <p:childTnLst>
                                    <p:set>
                                      <p:cBhvr>
                                        <p:cTn id="11" dur="1" fill="hold">
                                          <p:stCondLst>
                                            <p:cond delay="0"/>
                                          </p:stCondLst>
                                        </p:cTn>
                                        <p:tgtEl>
                                          <p:spTgt spid="10247"/>
                                        </p:tgtEl>
                                        <p:attrNameLst>
                                          <p:attrName>style.visibility</p:attrName>
                                        </p:attrNameLst>
                                      </p:cBhvr>
                                      <p:to>
                                        <p:strVal val="visible"/>
                                      </p:to>
                                    </p:set>
                                    <p:animEffect transition="in" filter="blinds(horizontal)">
                                      <p:cBhvr>
                                        <p:cTn id="12" dur="500"/>
                                        <p:tgtEl>
                                          <p:spTgt spid="10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7" grpId="0" bldLvl="0" animBg="1"/>
      <p:bldP spid="10247" grpId="1"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407285" y="166370"/>
            <a:ext cx="9524365" cy="6445250"/>
          </a:xfrm>
        </p:spPr>
        <p:txBody>
          <a:bodyPr/>
          <a:p>
            <a:pPr marL="0" indent="0">
              <a:buNone/>
            </a:pPr>
            <a:endParaRPr lang="zh-CN" altLang="en-US"/>
          </a:p>
          <a:p>
            <a:pPr marL="0" indent="0">
              <a:buNone/>
            </a:pPr>
            <a:r>
              <a:rPr lang="zh-CN" altLang="en-US">
                <a:latin typeface="楷体" panose="02010609060101010101" charset="-122"/>
                <a:ea typeface="楷体" panose="02010609060101010101" charset="-122"/>
              </a:rPr>
              <a:t>  </a:t>
            </a:r>
            <a:endParaRPr lang="zh-CN" altLang="en-US">
              <a:latin typeface="楷体" panose="02010609060101010101" charset="-122"/>
              <a:ea typeface="楷体" panose="02010609060101010101" charset="-122"/>
            </a:endParaRPr>
          </a:p>
          <a:p>
            <a:pPr marL="0" indent="0">
              <a:buNone/>
            </a:pPr>
            <a:r>
              <a:rPr lang="zh-CN" altLang="en-US">
                <a:latin typeface="楷体" panose="02010609060101010101" charset="-122"/>
                <a:ea typeface="楷体" panose="02010609060101010101" charset="-122"/>
              </a:rPr>
              <a:t>  </a:t>
            </a:r>
            <a:r>
              <a:rPr lang="zh-CN" altLang="en-US" sz="2800">
                <a:latin typeface="楷体" panose="02010609060101010101" charset="-122"/>
                <a:ea typeface="楷体" panose="02010609060101010101" charset="-122"/>
              </a:rPr>
              <a:t>（3）设为互不相容事件，            ，且      对任意的事件      ，计算事件A概率的公式为：</a:t>
            </a:r>
            <a:endParaRPr lang="zh-CN" altLang="en-US" sz="2800">
              <a:latin typeface="楷体" panose="02010609060101010101" charset="-122"/>
              <a:ea typeface="楷体" panose="02010609060101010101" charset="-122"/>
            </a:endParaRPr>
          </a:p>
          <a:p>
            <a:pPr marL="0" indent="0">
              <a:buNone/>
            </a:pPr>
            <a:endParaRPr lang="zh-CN" altLang="en-US" sz="2800">
              <a:latin typeface="楷体" panose="02010609060101010101" charset="-122"/>
              <a:ea typeface="楷体" panose="02010609060101010101" charset="-122"/>
            </a:endParaRPr>
          </a:p>
          <a:p>
            <a:pPr marL="0" indent="0">
              <a:buNone/>
            </a:pPr>
            <a:endParaRPr lang="zh-CN" altLang="en-US" sz="2800">
              <a:latin typeface="楷体" panose="02010609060101010101" charset="-122"/>
              <a:ea typeface="楷体" panose="02010609060101010101" charset="-122"/>
            </a:endParaRPr>
          </a:p>
          <a:p>
            <a:pPr marL="0" indent="0">
              <a:buNone/>
            </a:pPr>
            <a:r>
              <a:rPr lang="zh-CN" altLang="en-US" sz="2800">
                <a:latin typeface="楷体" panose="02010609060101010101" charset="-122"/>
                <a:ea typeface="楷体" panose="02010609060101010101" charset="-122"/>
              </a:rPr>
              <a:t>  设       为互不相容的事件             ，     ，则在事件A发生的条件下，事件</a:t>
            </a:r>
            <a:r>
              <a:rPr lang="en-US" altLang="zh-CN" sz="2800">
                <a:latin typeface="楷体" panose="02010609060101010101" charset="-122"/>
                <a:ea typeface="楷体" panose="02010609060101010101" charset="-122"/>
              </a:rPr>
              <a:t>Bi</a:t>
            </a:r>
            <a:r>
              <a:rPr lang="zh-CN" altLang="en-US" sz="2800">
                <a:latin typeface="楷体" panose="02010609060101010101" charset="-122"/>
                <a:ea typeface="楷体" panose="02010609060101010101" charset="-122"/>
              </a:rPr>
              <a:t>发生的概率为：</a:t>
            </a:r>
            <a:endParaRPr lang="zh-CN" altLang="en-US" sz="2800">
              <a:latin typeface="楷体" panose="02010609060101010101" charset="-122"/>
              <a:ea typeface="楷体" panose="02010609060101010101" charset="-122"/>
            </a:endParaRPr>
          </a:p>
          <a:p>
            <a:pPr marL="0" indent="0">
              <a:buNone/>
            </a:pPr>
            <a:endParaRPr lang="zh-CN" altLang="en-US" sz="2800">
              <a:latin typeface="楷体" panose="02010609060101010101" charset="-122"/>
              <a:ea typeface="楷体" panose="02010609060101010101" charset="-122"/>
            </a:endParaRPr>
          </a:p>
          <a:p>
            <a:pPr marL="0" indent="0">
              <a:buNone/>
            </a:pPr>
            <a:endParaRPr lang="zh-CN" altLang="en-US" sz="2800">
              <a:latin typeface="楷体" panose="02010609060101010101" charset="-122"/>
              <a:ea typeface="楷体" panose="02010609060101010101" charset="-122"/>
            </a:endParaRPr>
          </a:p>
          <a:p>
            <a:pPr marL="0" indent="0">
              <a:buNone/>
            </a:pPr>
            <a:r>
              <a:rPr lang="zh-CN" altLang="en-US" sz="2800">
                <a:latin typeface="楷体" panose="02010609060101010101" charset="-122"/>
                <a:ea typeface="楷体" panose="02010609060101010101" charset="-122"/>
              </a:rPr>
              <a:t>称该公式为</a:t>
            </a:r>
            <a:r>
              <a:rPr lang="zh-CN" altLang="en-US" sz="2800" b="1">
                <a:solidFill>
                  <a:srgbClr val="C00000"/>
                </a:solidFill>
                <a:latin typeface="楷体" panose="02010609060101010101" charset="-122"/>
                <a:ea typeface="楷体" panose="02010609060101010101" charset="-122"/>
              </a:rPr>
              <a:t>贝叶斯公式</a:t>
            </a:r>
            <a:r>
              <a:rPr lang="zh-CN" altLang="en-US" sz="2800">
                <a:latin typeface="楷体" panose="02010609060101010101" charset="-122"/>
                <a:ea typeface="楷体" panose="02010609060101010101" charset="-122"/>
              </a:rPr>
              <a:t>。</a:t>
            </a:r>
            <a:endParaRPr lang="zh-CN" altLang="en-US" sz="2800">
              <a:latin typeface="楷体" panose="02010609060101010101" charset="-122"/>
              <a:ea typeface="楷体" panose="02010609060101010101" charset="-122"/>
            </a:endParaRPr>
          </a:p>
          <a:p>
            <a:pPr marL="0" indent="0">
              <a:buNone/>
            </a:pPr>
            <a:r>
              <a:rPr lang="zh-CN" altLang="en-US" sz="2800">
                <a:latin typeface="楷体" panose="02010609060101010101" charset="-122"/>
                <a:ea typeface="楷体" panose="02010609060101010101" charset="-122"/>
              </a:rPr>
              <a:t> </a:t>
            </a:r>
            <a:endParaRPr lang="zh-CN" altLang="en-US" sz="2800">
              <a:latin typeface="楷体" panose="02010609060101010101" charset="-122"/>
              <a:ea typeface="楷体" panose="02010609060101010101" charset="-122"/>
            </a:endParaRPr>
          </a:p>
        </p:txBody>
      </p:sp>
      <p:graphicFrame>
        <p:nvGraphicFramePr>
          <p:cNvPr id="6" name="对象 -2147482607"/>
          <p:cNvGraphicFramePr>
            <a:graphicFrameLocks noChangeAspect="1"/>
          </p:cNvGraphicFramePr>
          <p:nvPr/>
        </p:nvGraphicFramePr>
        <p:xfrm>
          <a:off x="6660515" y="968375"/>
          <a:ext cx="2378075" cy="438785"/>
        </p:xfrm>
        <a:graphic>
          <a:graphicData uri="http://schemas.openxmlformats.org/presentationml/2006/ole">
            <mc:AlternateContent xmlns:mc="http://schemas.openxmlformats.org/markup-compatibility/2006">
              <mc:Choice xmlns:v="urn:schemas-microsoft-com:vml" Requires="v">
                <p:oleObj spid="_x0000_s7" name="" r:id="rId1" imgW="1384300" imgH="254000" progId="Equation.DSMT4">
                  <p:embed/>
                </p:oleObj>
              </mc:Choice>
              <mc:Fallback>
                <p:oleObj name="" r:id="rId1" imgW="1384300" imgH="254000" progId="Equation.DSMT4">
                  <p:embed/>
                  <p:pic>
                    <p:nvPicPr>
                      <p:cNvPr id="0" name="图片 4"/>
                      <p:cNvPicPr/>
                      <p:nvPr/>
                    </p:nvPicPr>
                    <p:blipFill>
                      <a:blip r:embed="rId2"/>
                      <a:stretch>
                        <a:fillRect/>
                      </a:stretch>
                    </p:blipFill>
                    <p:spPr>
                      <a:xfrm>
                        <a:off x="6660515" y="968375"/>
                        <a:ext cx="2378075" cy="438785"/>
                      </a:xfrm>
                      <a:prstGeom prst="rect">
                        <a:avLst/>
                      </a:prstGeom>
                      <a:noFill/>
                      <a:ln w="38100">
                        <a:noFill/>
                        <a:miter/>
                      </a:ln>
                    </p:spPr>
                  </p:pic>
                </p:oleObj>
              </mc:Fallback>
            </mc:AlternateContent>
          </a:graphicData>
        </a:graphic>
      </p:graphicFrame>
      <p:graphicFrame>
        <p:nvGraphicFramePr>
          <p:cNvPr id="8" name="对象 -2147482606"/>
          <p:cNvGraphicFramePr>
            <a:graphicFrameLocks noChangeAspect="1"/>
          </p:cNvGraphicFramePr>
          <p:nvPr/>
        </p:nvGraphicFramePr>
        <p:xfrm>
          <a:off x="9749790" y="968375"/>
          <a:ext cx="898525" cy="631825"/>
        </p:xfrm>
        <a:graphic>
          <a:graphicData uri="http://schemas.openxmlformats.org/presentationml/2006/ole">
            <mc:AlternateContent xmlns:mc="http://schemas.openxmlformats.org/markup-compatibility/2006">
              <mc:Choice xmlns:v="urn:schemas-microsoft-com:vml" Requires="v">
                <p:oleObj spid="_x0000_s9" name="" r:id="rId3" imgW="609600" imgH="431800" progId="Equation.DSMT4">
                  <p:embed/>
                </p:oleObj>
              </mc:Choice>
              <mc:Fallback>
                <p:oleObj name="" r:id="rId3" imgW="609600" imgH="431800" progId="Equation.DSMT4">
                  <p:embed/>
                  <p:pic>
                    <p:nvPicPr>
                      <p:cNvPr id="0" name="图片 5"/>
                      <p:cNvPicPr/>
                      <p:nvPr/>
                    </p:nvPicPr>
                    <p:blipFill>
                      <a:blip r:embed="rId4"/>
                      <a:stretch>
                        <a:fillRect/>
                      </a:stretch>
                    </p:blipFill>
                    <p:spPr>
                      <a:xfrm>
                        <a:off x="9749790" y="968375"/>
                        <a:ext cx="898525" cy="631825"/>
                      </a:xfrm>
                      <a:prstGeom prst="rect">
                        <a:avLst/>
                      </a:prstGeom>
                      <a:noFill/>
                      <a:ln w="38100">
                        <a:noFill/>
                        <a:miter/>
                      </a:ln>
                    </p:spPr>
                  </p:pic>
                </p:oleObj>
              </mc:Fallback>
            </mc:AlternateContent>
          </a:graphicData>
        </a:graphic>
      </p:graphicFrame>
      <p:graphicFrame>
        <p:nvGraphicFramePr>
          <p:cNvPr id="10" name="对象 -2147482605"/>
          <p:cNvGraphicFramePr>
            <a:graphicFrameLocks noChangeAspect="1"/>
          </p:cNvGraphicFramePr>
          <p:nvPr/>
        </p:nvGraphicFramePr>
        <p:xfrm>
          <a:off x="3651250" y="1370965"/>
          <a:ext cx="860425" cy="595630"/>
        </p:xfrm>
        <a:graphic>
          <a:graphicData uri="http://schemas.openxmlformats.org/presentationml/2006/ole">
            <mc:AlternateContent xmlns:mc="http://schemas.openxmlformats.org/markup-compatibility/2006">
              <mc:Choice xmlns:v="urn:schemas-microsoft-com:vml" Requires="v">
                <p:oleObj spid="_x0000_s11" name="" r:id="rId5" imgW="622300" imgH="431800" progId="Equation.DSMT4">
                  <p:embed/>
                </p:oleObj>
              </mc:Choice>
              <mc:Fallback>
                <p:oleObj name="" r:id="rId5" imgW="622300" imgH="431800" progId="Equation.DSMT4">
                  <p:embed/>
                  <p:pic>
                    <p:nvPicPr>
                      <p:cNvPr id="0" name="图片 6"/>
                      <p:cNvPicPr/>
                      <p:nvPr/>
                    </p:nvPicPr>
                    <p:blipFill>
                      <a:blip r:embed="rId6"/>
                      <a:stretch>
                        <a:fillRect/>
                      </a:stretch>
                    </p:blipFill>
                    <p:spPr>
                      <a:xfrm>
                        <a:off x="3651250" y="1370965"/>
                        <a:ext cx="860425" cy="595630"/>
                      </a:xfrm>
                      <a:prstGeom prst="rect">
                        <a:avLst/>
                      </a:prstGeom>
                      <a:noFill/>
                      <a:ln w="38100">
                        <a:noFill/>
                        <a:miter/>
                      </a:ln>
                    </p:spPr>
                  </p:pic>
                </p:oleObj>
              </mc:Fallback>
            </mc:AlternateContent>
          </a:graphicData>
        </a:graphic>
      </p:graphicFrame>
      <p:graphicFrame>
        <p:nvGraphicFramePr>
          <p:cNvPr id="12" name="对象 -2147482604"/>
          <p:cNvGraphicFramePr>
            <a:graphicFrameLocks noChangeAspect="1"/>
          </p:cNvGraphicFramePr>
          <p:nvPr/>
        </p:nvGraphicFramePr>
        <p:xfrm>
          <a:off x="3822700" y="1980565"/>
          <a:ext cx="2837815" cy="743585"/>
        </p:xfrm>
        <a:graphic>
          <a:graphicData uri="http://schemas.openxmlformats.org/presentationml/2006/ole">
            <mc:AlternateContent xmlns:mc="http://schemas.openxmlformats.org/markup-compatibility/2006">
              <mc:Choice xmlns:v="urn:schemas-microsoft-com:vml" Requires="v">
                <p:oleObj spid="_x0000_s13" name="" r:id="rId7" imgW="1637665" imgH="431800" progId="Equation.DSMT4">
                  <p:embed/>
                </p:oleObj>
              </mc:Choice>
              <mc:Fallback>
                <p:oleObj name="" r:id="rId7" imgW="1637665" imgH="431800" progId="Equation.DSMT4">
                  <p:embed/>
                  <p:pic>
                    <p:nvPicPr>
                      <p:cNvPr id="0" name="图片 7"/>
                      <p:cNvPicPr/>
                      <p:nvPr/>
                    </p:nvPicPr>
                    <p:blipFill>
                      <a:blip r:embed="rId8"/>
                      <a:stretch>
                        <a:fillRect/>
                      </a:stretch>
                    </p:blipFill>
                    <p:spPr>
                      <a:xfrm>
                        <a:off x="3822700" y="1980565"/>
                        <a:ext cx="2837815" cy="743585"/>
                      </a:xfrm>
                      <a:prstGeom prst="rect">
                        <a:avLst/>
                      </a:prstGeom>
                      <a:noFill/>
                      <a:ln w="38100">
                        <a:noFill/>
                        <a:miter/>
                      </a:ln>
                    </p:spPr>
                  </p:pic>
                </p:oleObj>
              </mc:Fallback>
            </mc:AlternateContent>
          </a:graphicData>
        </a:graphic>
      </p:graphicFrame>
      <p:graphicFrame>
        <p:nvGraphicFramePr>
          <p:cNvPr id="14" name="对象 -2147482603"/>
          <p:cNvGraphicFramePr>
            <a:graphicFrameLocks noChangeAspect="1"/>
          </p:cNvGraphicFramePr>
          <p:nvPr/>
        </p:nvGraphicFramePr>
        <p:xfrm>
          <a:off x="7270115" y="2137410"/>
          <a:ext cx="838200" cy="429895"/>
        </p:xfrm>
        <a:graphic>
          <a:graphicData uri="http://schemas.openxmlformats.org/presentationml/2006/ole">
            <mc:AlternateContent xmlns:mc="http://schemas.openxmlformats.org/markup-compatibility/2006">
              <mc:Choice xmlns:v="urn:schemas-microsoft-com:vml" Requires="v">
                <p:oleObj spid="_x0000_s15" name="" r:id="rId9" imgW="354965" imgH="177800" progId="Equation.DSMT4">
                  <p:embed/>
                </p:oleObj>
              </mc:Choice>
              <mc:Fallback>
                <p:oleObj name="" r:id="rId9" imgW="354965" imgH="177800" progId="Equation.DSMT4">
                  <p:embed/>
                  <p:pic>
                    <p:nvPicPr>
                      <p:cNvPr id="0" name="图片 8"/>
                      <p:cNvPicPr/>
                      <p:nvPr/>
                    </p:nvPicPr>
                    <p:blipFill>
                      <a:blip r:embed="rId10"/>
                      <a:stretch>
                        <a:fillRect/>
                      </a:stretch>
                    </p:blipFill>
                    <p:spPr>
                      <a:xfrm>
                        <a:off x="7270115" y="2137410"/>
                        <a:ext cx="838200" cy="429895"/>
                      </a:xfrm>
                      <a:prstGeom prst="rect">
                        <a:avLst/>
                      </a:prstGeom>
                      <a:noFill/>
                      <a:ln w="38100">
                        <a:noFill/>
                        <a:miter/>
                      </a:ln>
                    </p:spPr>
                  </p:pic>
                </p:oleObj>
              </mc:Fallback>
            </mc:AlternateContent>
          </a:graphicData>
        </a:graphic>
      </p:graphicFrame>
      <p:graphicFrame>
        <p:nvGraphicFramePr>
          <p:cNvPr id="16" name="对象 -2147482602"/>
          <p:cNvGraphicFramePr>
            <a:graphicFrameLocks noChangeAspect="1"/>
          </p:cNvGraphicFramePr>
          <p:nvPr/>
        </p:nvGraphicFramePr>
        <p:xfrm>
          <a:off x="3342640" y="3118485"/>
          <a:ext cx="1127125" cy="342265"/>
        </p:xfrm>
        <a:graphic>
          <a:graphicData uri="http://schemas.openxmlformats.org/presentationml/2006/ole">
            <mc:AlternateContent xmlns:mc="http://schemas.openxmlformats.org/markup-compatibility/2006">
              <mc:Choice xmlns:v="urn:schemas-microsoft-com:vml" Requires="v">
                <p:oleObj spid="_x0000_s17" name="" r:id="rId11" imgW="774065" imgH="228600" progId="Equation.DSMT4">
                  <p:embed/>
                </p:oleObj>
              </mc:Choice>
              <mc:Fallback>
                <p:oleObj name="" r:id="rId11" imgW="774065" imgH="228600" progId="Equation.DSMT4">
                  <p:embed/>
                  <p:pic>
                    <p:nvPicPr>
                      <p:cNvPr id="0" name="图片 9"/>
                      <p:cNvPicPr/>
                      <p:nvPr/>
                    </p:nvPicPr>
                    <p:blipFill>
                      <a:blip r:embed="rId12"/>
                      <a:stretch>
                        <a:fillRect/>
                      </a:stretch>
                    </p:blipFill>
                    <p:spPr>
                      <a:xfrm>
                        <a:off x="3342640" y="3118485"/>
                        <a:ext cx="1127125" cy="342265"/>
                      </a:xfrm>
                      <a:prstGeom prst="rect">
                        <a:avLst/>
                      </a:prstGeom>
                      <a:noFill/>
                      <a:ln w="38100">
                        <a:noFill/>
                        <a:miter/>
                      </a:ln>
                    </p:spPr>
                  </p:pic>
                </p:oleObj>
              </mc:Fallback>
            </mc:AlternateContent>
          </a:graphicData>
        </a:graphic>
      </p:graphicFrame>
      <p:graphicFrame>
        <p:nvGraphicFramePr>
          <p:cNvPr id="18" name="对象 -2147482341"/>
          <p:cNvGraphicFramePr>
            <a:graphicFrameLocks noChangeAspect="1"/>
          </p:cNvGraphicFramePr>
          <p:nvPr/>
        </p:nvGraphicFramePr>
        <p:xfrm>
          <a:off x="7320915" y="3097530"/>
          <a:ext cx="2270760" cy="419100"/>
        </p:xfrm>
        <a:graphic>
          <a:graphicData uri="http://schemas.openxmlformats.org/presentationml/2006/ole">
            <mc:AlternateContent xmlns:mc="http://schemas.openxmlformats.org/markup-compatibility/2006">
              <mc:Choice xmlns:v="urn:schemas-microsoft-com:vml" Requires="v">
                <p:oleObj spid="_x0000_s19" name="" r:id="rId13" imgW="1384300" imgH="254000" progId="Equation.DSMT4">
                  <p:embed/>
                </p:oleObj>
              </mc:Choice>
              <mc:Fallback>
                <p:oleObj name="" r:id="rId13" imgW="1384300" imgH="254000" progId="Equation.DSMT4">
                  <p:embed/>
                  <p:pic>
                    <p:nvPicPr>
                      <p:cNvPr id="0" name="图片 10"/>
                      <p:cNvPicPr/>
                      <p:nvPr/>
                    </p:nvPicPr>
                    <p:blipFill>
                      <a:blip r:embed="rId2"/>
                      <a:stretch>
                        <a:fillRect/>
                      </a:stretch>
                    </p:blipFill>
                    <p:spPr>
                      <a:xfrm>
                        <a:off x="7320915" y="3097530"/>
                        <a:ext cx="2270760" cy="419100"/>
                      </a:xfrm>
                      <a:prstGeom prst="rect">
                        <a:avLst/>
                      </a:prstGeom>
                      <a:noFill/>
                      <a:ln w="38100">
                        <a:noFill/>
                        <a:miter/>
                      </a:ln>
                    </p:spPr>
                  </p:pic>
                </p:oleObj>
              </mc:Fallback>
            </mc:AlternateContent>
          </a:graphicData>
        </a:graphic>
      </p:graphicFrame>
      <p:graphicFrame>
        <p:nvGraphicFramePr>
          <p:cNvPr id="20" name="对象 -2147482600"/>
          <p:cNvGraphicFramePr>
            <a:graphicFrameLocks noChangeAspect="1"/>
          </p:cNvGraphicFramePr>
          <p:nvPr/>
        </p:nvGraphicFramePr>
        <p:xfrm>
          <a:off x="9852660" y="3136265"/>
          <a:ext cx="907415" cy="380365"/>
        </p:xfrm>
        <a:graphic>
          <a:graphicData uri="http://schemas.openxmlformats.org/presentationml/2006/ole">
            <mc:AlternateContent xmlns:mc="http://schemas.openxmlformats.org/markup-compatibility/2006">
              <mc:Choice xmlns:v="urn:schemas-microsoft-com:vml" Requires="v">
                <p:oleObj spid="_x0000_s21" name="" r:id="rId14" imgW="609600" imgH="254000" progId="Equation.DSMT4">
                  <p:embed/>
                </p:oleObj>
              </mc:Choice>
              <mc:Fallback>
                <p:oleObj name="" r:id="rId14" imgW="609600" imgH="254000" progId="Equation.DSMT4">
                  <p:embed/>
                  <p:pic>
                    <p:nvPicPr>
                      <p:cNvPr id="0" name="图片 11"/>
                      <p:cNvPicPr/>
                      <p:nvPr/>
                    </p:nvPicPr>
                    <p:blipFill>
                      <a:blip r:embed="rId15"/>
                      <a:stretch>
                        <a:fillRect/>
                      </a:stretch>
                    </p:blipFill>
                    <p:spPr>
                      <a:xfrm>
                        <a:off x="9852660" y="3136265"/>
                        <a:ext cx="907415" cy="380365"/>
                      </a:xfrm>
                      <a:prstGeom prst="rect">
                        <a:avLst/>
                      </a:prstGeom>
                      <a:noFill/>
                      <a:ln w="38100">
                        <a:noFill/>
                        <a:miter/>
                      </a:ln>
                    </p:spPr>
                  </p:pic>
                </p:oleObj>
              </mc:Fallback>
            </mc:AlternateContent>
          </a:graphicData>
        </a:graphic>
      </p:graphicFrame>
      <p:graphicFrame>
        <p:nvGraphicFramePr>
          <p:cNvPr id="22" name="对象 -2147482598"/>
          <p:cNvGraphicFramePr>
            <a:graphicFrameLocks noChangeAspect="1"/>
          </p:cNvGraphicFramePr>
          <p:nvPr/>
        </p:nvGraphicFramePr>
        <p:xfrm>
          <a:off x="3404870" y="4118610"/>
          <a:ext cx="4978400" cy="1028065"/>
        </p:xfrm>
        <a:graphic>
          <a:graphicData uri="http://schemas.openxmlformats.org/presentationml/2006/ole">
            <mc:AlternateContent xmlns:mc="http://schemas.openxmlformats.org/markup-compatibility/2006">
              <mc:Choice xmlns:v="urn:schemas-microsoft-com:vml" Requires="v">
                <p:oleObj spid="_x0000_s23" name="" r:id="rId16" imgW="2476500" imgH="673100" progId="Equation.DSMT4">
                  <p:embed/>
                </p:oleObj>
              </mc:Choice>
              <mc:Fallback>
                <p:oleObj name="" r:id="rId16" imgW="2476500" imgH="673100" progId="Equation.DSMT4">
                  <p:embed/>
                  <p:pic>
                    <p:nvPicPr>
                      <p:cNvPr id="0" name="图片 12"/>
                      <p:cNvPicPr/>
                      <p:nvPr/>
                    </p:nvPicPr>
                    <p:blipFill>
                      <a:blip r:embed="rId17"/>
                      <a:stretch>
                        <a:fillRect/>
                      </a:stretch>
                    </p:blipFill>
                    <p:spPr>
                      <a:xfrm>
                        <a:off x="3404870" y="4118610"/>
                        <a:ext cx="4978400" cy="1028065"/>
                      </a:xfrm>
                      <a:prstGeom prst="rect">
                        <a:avLst/>
                      </a:prstGeom>
                      <a:noFill/>
                      <a:ln w="38100">
                        <a:noFill/>
                        <a:miter/>
                      </a:ln>
                    </p:spPr>
                  </p:pic>
                </p:oleObj>
              </mc:Fallback>
            </mc:AlternateContent>
          </a:graphicData>
        </a:graphic>
      </p:graphicFrame>
      <p:graphicFrame>
        <p:nvGraphicFramePr>
          <p:cNvPr id="24" name="对象 -2147482597"/>
          <p:cNvGraphicFramePr>
            <a:graphicFrameLocks noChangeAspect="1"/>
          </p:cNvGraphicFramePr>
          <p:nvPr/>
        </p:nvGraphicFramePr>
        <p:xfrm>
          <a:off x="9039225" y="4366895"/>
          <a:ext cx="710565" cy="369570"/>
        </p:xfrm>
        <a:graphic>
          <a:graphicData uri="http://schemas.openxmlformats.org/presentationml/2006/ole">
            <mc:AlternateContent xmlns:mc="http://schemas.openxmlformats.org/markup-compatibility/2006">
              <mc:Choice xmlns:v="urn:schemas-microsoft-com:vml" Requires="v">
                <p:oleObj spid="_x0000_s25" name="" r:id="rId18" imgW="342900" imgH="177800" progId="Equation.DSMT4">
                  <p:embed/>
                </p:oleObj>
              </mc:Choice>
              <mc:Fallback>
                <p:oleObj name="" r:id="rId18" imgW="342900" imgH="177800" progId="Equation.DSMT4">
                  <p:embed/>
                  <p:pic>
                    <p:nvPicPr>
                      <p:cNvPr id="0" name="图片 13"/>
                      <p:cNvPicPr/>
                      <p:nvPr/>
                    </p:nvPicPr>
                    <p:blipFill>
                      <a:blip r:embed="rId19"/>
                      <a:stretch>
                        <a:fillRect/>
                      </a:stretch>
                    </p:blipFill>
                    <p:spPr>
                      <a:xfrm>
                        <a:off x="9039225" y="4366895"/>
                        <a:ext cx="710565" cy="369570"/>
                      </a:xfrm>
                      <a:prstGeom prst="rect">
                        <a:avLst/>
                      </a:prstGeom>
                      <a:noFill/>
                      <a:ln w="38100">
                        <a:noFill/>
                        <a:miter/>
                      </a:ln>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贝叶斯公式从何而来？</a:t>
            </a:r>
            <a:endParaRPr lang="zh-CN" altLang="en-US"/>
          </a:p>
        </p:txBody>
      </p:sp>
      <p:sp>
        <p:nvSpPr>
          <p:cNvPr id="4" name="文本框 3"/>
          <p:cNvSpPr txBox="1"/>
          <p:nvPr/>
        </p:nvSpPr>
        <p:spPr>
          <a:xfrm>
            <a:off x="2592705" y="3512185"/>
            <a:ext cx="7475220" cy="706755"/>
          </a:xfrm>
          <a:prstGeom prst="rect">
            <a:avLst/>
          </a:prstGeom>
          <a:noFill/>
        </p:spPr>
        <p:txBody>
          <a:bodyPr wrap="square" rtlCol="0">
            <a:spAutoFit/>
          </a:bodyPr>
          <a:p>
            <a:r>
              <a:rPr lang="en-US" altLang="zh-CN" sz="4000" i="1">
                <a:latin typeface="Times New Roman" panose="02020603050405020304" charset="0"/>
                <a:cs typeface="Times New Roman" panose="02020603050405020304" charset="0"/>
              </a:rPr>
              <a:t>P(B</a:t>
            </a:r>
            <a:r>
              <a:rPr lang="en-US" altLang="zh-CN" sz="2800" i="1">
                <a:latin typeface="Times New Roman" panose="02020603050405020304" charset="0"/>
                <a:cs typeface="Times New Roman" panose="02020603050405020304" charset="0"/>
              </a:rPr>
              <a:t>i</a:t>
            </a:r>
            <a:r>
              <a:rPr lang="en-US" altLang="zh-CN" sz="4000" i="1">
                <a:latin typeface="Times New Roman" panose="02020603050405020304" charset="0"/>
                <a:cs typeface="Times New Roman" panose="02020603050405020304" charset="0"/>
              </a:rPr>
              <a:t>A)</a:t>
            </a:r>
            <a:r>
              <a:rPr lang="en-US" altLang="zh-CN" sz="4000"/>
              <a:t>=</a:t>
            </a:r>
            <a:r>
              <a:rPr lang="en-US" altLang="zh-CN" sz="4000" i="1">
                <a:latin typeface="Times New Roman" panose="02020603050405020304" charset="0"/>
                <a:cs typeface="Times New Roman" panose="02020603050405020304" charset="0"/>
                <a:sym typeface="+mn-ea"/>
              </a:rPr>
              <a:t>P(</a:t>
            </a:r>
            <a:r>
              <a:rPr lang="en-US" altLang="zh-CN" sz="4000" i="1">
                <a:latin typeface="Times New Roman" panose="02020603050405020304" charset="0"/>
                <a:cs typeface="Times New Roman" panose="02020603050405020304" charset="0"/>
                <a:sym typeface="+mn-ea"/>
              </a:rPr>
              <a:t>A</a:t>
            </a:r>
            <a:r>
              <a:rPr lang="en-US" altLang="zh-CN" sz="4000" i="1">
                <a:latin typeface="Times New Roman" panose="02020603050405020304" charset="0"/>
                <a:cs typeface="Times New Roman" panose="02020603050405020304" charset="0"/>
                <a:sym typeface="+mn-ea"/>
              </a:rPr>
              <a:t>B</a:t>
            </a:r>
            <a:r>
              <a:rPr lang="en-US" altLang="zh-CN" sz="3200" i="1">
                <a:latin typeface="Times New Roman" panose="02020603050405020304" charset="0"/>
                <a:cs typeface="Times New Roman" panose="02020603050405020304" charset="0"/>
                <a:sym typeface="+mn-ea"/>
              </a:rPr>
              <a:t>i</a:t>
            </a:r>
            <a:r>
              <a:rPr lang="en-US" altLang="zh-CN" sz="4000" i="1">
                <a:latin typeface="Times New Roman" panose="02020603050405020304" charset="0"/>
                <a:cs typeface="Times New Roman" panose="02020603050405020304" charset="0"/>
                <a:sym typeface="+mn-ea"/>
              </a:rPr>
              <a:t>)=</a:t>
            </a:r>
            <a:r>
              <a:rPr lang="en-US" altLang="zh-CN" sz="4000" i="1">
                <a:latin typeface="Times New Roman" panose="02020603050405020304" charset="0"/>
                <a:cs typeface="Times New Roman" panose="02020603050405020304" charset="0"/>
                <a:sym typeface="+mn-ea"/>
              </a:rPr>
              <a:t>P(A|B</a:t>
            </a:r>
            <a:r>
              <a:rPr lang="en-US" altLang="zh-CN" sz="3200" i="1">
                <a:latin typeface="Times New Roman" panose="02020603050405020304" charset="0"/>
                <a:cs typeface="Times New Roman" panose="02020603050405020304" charset="0"/>
                <a:sym typeface="+mn-ea"/>
              </a:rPr>
              <a:t>i</a:t>
            </a:r>
            <a:r>
              <a:rPr lang="en-US" altLang="zh-CN" sz="4000" i="1">
                <a:latin typeface="Times New Roman" panose="02020603050405020304" charset="0"/>
                <a:cs typeface="Times New Roman" panose="02020603050405020304" charset="0"/>
                <a:sym typeface="+mn-ea"/>
              </a:rPr>
              <a:t>)P(B</a:t>
            </a:r>
            <a:r>
              <a:rPr lang="en-US" altLang="zh-CN" sz="3200" i="1">
                <a:latin typeface="Times New Roman" panose="02020603050405020304" charset="0"/>
                <a:cs typeface="Times New Roman" panose="02020603050405020304" charset="0"/>
                <a:sym typeface="+mn-ea"/>
              </a:rPr>
              <a:t>i</a:t>
            </a:r>
            <a:r>
              <a:rPr lang="en-US" altLang="zh-CN" sz="4000" i="1">
                <a:latin typeface="Times New Roman" panose="02020603050405020304" charset="0"/>
                <a:cs typeface="Times New Roman" panose="02020603050405020304" charset="0"/>
                <a:sym typeface="+mn-ea"/>
              </a:rPr>
              <a:t>)</a:t>
            </a:r>
            <a:endParaRPr lang="en-US" altLang="zh-CN" sz="4000"/>
          </a:p>
        </p:txBody>
      </p:sp>
      <p:graphicFrame>
        <p:nvGraphicFramePr>
          <p:cNvPr id="6" name="对象 -2147482619"/>
          <p:cNvGraphicFramePr>
            <a:graphicFrameLocks noChangeAspect="1"/>
          </p:cNvGraphicFramePr>
          <p:nvPr/>
        </p:nvGraphicFramePr>
        <p:xfrm>
          <a:off x="4265295" y="2298700"/>
          <a:ext cx="3093085" cy="521335"/>
        </p:xfrm>
        <a:graphic>
          <a:graphicData uri="http://schemas.openxmlformats.org/presentationml/2006/ole">
            <mc:AlternateContent xmlns:mc="http://schemas.openxmlformats.org/markup-compatibility/2006">
              <mc:Choice xmlns:v="urn:schemas-microsoft-com:vml" Requires="v">
                <p:oleObj spid="_x0000_s7" name="" r:id="rId1" imgW="1651000" imgH="279400" progId="Equation.DSMT4">
                  <p:embed/>
                </p:oleObj>
              </mc:Choice>
              <mc:Fallback>
                <p:oleObj name="" r:id="rId1" imgW="1651000" imgH="279400" progId="Equation.DSMT4">
                  <p:embed/>
                  <p:pic>
                    <p:nvPicPr>
                      <p:cNvPr id="0" name="图片 4"/>
                      <p:cNvPicPr/>
                      <p:nvPr/>
                    </p:nvPicPr>
                    <p:blipFill>
                      <a:blip r:embed="rId2"/>
                      <a:stretch>
                        <a:fillRect/>
                      </a:stretch>
                    </p:blipFill>
                    <p:spPr>
                      <a:xfrm>
                        <a:off x="4265295" y="2298700"/>
                        <a:ext cx="3093085" cy="521335"/>
                      </a:xfrm>
                      <a:prstGeom prst="rect">
                        <a:avLst/>
                      </a:prstGeom>
                      <a:noFill/>
                      <a:ln w="38100">
                        <a:noFill/>
                        <a:miter/>
                      </a:ln>
                    </p:spPr>
                  </p:pic>
                </p:oleObj>
              </mc:Fallback>
            </mc:AlternateContent>
          </a:graphicData>
        </a:graphic>
      </p:graphicFrame>
      <p:sp>
        <p:nvSpPr>
          <p:cNvPr id="5" name="文本框 4"/>
          <p:cNvSpPr txBox="1"/>
          <p:nvPr/>
        </p:nvSpPr>
        <p:spPr>
          <a:xfrm>
            <a:off x="2860040" y="1633220"/>
            <a:ext cx="3056890" cy="460375"/>
          </a:xfrm>
          <a:prstGeom prst="rect">
            <a:avLst/>
          </a:prstGeom>
          <a:noFill/>
        </p:spPr>
        <p:txBody>
          <a:bodyPr wrap="square" rtlCol="0">
            <a:spAutoFit/>
          </a:bodyPr>
          <a:p>
            <a:r>
              <a:rPr lang="zh-CN" altLang="en-US" sz="2400" b="1">
                <a:solidFill>
                  <a:srgbClr val="C00000"/>
                </a:solidFill>
              </a:rPr>
              <a:t>乘法公式</a:t>
            </a:r>
            <a:endParaRPr lang="zh-CN" altLang="en-US" sz="2400" b="1">
              <a:solidFill>
                <a:srgbClr val="C00000"/>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407285" y="166370"/>
            <a:ext cx="9524365" cy="6445250"/>
          </a:xfrm>
        </p:spPr>
        <p:txBody>
          <a:bodyPr/>
          <a:p>
            <a:pPr marL="0" indent="0">
              <a:buNone/>
            </a:pPr>
            <a:endParaRPr lang="zh-CN" altLang="en-US"/>
          </a:p>
          <a:p>
            <a:pPr marL="0" indent="0">
              <a:buNone/>
            </a:pPr>
            <a:r>
              <a:rPr lang="zh-CN" altLang="en-US">
                <a:latin typeface="楷体" panose="02010609060101010101" charset="-122"/>
                <a:ea typeface="楷体" panose="02010609060101010101" charset="-122"/>
              </a:rPr>
              <a:t>  </a:t>
            </a:r>
            <a:endParaRPr lang="zh-CN" altLang="en-US">
              <a:latin typeface="楷体" panose="02010609060101010101" charset="-122"/>
              <a:ea typeface="楷体" panose="02010609060101010101" charset="-122"/>
            </a:endParaRPr>
          </a:p>
          <a:p>
            <a:pPr marL="0" indent="0">
              <a:buNone/>
            </a:pPr>
            <a:r>
              <a:rPr lang="zh-CN" altLang="en-US" sz="2800">
                <a:latin typeface="楷体" panose="02010609060101010101" charset="-122"/>
                <a:ea typeface="楷体" panose="02010609060101010101" charset="-122"/>
              </a:rPr>
              <a:t>  </a:t>
            </a:r>
            <a:r>
              <a:rPr lang="en-US" altLang="zh-CN" sz="2800" b="1">
                <a:latin typeface="楷体" panose="02010609060101010101" charset="-122"/>
                <a:ea typeface="楷体" panose="02010609060101010101" charset="-122"/>
              </a:rPr>
              <a:t>2.贝叶斯决策准则</a:t>
            </a:r>
            <a:endParaRPr lang="en-US" altLang="zh-CN" sz="2800" b="1">
              <a:latin typeface="楷体" panose="02010609060101010101" charset="-122"/>
              <a:ea typeface="楷体" panose="02010609060101010101" charset="-122"/>
            </a:endParaRPr>
          </a:p>
          <a:p>
            <a:pPr marL="0" indent="0">
              <a:buNone/>
            </a:pPr>
            <a:r>
              <a:rPr lang="en-US" altLang="zh-CN" sz="2800" b="1">
                <a:latin typeface="楷体" panose="02010609060101010101" charset="-122"/>
                <a:ea typeface="楷体" panose="02010609060101010101" charset="-122"/>
              </a:rPr>
              <a:t>  </a:t>
            </a:r>
            <a:r>
              <a:rPr lang="zh-CN" altLang="en-US" sz="2800">
                <a:latin typeface="楷体" panose="02010609060101010101" charset="-122"/>
                <a:ea typeface="楷体" panose="02010609060101010101" charset="-122"/>
              </a:rPr>
              <a:t>假设           是有m个不同类别的集合，特征向量是d维向量，     是特征向量X在类别状态下的条件概率，   为类别  的先验概率。根据前面所述的贝叶斯公式，后验概率      的计算公式为：</a:t>
            </a:r>
            <a:endParaRPr lang="zh-CN" altLang="en-US" sz="2800">
              <a:latin typeface="楷体" panose="02010609060101010101" charset="-122"/>
              <a:ea typeface="楷体" panose="02010609060101010101" charset="-122"/>
            </a:endParaRPr>
          </a:p>
          <a:p>
            <a:pPr marL="0" indent="0">
              <a:buNone/>
            </a:pPr>
            <a:endParaRPr lang="zh-CN" altLang="en-US" sz="2800">
              <a:latin typeface="楷体" panose="02010609060101010101" charset="-122"/>
              <a:ea typeface="楷体" panose="02010609060101010101" charset="-122"/>
            </a:endParaRPr>
          </a:p>
          <a:p>
            <a:pPr marL="0" indent="0">
              <a:buNone/>
            </a:pPr>
            <a:endParaRPr lang="zh-CN" altLang="en-US" sz="2800">
              <a:latin typeface="楷体" panose="02010609060101010101" charset="-122"/>
              <a:ea typeface="楷体" panose="02010609060101010101" charset="-122"/>
            </a:endParaRPr>
          </a:p>
          <a:p>
            <a:pPr marL="0" indent="0">
              <a:buNone/>
            </a:pPr>
            <a:r>
              <a:rPr lang="zh-CN" altLang="en-US" sz="2800">
                <a:latin typeface="楷体" panose="02010609060101010101" charset="-122"/>
                <a:ea typeface="楷体" panose="02010609060101010101" charset="-122"/>
              </a:rPr>
              <a:t>其中</a:t>
            </a:r>
            <a:endParaRPr lang="zh-CN" altLang="en-US" sz="2800">
              <a:latin typeface="楷体" panose="02010609060101010101" charset="-122"/>
              <a:ea typeface="楷体" panose="02010609060101010101" charset="-122"/>
            </a:endParaRPr>
          </a:p>
        </p:txBody>
      </p:sp>
      <p:graphicFrame>
        <p:nvGraphicFramePr>
          <p:cNvPr id="26" name="对象 -2147482596"/>
          <p:cNvGraphicFramePr>
            <a:graphicFrameLocks noChangeAspect="1"/>
          </p:cNvGraphicFramePr>
          <p:nvPr/>
        </p:nvGraphicFramePr>
        <p:xfrm>
          <a:off x="3683635" y="1607820"/>
          <a:ext cx="1868805" cy="395605"/>
        </p:xfrm>
        <a:graphic>
          <a:graphicData uri="http://schemas.openxmlformats.org/presentationml/2006/ole">
            <mc:AlternateContent xmlns:mc="http://schemas.openxmlformats.org/markup-compatibility/2006">
              <mc:Choice xmlns:v="urn:schemas-microsoft-com:vml" Requires="v">
                <p:oleObj spid="_x0000_s27" name="" r:id="rId1" imgW="1205865" imgH="254000" progId="Equation.DSMT4">
                  <p:embed/>
                </p:oleObj>
              </mc:Choice>
              <mc:Fallback>
                <p:oleObj name="" r:id="rId1" imgW="1205865" imgH="254000" progId="Equation.DSMT4">
                  <p:embed/>
                  <p:pic>
                    <p:nvPicPr>
                      <p:cNvPr id="0" name="图片 14"/>
                      <p:cNvPicPr/>
                      <p:nvPr/>
                    </p:nvPicPr>
                    <p:blipFill>
                      <a:blip r:embed="rId2"/>
                      <a:stretch>
                        <a:fillRect/>
                      </a:stretch>
                    </p:blipFill>
                    <p:spPr>
                      <a:xfrm>
                        <a:off x="3683635" y="1607820"/>
                        <a:ext cx="1868805" cy="395605"/>
                      </a:xfrm>
                      <a:prstGeom prst="rect">
                        <a:avLst/>
                      </a:prstGeom>
                      <a:noFill/>
                      <a:ln w="38100">
                        <a:noFill/>
                        <a:miter/>
                      </a:ln>
                    </p:spPr>
                  </p:pic>
                </p:oleObj>
              </mc:Fallback>
            </mc:AlternateContent>
          </a:graphicData>
        </a:graphic>
      </p:graphicFrame>
      <p:graphicFrame>
        <p:nvGraphicFramePr>
          <p:cNvPr id="28" name="对象 -2147482594"/>
          <p:cNvGraphicFramePr>
            <a:graphicFrameLocks noChangeAspect="1"/>
          </p:cNvGraphicFramePr>
          <p:nvPr/>
        </p:nvGraphicFramePr>
        <p:xfrm>
          <a:off x="3830320" y="1999615"/>
          <a:ext cx="911225" cy="415925"/>
        </p:xfrm>
        <a:graphic>
          <a:graphicData uri="http://schemas.openxmlformats.org/presentationml/2006/ole">
            <mc:AlternateContent xmlns:mc="http://schemas.openxmlformats.org/markup-compatibility/2006">
              <mc:Choice xmlns:v="urn:schemas-microsoft-com:vml" Requires="v">
                <p:oleObj spid="_x0000_s29" name="" r:id="rId3" imgW="596900" imgH="279400" progId="Equation.DSMT4">
                  <p:embed/>
                </p:oleObj>
              </mc:Choice>
              <mc:Fallback>
                <p:oleObj name="" r:id="rId3" imgW="596900" imgH="279400" progId="Equation.DSMT4">
                  <p:embed/>
                  <p:pic>
                    <p:nvPicPr>
                      <p:cNvPr id="0" name="图片 15"/>
                      <p:cNvPicPr/>
                      <p:nvPr/>
                    </p:nvPicPr>
                    <p:blipFill>
                      <a:blip r:embed="rId4"/>
                      <a:stretch>
                        <a:fillRect/>
                      </a:stretch>
                    </p:blipFill>
                    <p:spPr>
                      <a:xfrm>
                        <a:off x="3830320" y="1999615"/>
                        <a:ext cx="911225" cy="415925"/>
                      </a:xfrm>
                      <a:prstGeom prst="rect">
                        <a:avLst/>
                      </a:prstGeom>
                      <a:noFill/>
                      <a:ln w="38100">
                        <a:noFill/>
                        <a:miter/>
                      </a:ln>
                    </p:spPr>
                  </p:pic>
                </p:oleObj>
              </mc:Fallback>
            </mc:AlternateContent>
          </a:graphicData>
        </a:graphic>
      </p:graphicFrame>
      <p:graphicFrame>
        <p:nvGraphicFramePr>
          <p:cNvPr id="30" name="对象 -2147482592"/>
          <p:cNvGraphicFramePr>
            <a:graphicFrameLocks noChangeAspect="1"/>
          </p:cNvGraphicFramePr>
          <p:nvPr/>
        </p:nvGraphicFramePr>
        <p:xfrm>
          <a:off x="10861040" y="1979930"/>
          <a:ext cx="755650" cy="455295"/>
        </p:xfrm>
        <a:graphic>
          <a:graphicData uri="http://schemas.openxmlformats.org/presentationml/2006/ole">
            <mc:AlternateContent xmlns:mc="http://schemas.openxmlformats.org/markup-compatibility/2006">
              <mc:Choice xmlns:v="urn:schemas-microsoft-com:vml" Requires="v">
                <p:oleObj spid="_x0000_s31" name="" r:id="rId5" imgW="419100" imgH="254000" progId="Equation.DSMT4">
                  <p:embed/>
                </p:oleObj>
              </mc:Choice>
              <mc:Fallback>
                <p:oleObj name="" r:id="rId5" imgW="419100" imgH="254000" progId="Equation.DSMT4">
                  <p:embed/>
                  <p:pic>
                    <p:nvPicPr>
                      <p:cNvPr id="0" name="图片 16"/>
                      <p:cNvPicPr/>
                      <p:nvPr/>
                    </p:nvPicPr>
                    <p:blipFill>
                      <a:blip r:embed="rId6"/>
                      <a:stretch>
                        <a:fillRect/>
                      </a:stretch>
                    </p:blipFill>
                    <p:spPr>
                      <a:xfrm>
                        <a:off x="10861040" y="1979930"/>
                        <a:ext cx="755650" cy="455295"/>
                      </a:xfrm>
                      <a:prstGeom prst="rect">
                        <a:avLst/>
                      </a:prstGeom>
                      <a:noFill/>
                      <a:ln w="38100">
                        <a:noFill/>
                        <a:miter/>
                      </a:ln>
                    </p:spPr>
                  </p:pic>
                </p:oleObj>
              </mc:Fallback>
            </mc:AlternateContent>
          </a:graphicData>
        </a:graphic>
      </p:graphicFrame>
      <p:graphicFrame>
        <p:nvGraphicFramePr>
          <p:cNvPr id="32" name="对象 -2147482591"/>
          <p:cNvGraphicFramePr>
            <a:graphicFrameLocks noChangeAspect="1"/>
          </p:cNvGraphicFramePr>
          <p:nvPr/>
        </p:nvGraphicFramePr>
        <p:xfrm>
          <a:off x="3528060" y="2395855"/>
          <a:ext cx="405130" cy="534035"/>
        </p:xfrm>
        <a:graphic>
          <a:graphicData uri="http://schemas.openxmlformats.org/presentationml/2006/ole">
            <mc:AlternateContent xmlns:mc="http://schemas.openxmlformats.org/markup-compatibility/2006">
              <mc:Choice xmlns:v="urn:schemas-microsoft-com:vml" Requires="v">
                <p:oleObj spid="_x0000_s33" name="" r:id="rId7" imgW="177800" imgH="228600" progId="Equation.DSMT4">
                  <p:embed/>
                </p:oleObj>
              </mc:Choice>
              <mc:Fallback>
                <p:oleObj name="" r:id="rId7" imgW="177800" imgH="228600" progId="Equation.DSMT4">
                  <p:embed/>
                  <p:pic>
                    <p:nvPicPr>
                      <p:cNvPr id="0" name="图片 17"/>
                      <p:cNvPicPr/>
                      <p:nvPr/>
                    </p:nvPicPr>
                    <p:blipFill>
                      <a:blip r:embed="rId8"/>
                      <a:stretch>
                        <a:fillRect/>
                      </a:stretch>
                    </p:blipFill>
                    <p:spPr>
                      <a:xfrm>
                        <a:off x="3528060" y="2395855"/>
                        <a:ext cx="405130" cy="534035"/>
                      </a:xfrm>
                      <a:prstGeom prst="rect">
                        <a:avLst/>
                      </a:prstGeom>
                      <a:noFill/>
                      <a:ln w="38100">
                        <a:noFill/>
                        <a:miter/>
                      </a:ln>
                    </p:spPr>
                  </p:pic>
                </p:oleObj>
              </mc:Fallback>
            </mc:AlternateContent>
          </a:graphicData>
        </a:graphic>
      </p:graphicFrame>
      <p:graphicFrame>
        <p:nvGraphicFramePr>
          <p:cNvPr id="34" name="对象 -2147482590"/>
          <p:cNvGraphicFramePr>
            <a:graphicFrameLocks noChangeAspect="1"/>
          </p:cNvGraphicFramePr>
          <p:nvPr/>
        </p:nvGraphicFramePr>
        <p:xfrm>
          <a:off x="2915285" y="2878455"/>
          <a:ext cx="949325" cy="467360"/>
        </p:xfrm>
        <a:graphic>
          <a:graphicData uri="http://schemas.openxmlformats.org/presentationml/2006/ole">
            <mc:AlternateContent xmlns:mc="http://schemas.openxmlformats.org/markup-compatibility/2006">
              <mc:Choice xmlns:v="urn:schemas-microsoft-com:vml" Requires="v">
                <p:oleObj spid="_x0000_s35" name="" r:id="rId9" imgW="596900" imgH="279400" progId="Equation.DSMT4">
                  <p:embed/>
                </p:oleObj>
              </mc:Choice>
              <mc:Fallback>
                <p:oleObj name="" r:id="rId9" imgW="596900" imgH="279400" progId="Equation.DSMT4">
                  <p:embed/>
                  <p:pic>
                    <p:nvPicPr>
                      <p:cNvPr id="0" name="图片 18"/>
                      <p:cNvPicPr/>
                      <p:nvPr/>
                    </p:nvPicPr>
                    <p:blipFill>
                      <a:blip r:embed="rId10"/>
                      <a:stretch>
                        <a:fillRect/>
                      </a:stretch>
                    </p:blipFill>
                    <p:spPr>
                      <a:xfrm>
                        <a:off x="2915285" y="2878455"/>
                        <a:ext cx="949325" cy="467360"/>
                      </a:xfrm>
                      <a:prstGeom prst="rect">
                        <a:avLst/>
                      </a:prstGeom>
                      <a:noFill/>
                      <a:ln w="38100">
                        <a:noFill/>
                        <a:miter/>
                      </a:ln>
                    </p:spPr>
                  </p:pic>
                </p:oleObj>
              </mc:Fallback>
            </mc:AlternateContent>
          </a:graphicData>
        </a:graphic>
      </p:graphicFrame>
      <p:graphicFrame>
        <p:nvGraphicFramePr>
          <p:cNvPr id="36" name="对象 -2147482589"/>
          <p:cNvGraphicFramePr>
            <a:graphicFrameLocks noChangeAspect="1"/>
          </p:cNvGraphicFramePr>
          <p:nvPr/>
        </p:nvGraphicFramePr>
        <p:xfrm>
          <a:off x="4373880" y="3345815"/>
          <a:ext cx="3065780" cy="868045"/>
        </p:xfrm>
        <a:graphic>
          <a:graphicData uri="http://schemas.openxmlformats.org/presentationml/2006/ole">
            <mc:AlternateContent xmlns:mc="http://schemas.openxmlformats.org/markup-compatibility/2006">
              <mc:Choice xmlns:v="urn:schemas-microsoft-com:vml" Requires="v">
                <p:oleObj spid="_x0000_s37" name="" r:id="rId11" imgW="1726565" imgH="495300" progId="Equation.DSMT4">
                  <p:embed/>
                </p:oleObj>
              </mc:Choice>
              <mc:Fallback>
                <p:oleObj name="" r:id="rId11" imgW="1726565" imgH="495300" progId="Equation.DSMT4">
                  <p:embed/>
                  <p:pic>
                    <p:nvPicPr>
                      <p:cNvPr id="0" name="图片 19"/>
                      <p:cNvPicPr/>
                      <p:nvPr/>
                    </p:nvPicPr>
                    <p:blipFill>
                      <a:blip r:embed="rId12"/>
                      <a:stretch>
                        <a:fillRect/>
                      </a:stretch>
                    </p:blipFill>
                    <p:spPr>
                      <a:xfrm>
                        <a:off x="4373880" y="3345815"/>
                        <a:ext cx="3065780" cy="868045"/>
                      </a:xfrm>
                      <a:prstGeom prst="rect">
                        <a:avLst/>
                      </a:prstGeom>
                      <a:noFill/>
                      <a:ln w="38100">
                        <a:noFill/>
                        <a:miter/>
                      </a:ln>
                    </p:spPr>
                  </p:pic>
                </p:oleObj>
              </mc:Fallback>
            </mc:AlternateContent>
          </a:graphicData>
        </a:graphic>
      </p:graphicFrame>
      <p:graphicFrame>
        <p:nvGraphicFramePr>
          <p:cNvPr id="38" name="对象 -2147482588"/>
          <p:cNvGraphicFramePr>
            <a:graphicFrameLocks noChangeAspect="1"/>
          </p:cNvGraphicFramePr>
          <p:nvPr/>
        </p:nvGraphicFramePr>
        <p:xfrm>
          <a:off x="7854950" y="3608070"/>
          <a:ext cx="730250" cy="374650"/>
        </p:xfrm>
        <a:graphic>
          <a:graphicData uri="http://schemas.openxmlformats.org/presentationml/2006/ole">
            <mc:AlternateContent xmlns:mc="http://schemas.openxmlformats.org/markup-compatibility/2006">
              <mc:Choice xmlns:v="urn:schemas-microsoft-com:vml" Requires="v">
                <p:oleObj spid="_x0000_s39" name="" r:id="rId13" imgW="354965" imgH="177800" progId="Equation.DSMT4">
                  <p:embed/>
                </p:oleObj>
              </mc:Choice>
              <mc:Fallback>
                <p:oleObj name="" r:id="rId13" imgW="354965" imgH="177800" progId="Equation.DSMT4">
                  <p:embed/>
                  <p:pic>
                    <p:nvPicPr>
                      <p:cNvPr id="0" name="图片 20"/>
                      <p:cNvPicPr/>
                      <p:nvPr/>
                    </p:nvPicPr>
                    <p:blipFill>
                      <a:blip r:embed="rId14"/>
                      <a:stretch>
                        <a:fillRect/>
                      </a:stretch>
                    </p:blipFill>
                    <p:spPr>
                      <a:xfrm>
                        <a:off x="7854950" y="3608070"/>
                        <a:ext cx="730250" cy="374650"/>
                      </a:xfrm>
                      <a:prstGeom prst="rect">
                        <a:avLst/>
                      </a:prstGeom>
                      <a:noFill/>
                      <a:ln w="38100">
                        <a:noFill/>
                        <a:miter/>
                      </a:ln>
                    </p:spPr>
                  </p:pic>
                </p:oleObj>
              </mc:Fallback>
            </mc:AlternateContent>
          </a:graphicData>
        </a:graphic>
      </p:graphicFrame>
      <p:graphicFrame>
        <p:nvGraphicFramePr>
          <p:cNvPr id="40" name="对象 -2147482587"/>
          <p:cNvGraphicFramePr>
            <a:graphicFrameLocks noChangeAspect="1"/>
          </p:cNvGraphicFramePr>
          <p:nvPr/>
        </p:nvGraphicFramePr>
        <p:xfrm>
          <a:off x="4374515" y="4587875"/>
          <a:ext cx="3843655" cy="992505"/>
        </p:xfrm>
        <a:graphic>
          <a:graphicData uri="http://schemas.openxmlformats.org/presentationml/2006/ole">
            <mc:AlternateContent xmlns:mc="http://schemas.openxmlformats.org/markup-compatibility/2006">
              <mc:Choice xmlns:v="urn:schemas-microsoft-com:vml" Requires="v">
                <p:oleObj spid="_x0000_s41" name="" r:id="rId15" imgW="1739900" imgH="444500" progId="Equation.DSMT4">
                  <p:embed/>
                </p:oleObj>
              </mc:Choice>
              <mc:Fallback>
                <p:oleObj name="" r:id="rId15" imgW="1739900" imgH="444500" progId="Equation.DSMT4">
                  <p:embed/>
                  <p:pic>
                    <p:nvPicPr>
                      <p:cNvPr id="0" name="图片 21"/>
                      <p:cNvPicPr/>
                      <p:nvPr/>
                    </p:nvPicPr>
                    <p:blipFill>
                      <a:blip r:embed="rId16"/>
                      <a:stretch>
                        <a:fillRect/>
                      </a:stretch>
                    </p:blipFill>
                    <p:spPr>
                      <a:xfrm>
                        <a:off x="4374515" y="4587875"/>
                        <a:ext cx="3843655" cy="992505"/>
                      </a:xfrm>
                      <a:prstGeom prst="rect">
                        <a:avLst/>
                      </a:prstGeom>
                      <a:noFill/>
                      <a:ln w="38100">
                        <a:noFill/>
                        <a:miter/>
                      </a:ln>
                    </p:spPr>
                  </p:pic>
                </p:oleObj>
              </mc:Fallback>
            </mc:AlternateContent>
          </a:graphicData>
        </a:graphic>
      </p:graphicFrame>
      <p:sp>
        <p:nvSpPr>
          <p:cNvPr id="43" name="文本框 42"/>
          <p:cNvSpPr txBox="1"/>
          <p:nvPr/>
        </p:nvSpPr>
        <p:spPr>
          <a:xfrm>
            <a:off x="2131060" y="5659120"/>
            <a:ext cx="9309735" cy="1198880"/>
          </a:xfrm>
          <a:prstGeom prst="rect">
            <a:avLst/>
          </a:prstGeom>
          <a:noFill/>
        </p:spPr>
        <p:txBody>
          <a:bodyPr wrap="square" rtlCol="0">
            <a:spAutoFit/>
          </a:bodyPr>
          <a:p>
            <a:r>
              <a:rPr lang="zh-CN" altLang="en-US" sz="2400" b="1">
                <a:solidFill>
                  <a:srgbClr val="C00000"/>
                </a:solidFill>
                <a:latin typeface="楷体" panose="02010609060101010101" charset="-122"/>
                <a:ea typeface="楷体" panose="02010609060101010101" charset="-122"/>
                <a:sym typeface="+mn-ea"/>
              </a:rPr>
              <a:t>贝叶斯决策准则</a:t>
            </a:r>
            <a:r>
              <a:rPr lang="zh-CN" altLang="en-US" sz="2400">
                <a:latin typeface="楷体" panose="02010609060101010101" charset="-122"/>
                <a:ea typeface="楷体" panose="02010609060101010101" charset="-122"/>
                <a:sym typeface="+mn-ea"/>
              </a:rPr>
              <a:t>为：如果对于任意</a:t>
            </a:r>
            <a:r>
              <a:rPr lang="en-US" altLang="zh-CN" sz="2400">
                <a:latin typeface="楷体" panose="02010609060101010101" charset="-122"/>
                <a:ea typeface="楷体" panose="02010609060101010101" charset="-122"/>
                <a:sym typeface="+mn-ea"/>
              </a:rPr>
              <a:t>j</a:t>
            </a:r>
            <a:r>
              <a:rPr lang="zh-CN" altLang="en-US" sz="2400">
                <a:latin typeface="楷体" panose="02010609060101010101" charset="-122"/>
                <a:ea typeface="楷体" panose="02010609060101010101" charset="-122"/>
                <a:sym typeface="+mn-ea"/>
              </a:rPr>
              <a:t>，都有             成立，则样本模式X被判定为类别   。</a:t>
            </a:r>
            <a:endParaRPr lang="zh-CN" altLang="en-US" sz="2400">
              <a:latin typeface="楷体" panose="02010609060101010101" charset="-122"/>
              <a:ea typeface="楷体" panose="02010609060101010101" charset="-122"/>
            </a:endParaRPr>
          </a:p>
          <a:p>
            <a:endParaRPr lang="zh-CN" altLang="en-US" sz="2400">
              <a:latin typeface="楷体" panose="02010609060101010101" charset="-122"/>
              <a:ea typeface="楷体" panose="02010609060101010101" charset="-122"/>
            </a:endParaRPr>
          </a:p>
        </p:txBody>
      </p:sp>
      <p:graphicFrame>
        <p:nvGraphicFramePr>
          <p:cNvPr id="44" name="对象 -2147482585"/>
          <p:cNvGraphicFramePr>
            <a:graphicFrameLocks noChangeAspect="1"/>
          </p:cNvGraphicFramePr>
          <p:nvPr/>
        </p:nvGraphicFramePr>
        <p:xfrm>
          <a:off x="7854950" y="5659120"/>
          <a:ext cx="1914525" cy="394335"/>
        </p:xfrm>
        <a:graphic>
          <a:graphicData uri="http://schemas.openxmlformats.org/presentationml/2006/ole">
            <mc:AlternateContent xmlns:mc="http://schemas.openxmlformats.org/markup-compatibility/2006">
              <mc:Choice xmlns:v="urn:schemas-microsoft-com:vml" Requires="v">
                <p:oleObj spid="_x0000_s45" name="" r:id="rId17" imgW="1320165" imgH="279400" progId="Equation.DSMT4">
                  <p:embed/>
                </p:oleObj>
              </mc:Choice>
              <mc:Fallback>
                <p:oleObj name="" r:id="rId17" imgW="1320165" imgH="279400" progId="Equation.DSMT4">
                  <p:embed/>
                  <p:pic>
                    <p:nvPicPr>
                      <p:cNvPr id="0" name="图片 3075"/>
                      <p:cNvPicPr/>
                      <p:nvPr/>
                    </p:nvPicPr>
                    <p:blipFill>
                      <a:blip r:embed="rId18"/>
                      <a:stretch>
                        <a:fillRect/>
                      </a:stretch>
                    </p:blipFill>
                    <p:spPr>
                      <a:xfrm>
                        <a:off x="7854950" y="5659120"/>
                        <a:ext cx="1914525" cy="394335"/>
                      </a:xfrm>
                      <a:prstGeom prst="rect">
                        <a:avLst/>
                      </a:prstGeom>
                      <a:noFill/>
                      <a:ln w="38100">
                        <a:noFill/>
                        <a:miter/>
                      </a:ln>
                    </p:spPr>
                  </p:pic>
                </p:oleObj>
              </mc:Fallback>
            </mc:AlternateContent>
          </a:graphicData>
        </a:graphic>
      </p:graphicFrame>
      <p:graphicFrame>
        <p:nvGraphicFramePr>
          <p:cNvPr id="46" name="对象 -2147482584"/>
          <p:cNvGraphicFramePr>
            <a:graphicFrameLocks noChangeAspect="1"/>
          </p:cNvGraphicFramePr>
          <p:nvPr/>
        </p:nvGraphicFramePr>
        <p:xfrm>
          <a:off x="5393055" y="6053455"/>
          <a:ext cx="351155" cy="462915"/>
        </p:xfrm>
        <a:graphic>
          <a:graphicData uri="http://schemas.openxmlformats.org/presentationml/2006/ole">
            <mc:AlternateContent xmlns:mc="http://schemas.openxmlformats.org/markup-compatibility/2006">
              <mc:Choice xmlns:v="urn:schemas-microsoft-com:vml" Requires="v">
                <p:oleObj spid="_x0000_s47" name="" r:id="rId19" imgW="177800" imgH="228600" progId="Equation.DSMT4">
                  <p:embed/>
                </p:oleObj>
              </mc:Choice>
              <mc:Fallback>
                <p:oleObj name="" r:id="rId19" imgW="177800" imgH="228600" progId="Equation.DSMT4">
                  <p:embed/>
                  <p:pic>
                    <p:nvPicPr>
                      <p:cNvPr id="0" name="图片 3"/>
                      <p:cNvPicPr/>
                      <p:nvPr/>
                    </p:nvPicPr>
                    <p:blipFill>
                      <a:blip r:embed="rId8"/>
                      <a:stretch>
                        <a:fillRect/>
                      </a:stretch>
                    </p:blipFill>
                    <p:spPr>
                      <a:xfrm>
                        <a:off x="5393055" y="6053455"/>
                        <a:ext cx="351155" cy="462915"/>
                      </a:xfrm>
                      <a:prstGeom prst="rect">
                        <a:avLst/>
                      </a:prstGeom>
                      <a:noFill/>
                      <a:ln w="38100">
                        <a:noFill/>
                        <a:miter/>
                      </a:ln>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414145" y="257810"/>
            <a:ext cx="10408920" cy="6336665"/>
          </a:xfrm>
        </p:spPr>
        <p:txBody>
          <a:bodyPr>
            <a:normAutofit lnSpcReduction="10000"/>
          </a:bodyPr>
          <a:p>
            <a:pPr marL="0" indent="0">
              <a:buNone/>
            </a:pPr>
            <a:r>
              <a:rPr lang="zh-CN" altLang="en-US">
                <a:latin typeface="楷体" panose="02010609060101010101" charset="-122"/>
                <a:ea typeface="楷体" panose="02010609060101010101" charset="-122"/>
              </a:rPr>
              <a:t> 。</a:t>
            </a:r>
            <a:endParaRPr lang="zh-CN" altLang="en-US">
              <a:latin typeface="楷体" panose="02010609060101010101" charset="-122"/>
              <a:ea typeface="楷体" panose="02010609060101010101" charset="-122"/>
            </a:endParaRPr>
          </a:p>
          <a:p>
            <a:pPr marL="0" indent="0">
              <a:buNone/>
            </a:pPr>
            <a:r>
              <a:rPr lang="zh-CN" altLang="en-US">
                <a:latin typeface="楷体" panose="02010609060101010101" charset="-122"/>
                <a:ea typeface="楷体" panose="02010609060101010101" charset="-122"/>
              </a:rPr>
              <a:t>  </a:t>
            </a:r>
            <a:r>
              <a:rPr lang="en-US" altLang="zh-CN" sz="2400" b="1">
                <a:latin typeface="楷体" panose="02010609060101010101" charset="-122"/>
                <a:ea typeface="楷体" panose="02010609060101010101" charset="-122"/>
              </a:rPr>
              <a:t>3.极大后验假设</a:t>
            </a:r>
            <a:endParaRPr lang="en-US" altLang="zh-CN" sz="2400" b="1">
              <a:latin typeface="楷体" panose="02010609060101010101" charset="-122"/>
              <a:ea typeface="楷体" panose="02010609060101010101" charset="-122"/>
            </a:endParaRPr>
          </a:p>
          <a:p>
            <a:pPr marL="0" indent="0">
              <a:buNone/>
            </a:pPr>
            <a:r>
              <a:rPr lang="en-US" altLang="zh-CN" sz="2400" b="1">
                <a:latin typeface="楷体" panose="02010609060101010101" charset="-122"/>
                <a:ea typeface="楷体" panose="02010609060101010101" charset="-122"/>
              </a:rPr>
              <a:t>  </a:t>
            </a:r>
            <a:r>
              <a:rPr lang="en-US" altLang="zh-CN" sz="2400">
                <a:latin typeface="楷体" panose="02010609060101010101" charset="-122"/>
                <a:ea typeface="楷体" panose="02010609060101010101" charset="-122"/>
              </a:rPr>
              <a:t>根据贝叶斯公式可得到一种计算后验概率的方法：</a:t>
            </a:r>
            <a:r>
              <a:rPr lang="en-US" altLang="zh-CN" sz="2400" b="1">
                <a:solidFill>
                  <a:srgbClr val="C00000"/>
                </a:solidFill>
                <a:latin typeface="楷体" panose="02010609060101010101" charset="-122"/>
                <a:ea typeface="楷体" panose="02010609060101010101" charset="-122"/>
              </a:rPr>
              <a:t>在一定假设的条件下，根据先验概率和统计样本数据得到的概率，可以得到后验概率</a:t>
            </a:r>
            <a:r>
              <a:rPr lang="en-US" altLang="zh-CN" sz="2400">
                <a:latin typeface="楷体" panose="02010609060101010101" charset="-122"/>
                <a:ea typeface="楷体" panose="02010609060101010101" charset="-122"/>
              </a:rPr>
              <a:t>。</a:t>
            </a:r>
            <a:endParaRPr lang="en-US" altLang="zh-CN" sz="2400">
              <a:latin typeface="楷体" panose="02010609060101010101" charset="-122"/>
              <a:ea typeface="楷体" panose="02010609060101010101" charset="-122"/>
            </a:endParaRPr>
          </a:p>
          <a:p>
            <a:pPr marL="0" indent="0">
              <a:buNone/>
            </a:pPr>
            <a:r>
              <a:rPr lang="en-US" altLang="zh-CN" sz="2400">
                <a:latin typeface="楷体" panose="02010609060101010101" charset="-122"/>
                <a:ea typeface="楷体" panose="02010609060101010101" charset="-122"/>
              </a:rPr>
              <a:t>  </a:t>
            </a:r>
            <a:r>
              <a:rPr lang="zh-CN" altLang="en-US" sz="2400">
                <a:latin typeface="楷体" panose="02010609060101010101" charset="-122"/>
                <a:ea typeface="楷体" panose="02010609060101010101" charset="-122"/>
              </a:rPr>
              <a:t>令   是假设c的先验概率，它表示c是正确假设的概率，   表示的是训练样本X的先验概率，    表示在假设c正确的条件下样本X发生或出现的概率，根据贝叶斯公式可以得到后验概率的计算公式：</a:t>
            </a:r>
            <a:endParaRPr lang="zh-CN" altLang="en-US" sz="2400">
              <a:latin typeface="楷体" panose="02010609060101010101" charset="-122"/>
              <a:ea typeface="楷体" panose="02010609060101010101" charset="-122"/>
            </a:endParaRPr>
          </a:p>
          <a:p>
            <a:pPr marL="0" indent="0">
              <a:buNone/>
            </a:pPr>
            <a:endParaRPr lang="zh-CN" altLang="en-US" sz="2400">
              <a:latin typeface="楷体" panose="02010609060101010101" charset="-122"/>
              <a:ea typeface="楷体" panose="02010609060101010101" charset="-122"/>
            </a:endParaRPr>
          </a:p>
          <a:p>
            <a:pPr marL="0" indent="0">
              <a:buNone/>
            </a:pPr>
            <a:endParaRPr lang="zh-CN" altLang="en-US" sz="2400">
              <a:latin typeface="楷体" panose="02010609060101010101" charset="-122"/>
              <a:ea typeface="楷体" panose="02010609060101010101" charset="-122"/>
            </a:endParaRPr>
          </a:p>
          <a:p>
            <a:pPr marL="0" indent="0">
              <a:buNone/>
            </a:pPr>
            <a:r>
              <a:rPr lang="zh-CN" altLang="en-US" sz="2400">
                <a:latin typeface="楷体" panose="02010609060101010101" charset="-122"/>
                <a:ea typeface="楷体" panose="02010609060101010101" charset="-122"/>
              </a:rPr>
              <a:t>  设</a:t>
            </a:r>
            <a:r>
              <a:rPr lang="en-US" altLang="zh-CN" sz="2400">
                <a:latin typeface="楷体" panose="02010609060101010101" charset="-122"/>
                <a:ea typeface="楷体" panose="02010609060101010101" charset="-122"/>
              </a:rPr>
              <a:t>C为类别集合也就是待选假设集合，在给定未知类别标号样本X时，过计算找到可能性最大的假设</a:t>
            </a:r>
            <a:endParaRPr lang="en-US" altLang="zh-CN" sz="2400">
              <a:latin typeface="楷体" panose="02010609060101010101" charset="-122"/>
              <a:ea typeface="楷体" panose="02010609060101010101" charset="-122"/>
            </a:endParaRPr>
          </a:p>
          <a:p>
            <a:pPr marL="0" indent="0">
              <a:buNone/>
            </a:pPr>
            <a:r>
              <a:rPr lang="en-US" altLang="zh-CN" sz="2400">
                <a:latin typeface="楷体" panose="02010609060101010101" charset="-122"/>
                <a:ea typeface="楷体" panose="02010609060101010101" charset="-122"/>
              </a:rPr>
              <a:t>     </a:t>
            </a:r>
            <a:r>
              <a:rPr lang="zh-CN" altLang="en-US" sz="2400">
                <a:latin typeface="楷体" panose="02010609060101010101" charset="-122"/>
                <a:ea typeface="楷体" panose="02010609060101010101" charset="-122"/>
              </a:rPr>
              <a:t>，具有最大可能性的假设或类别被称为极大后验假设(maximum a posteriori)，记作     ：</a:t>
            </a:r>
            <a:endParaRPr lang="zh-CN" altLang="en-US" sz="2400">
              <a:latin typeface="楷体" panose="02010609060101010101" charset="-122"/>
              <a:ea typeface="楷体" panose="02010609060101010101" charset="-122"/>
            </a:endParaRPr>
          </a:p>
          <a:p>
            <a:pPr marL="0" indent="0">
              <a:buNone/>
            </a:pPr>
            <a:endParaRPr lang="zh-CN" altLang="en-US" sz="2400">
              <a:latin typeface="楷体" panose="02010609060101010101" charset="-122"/>
              <a:ea typeface="楷体" panose="02010609060101010101" charset="-122"/>
            </a:endParaRPr>
          </a:p>
          <a:p>
            <a:pPr marL="0" indent="0">
              <a:buNone/>
            </a:pPr>
            <a:endParaRPr lang="zh-CN" altLang="en-US" sz="2400">
              <a:latin typeface="楷体" panose="02010609060101010101" charset="-122"/>
              <a:ea typeface="楷体" panose="02010609060101010101" charset="-122"/>
            </a:endParaRPr>
          </a:p>
        </p:txBody>
      </p:sp>
      <p:graphicFrame>
        <p:nvGraphicFramePr>
          <p:cNvPr id="6" name="对象 -2147482583"/>
          <p:cNvGraphicFramePr>
            <a:graphicFrameLocks noChangeAspect="1"/>
          </p:cNvGraphicFramePr>
          <p:nvPr/>
        </p:nvGraphicFramePr>
        <p:xfrm>
          <a:off x="2072640" y="1920240"/>
          <a:ext cx="570865" cy="421640"/>
        </p:xfrm>
        <a:graphic>
          <a:graphicData uri="http://schemas.openxmlformats.org/presentationml/2006/ole">
            <mc:AlternateContent xmlns:mc="http://schemas.openxmlformats.org/markup-compatibility/2006">
              <mc:Choice xmlns:v="urn:schemas-microsoft-com:vml" Requires="v">
                <p:oleObj spid="_x0000_s7" name="" r:id="rId1" imgW="355600" imgH="254000" progId="Equation.DSMT4">
                  <p:embed/>
                </p:oleObj>
              </mc:Choice>
              <mc:Fallback>
                <p:oleObj name="" r:id="rId1" imgW="355600" imgH="254000" progId="Equation.DSMT4">
                  <p:embed/>
                  <p:pic>
                    <p:nvPicPr>
                      <p:cNvPr id="0" name="图片 4"/>
                      <p:cNvPicPr/>
                      <p:nvPr/>
                    </p:nvPicPr>
                    <p:blipFill>
                      <a:blip r:embed="rId2"/>
                      <a:stretch>
                        <a:fillRect/>
                      </a:stretch>
                    </p:blipFill>
                    <p:spPr>
                      <a:xfrm>
                        <a:off x="2072640" y="1920240"/>
                        <a:ext cx="570865" cy="421640"/>
                      </a:xfrm>
                      <a:prstGeom prst="rect">
                        <a:avLst/>
                      </a:prstGeom>
                      <a:noFill/>
                      <a:ln w="38100">
                        <a:noFill/>
                        <a:miter/>
                      </a:ln>
                    </p:spPr>
                  </p:pic>
                </p:oleObj>
              </mc:Fallback>
            </mc:AlternateContent>
          </a:graphicData>
        </a:graphic>
      </p:graphicFrame>
      <p:graphicFrame>
        <p:nvGraphicFramePr>
          <p:cNvPr id="8" name="对象 -2147482582"/>
          <p:cNvGraphicFramePr>
            <a:graphicFrameLocks noChangeAspect="1"/>
          </p:cNvGraphicFramePr>
          <p:nvPr/>
        </p:nvGraphicFramePr>
        <p:xfrm>
          <a:off x="9057005" y="1920240"/>
          <a:ext cx="648335" cy="391160"/>
        </p:xfrm>
        <a:graphic>
          <a:graphicData uri="http://schemas.openxmlformats.org/presentationml/2006/ole">
            <mc:AlternateContent xmlns:mc="http://schemas.openxmlformats.org/markup-compatibility/2006">
              <mc:Choice xmlns:v="urn:schemas-microsoft-com:vml" Requires="v">
                <p:oleObj spid="_x0000_s9" name="" r:id="rId3" imgW="419100" imgH="254000" progId="Equation.DSMT4">
                  <p:embed/>
                </p:oleObj>
              </mc:Choice>
              <mc:Fallback>
                <p:oleObj name="" r:id="rId3" imgW="419100" imgH="254000" progId="Equation.DSMT4">
                  <p:embed/>
                  <p:pic>
                    <p:nvPicPr>
                      <p:cNvPr id="0" name="图片 5"/>
                      <p:cNvPicPr/>
                      <p:nvPr/>
                    </p:nvPicPr>
                    <p:blipFill>
                      <a:blip r:embed="rId4"/>
                      <a:stretch>
                        <a:fillRect/>
                      </a:stretch>
                    </p:blipFill>
                    <p:spPr>
                      <a:xfrm>
                        <a:off x="9057005" y="1920240"/>
                        <a:ext cx="648335" cy="391160"/>
                      </a:xfrm>
                      <a:prstGeom prst="rect">
                        <a:avLst/>
                      </a:prstGeom>
                      <a:noFill/>
                      <a:ln w="38100">
                        <a:noFill/>
                        <a:miter/>
                      </a:ln>
                    </p:spPr>
                  </p:pic>
                </p:oleObj>
              </mc:Fallback>
            </mc:AlternateContent>
          </a:graphicData>
        </a:graphic>
      </p:graphicFrame>
      <p:graphicFrame>
        <p:nvGraphicFramePr>
          <p:cNvPr id="10" name="对象 -2147482581"/>
          <p:cNvGraphicFramePr>
            <a:graphicFrameLocks noChangeAspect="1"/>
          </p:cNvGraphicFramePr>
          <p:nvPr/>
        </p:nvGraphicFramePr>
        <p:xfrm>
          <a:off x="3906520" y="2238375"/>
          <a:ext cx="722630" cy="370205"/>
        </p:xfrm>
        <a:graphic>
          <a:graphicData uri="http://schemas.openxmlformats.org/presentationml/2006/ole">
            <mc:AlternateContent xmlns:mc="http://schemas.openxmlformats.org/markup-compatibility/2006">
              <mc:Choice xmlns:v="urn:schemas-microsoft-com:vml" Requires="v">
                <p:oleObj spid="_x0000_s11" name="" r:id="rId5" imgW="533400" imgH="279400" progId="Equation.DSMT4">
                  <p:embed/>
                </p:oleObj>
              </mc:Choice>
              <mc:Fallback>
                <p:oleObj name="" r:id="rId5" imgW="533400" imgH="279400" progId="Equation.DSMT4">
                  <p:embed/>
                  <p:pic>
                    <p:nvPicPr>
                      <p:cNvPr id="0" name="图片 6"/>
                      <p:cNvPicPr/>
                      <p:nvPr/>
                    </p:nvPicPr>
                    <p:blipFill>
                      <a:blip r:embed="rId6"/>
                      <a:stretch>
                        <a:fillRect/>
                      </a:stretch>
                    </p:blipFill>
                    <p:spPr>
                      <a:xfrm>
                        <a:off x="3906520" y="2238375"/>
                        <a:ext cx="722630" cy="370205"/>
                      </a:xfrm>
                      <a:prstGeom prst="rect">
                        <a:avLst/>
                      </a:prstGeom>
                      <a:noFill/>
                      <a:ln w="38100">
                        <a:noFill/>
                        <a:miter/>
                      </a:ln>
                    </p:spPr>
                  </p:pic>
                </p:oleObj>
              </mc:Fallback>
            </mc:AlternateContent>
          </a:graphicData>
        </a:graphic>
      </p:graphicFrame>
      <p:graphicFrame>
        <p:nvGraphicFramePr>
          <p:cNvPr id="12" name="对象 -2147482580"/>
          <p:cNvGraphicFramePr>
            <a:graphicFrameLocks noChangeAspect="1"/>
          </p:cNvGraphicFramePr>
          <p:nvPr/>
        </p:nvGraphicFramePr>
        <p:xfrm>
          <a:off x="4404360" y="2963545"/>
          <a:ext cx="2588895" cy="838200"/>
        </p:xfrm>
        <a:graphic>
          <a:graphicData uri="http://schemas.openxmlformats.org/presentationml/2006/ole">
            <mc:AlternateContent xmlns:mc="http://schemas.openxmlformats.org/markup-compatibility/2006">
              <mc:Choice xmlns:v="urn:schemas-microsoft-com:vml" Requires="v">
                <p:oleObj spid="_x0000_s13" name="" r:id="rId7" imgW="1511300" imgH="495300" progId="Equation.DSMT4">
                  <p:embed/>
                </p:oleObj>
              </mc:Choice>
              <mc:Fallback>
                <p:oleObj name="" r:id="rId7" imgW="1511300" imgH="495300" progId="Equation.DSMT4">
                  <p:embed/>
                  <p:pic>
                    <p:nvPicPr>
                      <p:cNvPr id="0" name="图片 7"/>
                      <p:cNvPicPr/>
                      <p:nvPr/>
                    </p:nvPicPr>
                    <p:blipFill>
                      <a:blip r:embed="rId8"/>
                      <a:stretch>
                        <a:fillRect/>
                      </a:stretch>
                    </p:blipFill>
                    <p:spPr>
                      <a:xfrm>
                        <a:off x="4404360" y="2963545"/>
                        <a:ext cx="2588895" cy="838200"/>
                      </a:xfrm>
                      <a:prstGeom prst="rect">
                        <a:avLst/>
                      </a:prstGeom>
                      <a:noFill/>
                      <a:ln w="38100">
                        <a:noFill/>
                        <a:miter/>
                      </a:ln>
                    </p:spPr>
                  </p:pic>
                </p:oleObj>
              </mc:Fallback>
            </mc:AlternateContent>
          </a:graphicData>
        </a:graphic>
      </p:graphicFrame>
      <p:graphicFrame>
        <p:nvGraphicFramePr>
          <p:cNvPr id="14" name="对象 -2147482579"/>
          <p:cNvGraphicFramePr>
            <a:graphicFrameLocks noChangeAspect="1"/>
          </p:cNvGraphicFramePr>
          <p:nvPr/>
        </p:nvGraphicFramePr>
        <p:xfrm>
          <a:off x="7317105" y="3208655"/>
          <a:ext cx="859155" cy="440690"/>
        </p:xfrm>
        <a:graphic>
          <a:graphicData uri="http://schemas.openxmlformats.org/presentationml/2006/ole">
            <mc:AlternateContent xmlns:mc="http://schemas.openxmlformats.org/markup-compatibility/2006">
              <mc:Choice xmlns:v="urn:schemas-microsoft-com:vml" Requires="v">
                <p:oleObj spid="_x0000_s15" name="" r:id="rId9" imgW="354965" imgH="177800" progId="Equation.DSMT4">
                  <p:embed/>
                </p:oleObj>
              </mc:Choice>
              <mc:Fallback>
                <p:oleObj name="" r:id="rId9" imgW="354965" imgH="177800" progId="Equation.DSMT4">
                  <p:embed/>
                  <p:pic>
                    <p:nvPicPr>
                      <p:cNvPr id="0" name="图片 8"/>
                      <p:cNvPicPr/>
                      <p:nvPr/>
                    </p:nvPicPr>
                    <p:blipFill>
                      <a:blip r:embed="rId10"/>
                      <a:stretch>
                        <a:fillRect/>
                      </a:stretch>
                    </p:blipFill>
                    <p:spPr>
                      <a:xfrm>
                        <a:off x="7317105" y="3208655"/>
                        <a:ext cx="859155" cy="440690"/>
                      </a:xfrm>
                      <a:prstGeom prst="rect">
                        <a:avLst/>
                      </a:prstGeom>
                      <a:noFill/>
                      <a:ln w="38100">
                        <a:noFill/>
                        <a:miter/>
                      </a:ln>
                    </p:spPr>
                  </p:pic>
                </p:oleObj>
              </mc:Fallback>
            </mc:AlternateContent>
          </a:graphicData>
        </a:graphic>
      </p:graphicFrame>
      <p:graphicFrame>
        <p:nvGraphicFramePr>
          <p:cNvPr id="16" name="对象 -2147482577"/>
          <p:cNvGraphicFramePr>
            <a:graphicFrameLocks noChangeAspect="1"/>
          </p:cNvGraphicFramePr>
          <p:nvPr/>
        </p:nvGraphicFramePr>
        <p:xfrm>
          <a:off x="1452245" y="4685030"/>
          <a:ext cx="620395" cy="299720"/>
        </p:xfrm>
        <a:graphic>
          <a:graphicData uri="http://schemas.openxmlformats.org/presentationml/2006/ole">
            <mc:AlternateContent xmlns:mc="http://schemas.openxmlformats.org/markup-compatibility/2006">
              <mc:Choice xmlns:v="urn:schemas-microsoft-com:vml" Requires="v">
                <p:oleObj spid="_x0000_s17" name="" r:id="rId11" imgW="368300" imgH="177800" progId="Equation.DSMT4">
                  <p:embed/>
                </p:oleObj>
              </mc:Choice>
              <mc:Fallback>
                <p:oleObj name="" r:id="rId11" imgW="368300" imgH="177800" progId="Equation.DSMT4">
                  <p:embed/>
                  <p:pic>
                    <p:nvPicPr>
                      <p:cNvPr id="0" name="图片 9"/>
                      <p:cNvPicPr/>
                      <p:nvPr/>
                    </p:nvPicPr>
                    <p:blipFill>
                      <a:blip r:embed="rId12"/>
                      <a:stretch>
                        <a:fillRect/>
                      </a:stretch>
                    </p:blipFill>
                    <p:spPr>
                      <a:xfrm>
                        <a:off x="1452245" y="4685030"/>
                        <a:ext cx="620395" cy="299720"/>
                      </a:xfrm>
                      <a:prstGeom prst="rect">
                        <a:avLst/>
                      </a:prstGeom>
                      <a:noFill/>
                      <a:ln w="38100">
                        <a:noFill/>
                        <a:miter/>
                      </a:ln>
                    </p:spPr>
                  </p:pic>
                </p:oleObj>
              </mc:Fallback>
            </mc:AlternateContent>
          </a:graphicData>
        </a:graphic>
      </p:graphicFrame>
      <p:graphicFrame>
        <p:nvGraphicFramePr>
          <p:cNvPr id="18" name="对象 -2147482576"/>
          <p:cNvGraphicFramePr>
            <a:graphicFrameLocks noChangeAspect="1"/>
          </p:cNvGraphicFramePr>
          <p:nvPr/>
        </p:nvGraphicFramePr>
        <p:xfrm>
          <a:off x="4053205" y="4984750"/>
          <a:ext cx="575945" cy="502920"/>
        </p:xfrm>
        <a:graphic>
          <a:graphicData uri="http://schemas.openxmlformats.org/presentationml/2006/ole">
            <mc:AlternateContent xmlns:mc="http://schemas.openxmlformats.org/markup-compatibility/2006">
              <mc:Choice xmlns:v="urn:schemas-microsoft-com:vml" Requires="v">
                <p:oleObj spid="_x0000_s19" name="" r:id="rId13" imgW="266700" imgH="241300" progId="Equation.DSMT4">
                  <p:embed/>
                </p:oleObj>
              </mc:Choice>
              <mc:Fallback>
                <p:oleObj name="" r:id="rId13" imgW="266700" imgH="241300" progId="Equation.DSMT4">
                  <p:embed/>
                  <p:pic>
                    <p:nvPicPr>
                      <p:cNvPr id="0" name="图片 10"/>
                      <p:cNvPicPr/>
                      <p:nvPr/>
                    </p:nvPicPr>
                    <p:blipFill>
                      <a:blip r:embed="rId14"/>
                      <a:stretch>
                        <a:fillRect/>
                      </a:stretch>
                    </p:blipFill>
                    <p:spPr>
                      <a:xfrm>
                        <a:off x="4053205" y="4984750"/>
                        <a:ext cx="575945" cy="502920"/>
                      </a:xfrm>
                      <a:prstGeom prst="rect">
                        <a:avLst/>
                      </a:prstGeom>
                      <a:noFill/>
                      <a:ln w="38100">
                        <a:noFill/>
                        <a:miter/>
                      </a:ln>
                    </p:spPr>
                  </p:pic>
                </p:oleObj>
              </mc:Fallback>
            </mc:AlternateContent>
          </a:graphicData>
        </a:graphic>
      </p:graphicFrame>
      <p:graphicFrame>
        <p:nvGraphicFramePr>
          <p:cNvPr id="20" name="对象 -2147482575"/>
          <p:cNvGraphicFramePr>
            <a:graphicFrameLocks noChangeAspect="1"/>
          </p:cNvGraphicFramePr>
          <p:nvPr/>
        </p:nvGraphicFramePr>
        <p:xfrm>
          <a:off x="2331720" y="5465445"/>
          <a:ext cx="5342255" cy="904240"/>
        </p:xfrm>
        <a:graphic>
          <a:graphicData uri="http://schemas.openxmlformats.org/presentationml/2006/ole">
            <mc:AlternateContent xmlns:mc="http://schemas.openxmlformats.org/markup-compatibility/2006">
              <mc:Choice xmlns:v="urn:schemas-microsoft-com:vml" Requires="v">
                <p:oleObj spid="_x0000_s21" name="" r:id="rId15" imgW="2895600" imgH="495300" progId="Equation.DSMT4">
                  <p:embed/>
                </p:oleObj>
              </mc:Choice>
              <mc:Fallback>
                <p:oleObj name="" r:id="rId15" imgW="2895600" imgH="495300" progId="Equation.DSMT4">
                  <p:embed/>
                  <p:pic>
                    <p:nvPicPr>
                      <p:cNvPr id="0" name="图片 11"/>
                      <p:cNvPicPr/>
                      <p:nvPr/>
                    </p:nvPicPr>
                    <p:blipFill>
                      <a:blip r:embed="rId16"/>
                      <a:stretch>
                        <a:fillRect/>
                      </a:stretch>
                    </p:blipFill>
                    <p:spPr>
                      <a:xfrm>
                        <a:off x="2331720" y="5465445"/>
                        <a:ext cx="5342255" cy="904240"/>
                      </a:xfrm>
                      <a:prstGeom prst="rect">
                        <a:avLst/>
                      </a:prstGeom>
                      <a:noFill/>
                      <a:ln w="38100">
                        <a:noFill/>
                        <a:miter/>
                      </a:ln>
                    </p:spPr>
                  </p:pic>
                </p:oleObj>
              </mc:Fallback>
            </mc:AlternateContent>
          </a:graphicData>
        </a:graphic>
      </p:graphicFrame>
      <p:graphicFrame>
        <p:nvGraphicFramePr>
          <p:cNvPr id="22" name="对象 -2147482574"/>
          <p:cNvGraphicFramePr>
            <a:graphicFrameLocks noChangeAspect="1"/>
          </p:cNvGraphicFramePr>
          <p:nvPr/>
        </p:nvGraphicFramePr>
        <p:xfrm>
          <a:off x="7833995" y="5650865"/>
          <a:ext cx="946785" cy="492125"/>
        </p:xfrm>
        <a:graphic>
          <a:graphicData uri="http://schemas.openxmlformats.org/presentationml/2006/ole">
            <mc:AlternateContent xmlns:mc="http://schemas.openxmlformats.org/markup-compatibility/2006">
              <mc:Choice xmlns:v="urn:schemas-microsoft-com:vml" Requires="v">
                <p:oleObj spid="_x0000_s23" name="" r:id="rId17" imgW="342900" imgH="177800" progId="Equation.DSMT4">
                  <p:embed/>
                </p:oleObj>
              </mc:Choice>
              <mc:Fallback>
                <p:oleObj name="" r:id="rId17" imgW="342900" imgH="177800" progId="Equation.DSMT4">
                  <p:embed/>
                  <p:pic>
                    <p:nvPicPr>
                      <p:cNvPr id="0" name="图片 12"/>
                      <p:cNvPicPr/>
                      <p:nvPr/>
                    </p:nvPicPr>
                    <p:blipFill>
                      <a:blip r:embed="rId18"/>
                      <a:stretch>
                        <a:fillRect/>
                      </a:stretch>
                    </p:blipFill>
                    <p:spPr>
                      <a:xfrm>
                        <a:off x="7833995" y="5650865"/>
                        <a:ext cx="946785" cy="492125"/>
                      </a:xfrm>
                      <a:prstGeom prst="rect">
                        <a:avLst/>
                      </a:prstGeom>
                      <a:noFill/>
                      <a:ln w="38100">
                        <a:noFill/>
                        <a:miter/>
                      </a:ln>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414145" y="257810"/>
            <a:ext cx="10408920" cy="6336665"/>
          </a:xfrm>
        </p:spPr>
        <p:txBody>
          <a:bodyPr/>
          <a:p>
            <a:pPr marL="0" indent="0">
              <a:buNone/>
            </a:pPr>
            <a:endParaRPr lang="zh-CN" altLang="en-US">
              <a:latin typeface="楷体" panose="02010609060101010101" charset="-122"/>
              <a:ea typeface="楷体" panose="02010609060101010101" charset="-122"/>
            </a:endParaRPr>
          </a:p>
          <a:p>
            <a:pPr marL="0" indent="0">
              <a:buNone/>
            </a:pPr>
            <a:r>
              <a:rPr lang="zh-CN" altLang="en-US" sz="2400">
                <a:latin typeface="楷体" panose="02010609060101010101" charset="-122"/>
                <a:ea typeface="楷体" panose="02010609060101010101" charset="-122"/>
              </a:rPr>
              <a:t>由于    与假设c无关，上式可变为：</a:t>
            </a:r>
            <a:endParaRPr lang="zh-CN" altLang="en-US" sz="2400">
              <a:latin typeface="楷体" panose="02010609060101010101" charset="-122"/>
              <a:ea typeface="楷体" panose="02010609060101010101" charset="-122"/>
            </a:endParaRPr>
          </a:p>
          <a:p>
            <a:pPr marL="0" indent="0">
              <a:buNone/>
            </a:pPr>
            <a:endParaRPr lang="zh-CN" altLang="en-US" sz="2400">
              <a:latin typeface="楷体" panose="02010609060101010101" charset="-122"/>
              <a:ea typeface="楷体" panose="02010609060101010101" charset="-122"/>
            </a:endParaRPr>
          </a:p>
          <a:p>
            <a:pPr marL="0" indent="0">
              <a:buNone/>
            </a:pPr>
            <a:endParaRPr lang="zh-CN" altLang="en-US" sz="2400">
              <a:latin typeface="楷体" panose="02010609060101010101" charset="-122"/>
              <a:ea typeface="楷体" panose="02010609060101010101" charset="-122"/>
            </a:endParaRPr>
          </a:p>
          <a:p>
            <a:pPr marL="0" indent="0">
              <a:buNone/>
            </a:pPr>
            <a:r>
              <a:rPr lang="zh-CN" altLang="en-US" sz="2400">
                <a:latin typeface="楷体" panose="02010609060101010101" charset="-122"/>
                <a:ea typeface="楷体" panose="02010609060101010101" charset="-122"/>
              </a:rPr>
              <a:t>当没有给定类别概率的情形下，可做一个简单假定：假设  中每个假设都有相等的先验概率，也就是对于任意的   ，        ，有          ，再做进一步简化，只需计算     找到使之达到最大的假设。</a:t>
            </a:r>
            <a:endParaRPr lang="zh-CN" altLang="en-US" sz="2400">
              <a:latin typeface="楷体" panose="02010609060101010101" charset="-122"/>
              <a:ea typeface="楷体" panose="02010609060101010101" charset="-122"/>
            </a:endParaRPr>
          </a:p>
          <a:p>
            <a:pPr marL="0" indent="0">
              <a:buNone/>
            </a:pPr>
            <a:r>
              <a:rPr lang="zh-CN" altLang="en-US" sz="2400">
                <a:latin typeface="楷体" panose="02010609060101010101" charset="-122"/>
                <a:ea typeface="楷体" panose="02010609060101010101" charset="-122"/>
              </a:rPr>
              <a:t>     被称为极大似然假设(maximum likelihood)，记为    ：</a:t>
            </a:r>
            <a:endParaRPr lang="zh-CN" altLang="en-US" sz="2400">
              <a:latin typeface="楷体" panose="02010609060101010101" charset="-122"/>
              <a:ea typeface="楷体" panose="02010609060101010101" charset="-122"/>
            </a:endParaRPr>
          </a:p>
        </p:txBody>
      </p:sp>
      <p:graphicFrame>
        <p:nvGraphicFramePr>
          <p:cNvPr id="24" name="对象 -2147482573"/>
          <p:cNvGraphicFramePr>
            <a:graphicFrameLocks noChangeAspect="1"/>
          </p:cNvGraphicFramePr>
          <p:nvPr/>
        </p:nvGraphicFramePr>
        <p:xfrm>
          <a:off x="2088515" y="756920"/>
          <a:ext cx="603250" cy="363220"/>
        </p:xfrm>
        <a:graphic>
          <a:graphicData uri="http://schemas.openxmlformats.org/presentationml/2006/ole">
            <mc:AlternateContent xmlns:mc="http://schemas.openxmlformats.org/markup-compatibility/2006">
              <mc:Choice xmlns:v="urn:schemas-microsoft-com:vml" Requires="v">
                <p:oleObj spid="_x0000_s25" name="" r:id="rId1" imgW="419100" imgH="254000" progId="Equation.DSMT4">
                  <p:embed/>
                </p:oleObj>
              </mc:Choice>
              <mc:Fallback>
                <p:oleObj name="" r:id="rId1" imgW="419100" imgH="254000" progId="Equation.DSMT4">
                  <p:embed/>
                  <p:pic>
                    <p:nvPicPr>
                      <p:cNvPr id="0" name="图片 13"/>
                      <p:cNvPicPr/>
                      <p:nvPr/>
                    </p:nvPicPr>
                    <p:blipFill>
                      <a:blip r:embed="rId2"/>
                      <a:stretch>
                        <a:fillRect/>
                      </a:stretch>
                    </p:blipFill>
                    <p:spPr>
                      <a:xfrm>
                        <a:off x="2088515" y="756920"/>
                        <a:ext cx="603250" cy="363220"/>
                      </a:xfrm>
                      <a:prstGeom prst="rect">
                        <a:avLst/>
                      </a:prstGeom>
                      <a:noFill/>
                      <a:ln w="38100">
                        <a:noFill/>
                        <a:miter/>
                      </a:ln>
                    </p:spPr>
                  </p:pic>
                </p:oleObj>
              </mc:Fallback>
            </mc:AlternateContent>
          </a:graphicData>
        </a:graphic>
      </p:graphicFrame>
      <p:graphicFrame>
        <p:nvGraphicFramePr>
          <p:cNvPr id="26" name="对象 -2147482572"/>
          <p:cNvGraphicFramePr>
            <a:graphicFrameLocks noChangeAspect="1"/>
          </p:cNvGraphicFramePr>
          <p:nvPr/>
        </p:nvGraphicFramePr>
        <p:xfrm>
          <a:off x="3324225" y="1168400"/>
          <a:ext cx="3756025" cy="716915"/>
        </p:xfrm>
        <a:graphic>
          <a:graphicData uri="http://schemas.openxmlformats.org/presentationml/2006/ole">
            <mc:AlternateContent xmlns:mc="http://schemas.openxmlformats.org/markup-compatibility/2006">
              <mc:Choice xmlns:v="urn:schemas-microsoft-com:vml" Requires="v">
                <p:oleObj spid="_x0000_s27" name="" r:id="rId3" imgW="1739900" imgH="330200" progId="Equation.DSMT4">
                  <p:embed/>
                </p:oleObj>
              </mc:Choice>
              <mc:Fallback>
                <p:oleObj name="" r:id="rId3" imgW="1739900" imgH="330200" progId="Equation.DSMT4">
                  <p:embed/>
                  <p:pic>
                    <p:nvPicPr>
                      <p:cNvPr id="0" name="图片 14"/>
                      <p:cNvPicPr/>
                      <p:nvPr/>
                    </p:nvPicPr>
                    <p:blipFill>
                      <a:blip r:embed="rId4"/>
                      <a:stretch>
                        <a:fillRect/>
                      </a:stretch>
                    </p:blipFill>
                    <p:spPr>
                      <a:xfrm>
                        <a:off x="3324225" y="1168400"/>
                        <a:ext cx="3756025" cy="716915"/>
                      </a:xfrm>
                      <a:prstGeom prst="rect">
                        <a:avLst/>
                      </a:prstGeom>
                      <a:noFill/>
                      <a:ln w="38100">
                        <a:noFill/>
                        <a:miter/>
                      </a:ln>
                    </p:spPr>
                  </p:pic>
                </p:oleObj>
              </mc:Fallback>
            </mc:AlternateContent>
          </a:graphicData>
        </a:graphic>
      </p:graphicFrame>
      <p:graphicFrame>
        <p:nvGraphicFramePr>
          <p:cNvPr id="28" name="对象 -2147482571"/>
          <p:cNvGraphicFramePr>
            <a:graphicFrameLocks noChangeAspect="1"/>
          </p:cNvGraphicFramePr>
          <p:nvPr/>
        </p:nvGraphicFramePr>
        <p:xfrm>
          <a:off x="7675880" y="1334135"/>
          <a:ext cx="749935" cy="384810"/>
        </p:xfrm>
        <a:graphic>
          <a:graphicData uri="http://schemas.openxmlformats.org/presentationml/2006/ole">
            <mc:AlternateContent xmlns:mc="http://schemas.openxmlformats.org/markup-compatibility/2006">
              <mc:Choice xmlns:v="urn:schemas-microsoft-com:vml" Requires="v">
                <p:oleObj spid="_x0000_s29" name="" r:id="rId5" imgW="354965" imgH="177800" progId="Equation.DSMT4">
                  <p:embed/>
                </p:oleObj>
              </mc:Choice>
              <mc:Fallback>
                <p:oleObj name="" r:id="rId5" imgW="354965" imgH="177800" progId="Equation.DSMT4">
                  <p:embed/>
                  <p:pic>
                    <p:nvPicPr>
                      <p:cNvPr id="0" name="图片 15"/>
                      <p:cNvPicPr/>
                      <p:nvPr/>
                    </p:nvPicPr>
                    <p:blipFill>
                      <a:blip r:embed="rId6"/>
                      <a:stretch>
                        <a:fillRect/>
                      </a:stretch>
                    </p:blipFill>
                    <p:spPr>
                      <a:xfrm>
                        <a:off x="7675880" y="1334135"/>
                        <a:ext cx="749935" cy="384810"/>
                      </a:xfrm>
                      <a:prstGeom prst="rect">
                        <a:avLst/>
                      </a:prstGeom>
                      <a:noFill/>
                      <a:ln w="38100">
                        <a:noFill/>
                        <a:miter/>
                      </a:ln>
                    </p:spPr>
                  </p:pic>
                </p:oleObj>
              </mc:Fallback>
            </mc:AlternateContent>
          </a:graphicData>
        </a:graphic>
      </p:graphicFrame>
      <p:graphicFrame>
        <p:nvGraphicFramePr>
          <p:cNvPr id="30" name="对象 -2147482570"/>
          <p:cNvGraphicFramePr>
            <a:graphicFrameLocks noChangeAspect="1"/>
          </p:cNvGraphicFramePr>
          <p:nvPr/>
        </p:nvGraphicFramePr>
        <p:xfrm>
          <a:off x="9144000" y="2190750"/>
          <a:ext cx="273685" cy="320675"/>
        </p:xfrm>
        <a:graphic>
          <a:graphicData uri="http://schemas.openxmlformats.org/presentationml/2006/ole">
            <mc:AlternateContent xmlns:mc="http://schemas.openxmlformats.org/markup-compatibility/2006">
              <mc:Choice xmlns:v="urn:schemas-microsoft-com:vml" Requires="v">
                <p:oleObj spid="_x0000_s31" name="" r:id="rId7" imgW="152400" imgH="177800" progId="Equation.DSMT4">
                  <p:embed/>
                </p:oleObj>
              </mc:Choice>
              <mc:Fallback>
                <p:oleObj name="" r:id="rId7" imgW="152400" imgH="177800" progId="Equation.DSMT4">
                  <p:embed/>
                  <p:pic>
                    <p:nvPicPr>
                      <p:cNvPr id="0" name="图片 16"/>
                      <p:cNvPicPr/>
                      <p:nvPr/>
                    </p:nvPicPr>
                    <p:blipFill>
                      <a:blip r:embed="rId8"/>
                      <a:stretch>
                        <a:fillRect/>
                      </a:stretch>
                    </p:blipFill>
                    <p:spPr>
                      <a:xfrm>
                        <a:off x="9144000" y="2190750"/>
                        <a:ext cx="273685" cy="320675"/>
                      </a:xfrm>
                      <a:prstGeom prst="rect">
                        <a:avLst/>
                      </a:prstGeom>
                      <a:noFill/>
                      <a:ln w="38100">
                        <a:noFill/>
                        <a:miter/>
                      </a:ln>
                    </p:spPr>
                  </p:pic>
                </p:oleObj>
              </mc:Fallback>
            </mc:AlternateContent>
          </a:graphicData>
        </a:graphic>
      </p:graphicFrame>
      <p:graphicFrame>
        <p:nvGraphicFramePr>
          <p:cNvPr id="32" name="对象 -2147482569"/>
          <p:cNvGraphicFramePr>
            <a:graphicFrameLocks noChangeAspect="1"/>
          </p:cNvGraphicFramePr>
          <p:nvPr/>
        </p:nvGraphicFramePr>
        <p:xfrm>
          <a:off x="6451600" y="2418715"/>
          <a:ext cx="334010" cy="548005"/>
        </p:xfrm>
        <a:graphic>
          <a:graphicData uri="http://schemas.openxmlformats.org/presentationml/2006/ole">
            <mc:AlternateContent xmlns:mc="http://schemas.openxmlformats.org/markup-compatibility/2006">
              <mc:Choice xmlns:v="urn:schemas-microsoft-com:vml" Requires="v">
                <p:oleObj spid="_x0000_s33" name="" r:id="rId9" imgW="139700" imgH="228600" progId="Equation.DSMT4">
                  <p:embed/>
                </p:oleObj>
              </mc:Choice>
              <mc:Fallback>
                <p:oleObj name="" r:id="rId9" imgW="139700" imgH="228600" progId="Equation.DSMT4">
                  <p:embed/>
                  <p:pic>
                    <p:nvPicPr>
                      <p:cNvPr id="0" name="图片 17"/>
                      <p:cNvPicPr/>
                      <p:nvPr/>
                    </p:nvPicPr>
                    <p:blipFill>
                      <a:blip r:embed="rId10"/>
                      <a:stretch>
                        <a:fillRect/>
                      </a:stretch>
                    </p:blipFill>
                    <p:spPr>
                      <a:xfrm>
                        <a:off x="6451600" y="2418715"/>
                        <a:ext cx="334010" cy="548005"/>
                      </a:xfrm>
                      <a:prstGeom prst="rect">
                        <a:avLst/>
                      </a:prstGeom>
                      <a:noFill/>
                      <a:ln w="38100">
                        <a:noFill/>
                        <a:miter/>
                      </a:ln>
                    </p:spPr>
                  </p:pic>
                </p:oleObj>
              </mc:Fallback>
            </mc:AlternateContent>
          </a:graphicData>
        </a:graphic>
      </p:graphicFrame>
      <p:graphicFrame>
        <p:nvGraphicFramePr>
          <p:cNvPr id="34" name="对象 -2147482568"/>
          <p:cNvGraphicFramePr>
            <a:graphicFrameLocks noChangeAspect="1"/>
          </p:cNvGraphicFramePr>
          <p:nvPr/>
        </p:nvGraphicFramePr>
        <p:xfrm>
          <a:off x="7045960" y="2510790"/>
          <a:ext cx="1379855" cy="424815"/>
        </p:xfrm>
        <a:graphic>
          <a:graphicData uri="http://schemas.openxmlformats.org/presentationml/2006/ole">
            <mc:AlternateContent xmlns:mc="http://schemas.openxmlformats.org/markup-compatibility/2006">
              <mc:Choice xmlns:v="urn:schemas-microsoft-com:vml" Requires="v">
                <p:oleObj spid="_x0000_s35" name="" r:id="rId11" imgW="837565" imgH="254000" progId="Equation.DSMT4">
                  <p:embed/>
                </p:oleObj>
              </mc:Choice>
              <mc:Fallback>
                <p:oleObj name="" r:id="rId11" imgW="837565" imgH="254000" progId="Equation.DSMT4">
                  <p:embed/>
                  <p:pic>
                    <p:nvPicPr>
                      <p:cNvPr id="0" name="图片 18"/>
                      <p:cNvPicPr/>
                      <p:nvPr/>
                    </p:nvPicPr>
                    <p:blipFill>
                      <a:blip r:embed="rId12"/>
                      <a:stretch>
                        <a:fillRect/>
                      </a:stretch>
                    </p:blipFill>
                    <p:spPr>
                      <a:xfrm>
                        <a:off x="7045960" y="2510790"/>
                        <a:ext cx="1379855" cy="424815"/>
                      </a:xfrm>
                      <a:prstGeom prst="rect">
                        <a:avLst/>
                      </a:prstGeom>
                      <a:noFill/>
                      <a:ln w="38100">
                        <a:noFill/>
                        <a:miter/>
                      </a:ln>
                    </p:spPr>
                  </p:pic>
                </p:oleObj>
              </mc:Fallback>
            </mc:AlternateContent>
          </a:graphicData>
        </a:graphic>
      </p:graphicFrame>
      <p:graphicFrame>
        <p:nvGraphicFramePr>
          <p:cNvPr id="36" name="对象 -2147482567"/>
          <p:cNvGraphicFramePr>
            <a:graphicFrameLocks noChangeAspect="1"/>
          </p:cNvGraphicFramePr>
          <p:nvPr/>
        </p:nvGraphicFramePr>
        <p:xfrm>
          <a:off x="8958580" y="2514600"/>
          <a:ext cx="1626870" cy="488950"/>
        </p:xfrm>
        <a:graphic>
          <a:graphicData uri="http://schemas.openxmlformats.org/presentationml/2006/ole">
            <mc:AlternateContent xmlns:mc="http://schemas.openxmlformats.org/markup-compatibility/2006">
              <mc:Choice xmlns:v="urn:schemas-microsoft-com:vml" Requires="v">
                <p:oleObj spid="_x0000_s37" name="" r:id="rId13" imgW="901065" imgH="279400" progId="Equation.DSMT4">
                  <p:embed/>
                </p:oleObj>
              </mc:Choice>
              <mc:Fallback>
                <p:oleObj name="" r:id="rId13" imgW="901065" imgH="279400" progId="Equation.DSMT4">
                  <p:embed/>
                  <p:pic>
                    <p:nvPicPr>
                      <p:cNvPr id="0" name="图片 19"/>
                      <p:cNvPicPr/>
                      <p:nvPr/>
                    </p:nvPicPr>
                    <p:blipFill>
                      <a:blip r:embed="rId14"/>
                      <a:stretch>
                        <a:fillRect/>
                      </a:stretch>
                    </p:blipFill>
                    <p:spPr>
                      <a:xfrm>
                        <a:off x="8958580" y="2514600"/>
                        <a:ext cx="1626870" cy="488950"/>
                      </a:xfrm>
                      <a:prstGeom prst="rect">
                        <a:avLst/>
                      </a:prstGeom>
                      <a:noFill/>
                      <a:ln w="38100">
                        <a:noFill/>
                        <a:miter/>
                      </a:ln>
                    </p:spPr>
                  </p:pic>
                </p:oleObj>
              </mc:Fallback>
            </mc:AlternateContent>
          </a:graphicData>
        </a:graphic>
      </p:graphicFrame>
      <p:graphicFrame>
        <p:nvGraphicFramePr>
          <p:cNvPr id="38" name="对象 -2147482566"/>
          <p:cNvGraphicFramePr>
            <a:graphicFrameLocks noChangeAspect="1"/>
          </p:cNvGraphicFramePr>
          <p:nvPr/>
        </p:nvGraphicFramePr>
        <p:xfrm>
          <a:off x="4268470" y="2935605"/>
          <a:ext cx="742315" cy="380365"/>
        </p:xfrm>
        <a:graphic>
          <a:graphicData uri="http://schemas.openxmlformats.org/presentationml/2006/ole">
            <mc:AlternateContent xmlns:mc="http://schemas.openxmlformats.org/markup-compatibility/2006">
              <mc:Choice xmlns:v="urn:schemas-microsoft-com:vml" Requires="v">
                <p:oleObj spid="_x0000_s39" name="" r:id="rId15" imgW="533400" imgH="279400" progId="Equation.DSMT4">
                  <p:embed/>
                </p:oleObj>
              </mc:Choice>
              <mc:Fallback>
                <p:oleObj name="" r:id="rId15" imgW="533400" imgH="279400" progId="Equation.DSMT4">
                  <p:embed/>
                  <p:pic>
                    <p:nvPicPr>
                      <p:cNvPr id="0" name="图片 20"/>
                      <p:cNvPicPr/>
                      <p:nvPr/>
                    </p:nvPicPr>
                    <p:blipFill>
                      <a:blip r:embed="rId16"/>
                      <a:stretch>
                        <a:fillRect/>
                      </a:stretch>
                    </p:blipFill>
                    <p:spPr>
                      <a:xfrm>
                        <a:off x="4268470" y="2935605"/>
                        <a:ext cx="742315" cy="380365"/>
                      </a:xfrm>
                      <a:prstGeom prst="rect">
                        <a:avLst/>
                      </a:prstGeom>
                      <a:noFill/>
                      <a:ln w="38100">
                        <a:noFill/>
                        <a:miter/>
                      </a:ln>
                    </p:spPr>
                  </p:pic>
                </p:oleObj>
              </mc:Fallback>
            </mc:AlternateContent>
          </a:graphicData>
        </a:graphic>
      </p:graphicFrame>
      <p:graphicFrame>
        <p:nvGraphicFramePr>
          <p:cNvPr id="40" name="对象 -2147482565"/>
          <p:cNvGraphicFramePr>
            <a:graphicFrameLocks noChangeAspect="1"/>
          </p:cNvGraphicFramePr>
          <p:nvPr/>
        </p:nvGraphicFramePr>
        <p:xfrm>
          <a:off x="1414145" y="3415665"/>
          <a:ext cx="773430" cy="396875"/>
        </p:xfrm>
        <a:graphic>
          <a:graphicData uri="http://schemas.openxmlformats.org/presentationml/2006/ole">
            <mc:AlternateContent xmlns:mc="http://schemas.openxmlformats.org/markup-compatibility/2006">
              <mc:Choice xmlns:v="urn:schemas-microsoft-com:vml" Requires="v">
                <p:oleObj spid="_x0000_s41" name="" r:id="rId17" imgW="533400" imgH="279400" progId="Equation.DSMT4">
                  <p:embed/>
                </p:oleObj>
              </mc:Choice>
              <mc:Fallback>
                <p:oleObj name="" r:id="rId17" imgW="533400" imgH="279400" progId="Equation.DSMT4">
                  <p:embed/>
                  <p:pic>
                    <p:nvPicPr>
                      <p:cNvPr id="0" name="图片 21"/>
                      <p:cNvPicPr/>
                      <p:nvPr/>
                    </p:nvPicPr>
                    <p:blipFill>
                      <a:blip r:embed="rId16"/>
                      <a:stretch>
                        <a:fillRect/>
                      </a:stretch>
                    </p:blipFill>
                    <p:spPr>
                      <a:xfrm>
                        <a:off x="1414145" y="3415665"/>
                        <a:ext cx="773430" cy="396875"/>
                      </a:xfrm>
                      <a:prstGeom prst="rect">
                        <a:avLst/>
                      </a:prstGeom>
                      <a:noFill/>
                      <a:ln w="38100">
                        <a:noFill/>
                        <a:miter/>
                      </a:ln>
                    </p:spPr>
                  </p:pic>
                </p:oleObj>
              </mc:Fallback>
            </mc:AlternateContent>
          </a:graphicData>
        </a:graphic>
      </p:graphicFrame>
      <p:graphicFrame>
        <p:nvGraphicFramePr>
          <p:cNvPr id="42" name="对象 -2147482564"/>
          <p:cNvGraphicFramePr>
            <a:graphicFrameLocks noChangeAspect="1"/>
          </p:cNvGraphicFramePr>
          <p:nvPr/>
        </p:nvGraphicFramePr>
        <p:xfrm>
          <a:off x="9041765" y="3315970"/>
          <a:ext cx="478155" cy="596265"/>
        </p:xfrm>
        <a:graphic>
          <a:graphicData uri="http://schemas.openxmlformats.org/presentationml/2006/ole">
            <mc:AlternateContent xmlns:mc="http://schemas.openxmlformats.org/markup-compatibility/2006">
              <mc:Choice xmlns:v="urn:schemas-microsoft-com:vml" Requires="v">
                <p:oleObj spid="_x0000_s43" name="" r:id="rId18" imgW="203200" imgH="228600" progId="Equation.DSMT4">
                  <p:embed/>
                </p:oleObj>
              </mc:Choice>
              <mc:Fallback>
                <p:oleObj name="" r:id="rId18" imgW="203200" imgH="228600" progId="Equation.DSMT4">
                  <p:embed/>
                  <p:pic>
                    <p:nvPicPr>
                      <p:cNvPr id="0" name="图片 22"/>
                      <p:cNvPicPr/>
                      <p:nvPr/>
                    </p:nvPicPr>
                    <p:blipFill>
                      <a:blip r:embed="rId19"/>
                      <a:stretch>
                        <a:fillRect/>
                      </a:stretch>
                    </p:blipFill>
                    <p:spPr>
                      <a:xfrm>
                        <a:off x="9041765" y="3315970"/>
                        <a:ext cx="478155" cy="596265"/>
                      </a:xfrm>
                      <a:prstGeom prst="rect">
                        <a:avLst/>
                      </a:prstGeom>
                      <a:noFill/>
                      <a:ln w="38100">
                        <a:noFill/>
                        <a:miter/>
                      </a:ln>
                    </p:spPr>
                  </p:pic>
                </p:oleObj>
              </mc:Fallback>
            </mc:AlternateContent>
          </a:graphicData>
        </a:graphic>
      </p:graphicFrame>
      <p:graphicFrame>
        <p:nvGraphicFramePr>
          <p:cNvPr id="44" name="对象 -2147482563"/>
          <p:cNvGraphicFramePr>
            <a:graphicFrameLocks noChangeAspect="1"/>
          </p:cNvGraphicFramePr>
          <p:nvPr/>
        </p:nvGraphicFramePr>
        <p:xfrm>
          <a:off x="3495675" y="4262120"/>
          <a:ext cx="3467100" cy="852170"/>
        </p:xfrm>
        <a:graphic>
          <a:graphicData uri="http://schemas.openxmlformats.org/presentationml/2006/ole">
            <mc:AlternateContent xmlns:mc="http://schemas.openxmlformats.org/markup-compatibility/2006">
              <mc:Choice xmlns:v="urn:schemas-microsoft-com:vml" Requires="v">
                <p:oleObj spid="_x0000_s45" name="" r:id="rId20" imgW="1358900" imgH="330200" progId="Equation.DSMT4">
                  <p:embed/>
                </p:oleObj>
              </mc:Choice>
              <mc:Fallback>
                <p:oleObj name="" r:id="rId20" imgW="1358900" imgH="330200" progId="Equation.DSMT4">
                  <p:embed/>
                  <p:pic>
                    <p:nvPicPr>
                      <p:cNvPr id="0" name="图片 23"/>
                      <p:cNvPicPr/>
                      <p:nvPr/>
                    </p:nvPicPr>
                    <p:blipFill>
                      <a:blip r:embed="rId21"/>
                      <a:stretch>
                        <a:fillRect/>
                      </a:stretch>
                    </p:blipFill>
                    <p:spPr>
                      <a:xfrm>
                        <a:off x="3495675" y="4262120"/>
                        <a:ext cx="3467100" cy="852170"/>
                      </a:xfrm>
                      <a:prstGeom prst="rect">
                        <a:avLst/>
                      </a:prstGeom>
                      <a:noFill/>
                      <a:ln w="38100">
                        <a:noFill/>
                        <a:miter/>
                      </a:ln>
                    </p:spPr>
                  </p:pic>
                </p:oleObj>
              </mc:Fallback>
            </mc:AlternateContent>
          </a:graphicData>
        </a:graphic>
      </p:graphicFrame>
      <p:graphicFrame>
        <p:nvGraphicFramePr>
          <p:cNvPr id="46" name="对象 -2147482562"/>
          <p:cNvGraphicFramePr>
            <a:graphicFrameLocks noChangeAspect="1"/>
          </p:cNvGraphicFramePr>
          <p:nvPr/>
        </p:nvGraphicFramePr>
        <p:xfrm>
          <a:off x="7378700" y="4468495"/>
          <a:ext cx="1047115" cy="438785"/>
        </p:xfrm>
        <a:graphic>
          <a:graphicData uri="http://schemas.openxmlformats.org/presentationml/2006/ole">
            <mc:AlternateContent xmlns:mc="http://schemas.openxmlformats.org/markup-compatibility/2006">
              <mc:Choice xmlns:v="urn:schemas-microsoft-com:vml" Requires="v">
                <p:oleObj spid="_x0000_s47" name="" r:id="rId22" imgW="419100" imgH="177800" progId="Equation.DSMT4">
                  <p:embed/>
                </p:oleObj>
              </mc:Choice>
              <mc:Fallback>
                <p:oleObj name="" r:id="rId22" imgW="419100" imgH="177800" progId="Equation.DSMT4">
                  <p:embed/>
                  <p:pic>
                    <p:nvPicPr>
                      <p:cNvPr id="0" name="图片 24"/>
                      <p:cNvPicPr/>
                      <p:nvPr/>
                    </p:nvPicPr>
                    <p:blipFill>
                      <a:blip r:embed="rId23"/>
                      <a:stretch>
                        <a:fillRect/>
                      </a:stretch>
                    </p:blipFill>
                    <p:spPr>
                      <a:xfrm>
                        <a:off x="7378700" y="4468495"/>
                        <a:ext cx="1047115" cy="438785"/>
                      </a:xfrm>
                      <a:prstGeom prst="rect">
                        <a:avLst/>
                      </a:prstGeom>
                      <a:noFill/>
                      <a:ln w="38100">
                        <a:noFill/>
                        <a:miter/>
                      </a:ln>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楷体" panose="02010609060101010101" charset="-122"/>
                <a:ea typeface="楷体" panose="02010609060101010101" charset="-122"/>
                <a:cs typeface="楷体" panose="02010609060101010101" charset="-122"/>
              </a:rPr>
              <a:t>5.2贝叶斯分类算法原理</a:t>
            </a:r>
            <a:endParaRPr lang="zh-CN" altLang="en-US">
              <a:latin typeface="楷体" panose="02010609060101010101" charset="-122"/>
              <a:ea typeface="楷体" panose="02010609060101010101" charset="-122"/>
              <a:cs typeface="楷体" panose="02010609060101010101" charset="-122"/>
            </a:endParaRPr>
          </a:p>
        </p:txBody>
      </p:sp>
      <p:sp>
        <p:nvSpPr>
          <p:cNvPr id="3" name="内容占位符 2"/>
          <p:cNvSpPr>
            <a:spLocks noGrp="1"/>
          </p:cNvSpPr>
          <p:nvPr>
            <p:ph idx="1"/>
          </p:nvPr>
        </p:nvSpPr>
        <p:spPr>
          <a:xfrm>
            <a:off x="1578610" y="1177290"/>
            <a:ext cx="9925685" cy="5553710"/>
          </a:xfrm>
        </p:spPr>
        <p:txBody>
          <a:bodyPr/>
          <a:p>
            <a:pPr marL="0" indent="0">
              <a:buNone/>
            </a:pPr>
            <a:r>
              <a:rPr lang="zh-CN" altLang="en-US" sz="2400" b="1">
                <a:latin typeface="楷体" panose="02010609060101010101" charset="-122"/>
                <a:ea typeface="楷体" panose="02010609060101010101" charset="-122"/>
                <a:cs typeface="楷体" panose="02010609060101010101" charset="-122"/>
              </a:rPr>
              <a:t>5.2.1朴素贝叶斯分类模型</a:t>
            </a:r>
            <a:endParaRPr lang="zh-CN" altLang="en-US" sz="2400" b="1">
              <a:latin typeface="楷体" panose="02010609060101010101" charset="-122"/>
              <a:ea typeface="楷体" panose="02010609060101010101" charset="-122"/>
              <a:cs typeface="楷体" panose="02010609060101010101" charset="-122"/>
            </a:endParaRPr>
          </a:p>
          <a:p>
            <a:pPr marL="0" indent="0">
              <a:buNone/>
            </a:pPr>
            <a:r>
              <a:rPr lang="zh-CN" altLang="en-US" sz="2400" b="1">
                <a:latin typeface="楷体" panose="02010609060101010101" charset="-122"/>
                <a:ea typeface="楷体" panose="02010609060101010101" charset="-122"/>
                <a:cs typeface="楷体" panose="02010609060101010101" charset="-122"/>
              </a:rPr>
              <a:t>  </a:t>
            </a:r>
            <a:r>
              <a:rPr lang="zh-CN" altLang="en-US" sz="2400">
                <a:latin typeface="楷体" panose="02010609060101010101" charset="-122"/>
                <a:ea typeface="楷体" panose="02010609060101010101" charset="-122"/>
                <a:cs typeface="楷体" panose="02010609060101010101" charset="-122"/>
              </a:rPr>
              <a:t>在贝叶斯分类器的诸多算法中朴素贝叶斯分类模型是最早，它的算法逻辑简单，构造的朴素贝叶斯分类模型结构也比较简单，运算速度比同类算法快很多，分类所需的时间也比较短，并且大多数情况下分类精度也比较高，因而在实际中得到了广泛的应用。</a:t>
            </a:r>
            <a:r>
              <a:rPr lang="zh-CN" altLang="en-US" sz="2400" b="1">
                <a:solidFill>
                  <a:srgbClr val="C00000"/>
                </a:solidFill>
                <a:latin typeface="楷体" panose="02010609060101010101" charset="-122"/>
                <a:ea typeface="楷体" panose="02010609060101010101" charset="-122"/>
                <a:cs typeface="楷体" panose="02010609060101010101" charset="-122"/>
              </a:rPr>
              <a:t>该分类器有一个朴素的假定：以属性的类条件独立性假设为前提，即在给定类别状态条件下，属性之间是相互独立的</a:t>
            </a:r>
            <a:r>
              <a:rPr lang="zh-CN" altLang="en-US" sz="2400">
                <a:latin typeface="楷体" panose="02010609060101010101" charset="-122"/>
                <a:ea typeface="楷体" panose="02010609060101010101" charset="-122"/>
                <a:cs typeface="楷体" panose="02010609060101010101" charset="-122"/>
              </a:rPr>
              <a:t>。朴素贝叶斯分类器的结构示意图如图5-1所示。</a:t>
            </a:r>
            <a:endParaRPr lang="zh-CN" altLang="en-US" sz="2400" b="1">
              <a:latin typeface="楷体" panose="02010609060101010101" charset="-122"/>
              <a:ea typeface="楷体" panose="02010609060101010101" charset="-122"/>
              <a:cs typeface="楷体" panose="02010609060101010101" charset="-122"/>
            </a:endParaRPr>
          </a:p>
          <a:p>
            <a:pPr marL="0" indent="0">
              <a:buNone/>
            </a:pPr>
            <a:r>
              <a:rPr lang="zh-CN" altLang="en-US"/>
              <a:t>  </a:t>
            </a: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latin typeface="楷体" panose="02010609060101010101" charset="-122"/>
              <a:ea typeface="楷体" panose="02010609060101010101" charset="-122"/>
              <a:cs typeface="楷体" panose="02010609060101010101" charset="-122"/>
            </a:endParaRPr>
          </a:p>
        </p:txBody>
      </p:sp>
      <p:graphicFrame>
        <p:nvGraphicFramePr>
          <p:cNvPr id="4" name="对象 -2147482561"/>
          <p:cNvGraphicFramePr>
            <a:graphicFrameLocks noChangeAspect="1"/>
          </p:cNvGraphicFramePr>
          <p:nvPr/>
        </p:nvGraphicFramePr>
        <p:xfrm>
          <a:off x="2592705" y="3843020"/>
          <a:ext cx="7115175" cy="2887980"/>
        </p:xfrm>
        <a:graphic>
          <a:graphicData uri="http://schemas.openxmlformats.org/presentationml/2006/ole">
            <mc:AlternateContent xmlns:mc="http://schemas.openxmlformats.org/markup-compatibility/2006">
              <mc:Choice xmlns:v="urn:schemas-microsoft-com:vml" Requires="v">
                <p:oleObj spid="_x0000_s3076" name="" r:id="rId1" imgW="5181600" imgH="2106295" progId="Word.Document.8">
                  <p:embed/>
                </p:oleObj>
              </mc:Choice>
              <mc:Fallback>
                <p:oleObj name="" r:id="rId1" imgW="5181600" imgH="2106295" progId="Word.Document.8">
                  <p:embed/>
                  <p:pic>
                    <p:nvPicPr>
                      <p:cNvPr id="0" name="图片 3075"/>
                      <p:cNvPicPr/>
                      <p:nvPr/>
                    </p:nvPicPr>
                    <p:blipFill>
                      <a:blip r:embed="rId2"/>
                      <a:stretch>
                        <a:fillRect/>
                      </a:stretch>
                    </p:blipFill>
                    <p:spPr>
                      <a:xfrm>
                        <a:off x="2592705" y="3843020"/>
                        <a:ext cx="7115175" cy="2887980"/>
                      </a:xfrm>
                      <a:prstGeom prst="rect">
                        <a:avLst/>
                      </a:prstGeom>
                      <a:noFill/>
                      <a:ln w="38100">
                        <a:noFill/>
                        <a:miter/>
                      </a:ln>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 name="矩形 29"/>
          <p:cNvSpPr/>
          <p:nvPr/>
        </p:nvSpPr>
        <p:spPr>
          <a:xfrm>
            <a:off x="1859915" y="4583430"/>
            <a:ext cx="4762500" cy="446405"/>
          </a:xfrm>
          <a:prstGeom prst="rect">
            <a:avLst/>
          </a:prstGeom>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a:p>
        </p:txBody>
      </p:sp>
      <p:sp>
        <p:nvSpPr>
          <p:cNvPr id="29" name="矩形 28"/>
          <p:cNvSpPr/>
          <p:nvPr/>
        </p:nvSpPr>
        <p:spPr>
          <a:xfrm>
            <a:off x="10425430" y="3816350"/>
            <a:ext cx="873760" cy="471805"/>
          </a:xfrm>
          <a:prstGeom prst="rect">
            <a:avLst/>
          </a:prstGeom>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a:p>
        </p:txBody>
      </p:sp>
      <p:sp>
        <p:nvSpPr>
          <p:cNvPr id="2" name="标题 1"/>
          <p:cNvSpPr>
            <a:spLocks noGrp="1"/>
          </p:cNvSpPr>
          <p:nvPr>
            <p:ph type="title"/>
          </p:nvPr>
        </p:nvSpPr>
        <p:spPr/>
        <p:txBody>
          <a:bodyPr/>
          <a:p>
            <a:r>
              <a:rPr lang="zh-CN" altLang="en-US">
                <a:latin typeface="楷体" panose="02010609060101010101" charset="-122"/>
                <a:ea typeface="楷体" panose="02010609060101010101" charset="-122"/>
                <a:cs typeface="楷体" panose="02010609060101010101" charset="-122"/>
              </a:rPr>
              <a:t>5.2贝叶斯分类算法原理</a:t>
            </a:r>
            <a:endParaRPr lang="zh-CN" altLang="en-US">
              <a:latin typeface="楷体" panose="02010609060101010101" charset="-122"/>
              <a:ea typeface="楷体" panose="02010609060101010101" charset="-122"/>
              <a:cs typeface="楷体" panose="02010609060101010101" charset="-122"/>
            </a:endParaRPr>
          </a:p>
        </p:txBody>
      </p:sp>
      <p:sp>
        <p:nvSpPr>
          <p:cNvPr id="3" name="内容占位符 2"/>
          <p:cNvSpPr>
            <a:spLocks noGrp="1"/>
          </p:cNvSpPr>
          <p:nvPr>
            <p:ph idx="1"/>
          </p:nvPr>
        </p:nvSpPr>
        <p:spPr>
          <a:xfrm>
            <a:off x="1578610" y="1177290"/>
            <a:ext cx="9925685" cy="5553710"/>
          </a:xfrm>
        </p:spPr>
        <p:txBody>
          <a:bodyPr/>
          <a:p>
            <a:pPr marL="0" indent="0">
              <a:buNone/>
            </a:pPr>
            <a:endParaRPr lang="zh-CN" altLang="en-US"/>
          </a:p>
          <a:p>
            <a:pPr marL="0" indent="0">
              <a:buNone/>
            </a:pPr>
            <a:endParaRPr lang="zh-CN" altLang="en-US"/>
          </a:p>
          <a:p>
            <a:pPr marL="0" indent="0">
              <a:buNone/>
            </a:pPr>
            <a:r>
              <a:rPr lang="zh-CN" altLang="en-US" sz="2400">
                <a:latin typeface="楷体" panose="02010609060101010101" charset="-122"/>
                <a:ea typeface="楷体" panose="02010609060101010101" charset="-122"/>
                <a:cs typeface="楷体" panose="02010609060101010101" charset="-122"/>
              </a:rPr>
              <a:t>  假设样本空间有m个类别           ，数据集有n个属性          ，给定一个未知类别的样本</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rPr>
              <a:t>，其中   表示第i个属性的取值，即      ，则可用贝叶斯公式计算样本             属于类别</a:t>
            </a:r>
            <a:endParaRPr lang="zh-CN" altLang="en-US" sz="2400">
              <a:latin typeface="楷体" panose="02010609060101010101" charset="-122"/>
              <a:ea typeface="楷体" panose="02010609060101010101" charset="-122"/>
              <a:cs typeface="楷体" panose="02010609060101010101" charset="-122"/>
            </a:endParaRPr>
          </a:p>
          <a:p>
            <a:pPr marL="0" indent="0">
              <a:lnSpc>
                <a:spcPct val="150000"/>
              </a:lnSpc>
              <a:buNone/>
            </a:pPr>
            <a:r>
              <a:rPr lang="zh-CN" altLang="en-US" sz="2400">
                <a:latin typeface="楷体" panose="02010609060101010101" charset="-122"/>
                <a:ea typeface="楷体" panose="02010609060101010101" charset="-122"/>
                <a:cs typeface="楷体" panose="02010609060101010101" charset="-122"/>
              </a:rPr>
              <a:t>的概率。根据贝叶斯公式，                             ，即要得到          </a:t>
            </a:r>
            <a:endParaRPr lang="zh-CN" altLang="en-US" sz="2400">
              <a:latin typeface="楷体" panose="02010609060101010101" charset="-122"/>
              <a:ea typeface="楷体" panose="02010609060101010101" charset="-122"/>
              <a:cs typeface="楷体" panose="02010609060101010101" charset="-122"/>
            </a:endParaRPr>
          </a:p>
          <a:p>
            <a:pPr marL="0" indent="0">
              <a:lnSpc>
                <a:spcPct val="150000"/>
              </a:lnSpc>
              <a:buNone/>
            </a:pPr>
            <a:r>
              <a:rPr lang="zh-CN" altLang="en-US" sz="2400">
                <a:latin typeface="楷体" panose="02010609060101010101" charset="-122"/>
                <a:ea typeface="楷体" panose="02010609060101010101" charset="-122"/>
                <a:cs typeface="楷体" panose="02010609060101010101" charset="-122"/>
              </a:rPr>
              <a:t>        的值，关键要计算</a:t>
            </a:r>
            <a:endParaRPr lang="zh-CN" altLang="en-US" sz="2400">
              <a:latin typeface="楷体" panose="02010609060101010101" charset="-122"/>
              <a:ea typeface="楷体" panose="02010609060101010101" charset="-122"/>
              <a:cs typeface="楷体" panose="02010609060101010101" charset="-122"/>
            </a:endParaRPr>
          </a:p>
        </p:txBody>
      </p:sp>
      <p:graphicFrame>
        <p:nvGraphicFramePr>
          <p:cNvPr id="5" name="对象 -2147482560"/>
          <p:cNvGraphicFramePr>
            <a:graphicFrameLocks noChangeAspect="1"/>
          </p:cNvGraphicFramePr>
          <p:nvPr/>
        </p:nvGraphicFramePr>
        <p:xfrm>
          <a:off x="5245735" y="2021840"/>
          <a:ext cx="1376680" cy="374650"/>
        </p:xfrm>
        <a:graphic>
          <a:graphicData uri="http://schemas.openxmlformats.org/presentationml/2006/ole">
            <mc:AlternateContent xmlns:mc="http://schemas.openxmlformats.org/markup-compatibility/2006">
              <mc:Choice xmlns:v="urn:schemas-microsoft-com:vml" Requires="v">
                <p:oleObj spid="_x0000_s6" name="" r:id="rId1" imgW="939165" imgH="254000" progId="Equation.DSMT4">
                  <p:embed/>
                </p:oleObj>
              </mc:Choice>
              <mc:Fallback>
                <p:oleObj name="" r:id="rId1" imgW="939165" imgH="254000" progId="Equation.DSMT4">
                  <p:embed/>
                  <p:pic>
                    <p:nvPicPr>
                      <p:cNvPr id="0" name="图片 3"/>
                      <p:cNvPicPr/>
                      <p:nvPr/>
                    </p:nvPicPr>
                    <p:blipFill>
                      <a:blip r:embed="rId2"/>
                      <a:stretch>
                        <a:fillRect/>
                      </a:stretch>
                    </p:blipFill>
                    <p:spPr>
                      <a:xfrm>
                        <a:off x="5245735" y="2021840"/>
                        <a:ext cx="1376680" cy="374650"/>
                      </a:xfrm>
                      <a:prstGeom prst="rect">
                        <a:avLst/>
                      </a:prstGeom>
                      <a:noFill/>
                      <a:ln w="38100">
                        <a:noFill/>
                        <a:miter/>
                      </a:ln>
                    </p:spPr>
                  </p:pic>
                </p:oleObj>
              </mc:Fallback>
            </mc:AlternateContent>
          </a:graphicData>
        </a:graphic>
      </p:graphicFrame>
      <p:graphicFrame>
        <p:nvGraphicFramePr>
          <p:cNvPr id="7" name="对象 -2147482559"/>
          <p:cNvGraphicFramePr>
            <a:graphicFrameLocks noChangeAspect="1"/>
          </p:cNvGraphicFramePr>
          <p:nvPr/>
        </p:nvGraphicFramePr>
        <p:xfrm>
          <a:off x="9482455" y="2021840"/>
          <a:ext cx="1356360" cy="412115"/>
        </p:xfrm>
        <a:graphic>
          <a:graphicData uri="http://schemas.openxmlformats.org/presentationml/2006/ole">
            <mc:AlternateContent xmlns:mc="http://schemas.openxmlformats.org/markup-compatibility/2006">
              <mc:Choice xmlns:v="urn:schemas-microsoft-com:vml" Requires="v">
                <p:oleObj spid="_x0000_s8" name="" r:id="rId3" imgW="774065" imgH="228600" progId="Equation.DSMT4">
                  <p:embed/>
                </p:oleObj>
              </mc:Choice>
              <mc:Fallback>
                <p:oleObj name="" r:id="rId3" imgW="774065" imgH="228600" progId="Equation.DSMT4">
                  <p:embed/>
                  <p:pic>
                    <p:nvPicPr>
                      <p:cNvPr id="0" name="图片 4"/>
                      <p:cNvPicPr/>
                      <p:nvPr/>
                    </p:nvPicPr>
                    <p:blipFill>
                      <a:blip r:embed="rId4"/>
                      <a:stretch>
                        <a:fillRect/>
                      </a:stretch>
                    </p:blipFill>
                    <p:spPr>
                      <a:xfrm>
                        <a:off x="9482455" y="2021840"/>
                        <a:ext cx="1356360" cy="412115"/>
                      </a:xfrm>
                      <a:prstGeom prst="rect">
                        <a:avLst/>
                      </a:prstGeom>
                      <a:noFill/>
                      <a:ln w="38100">
                        <a:noFill/>
                        <a:miter/>
                      </a:ln>
                    </p:spPr>
                  </p:pic>
                </p:oleObj>
              </mc:Fallback>
            </mc:AlternateContent>
          </a:graphicData>
        </a:graphic>
      </p:graphicFrame>
      <p:graphicFrame>
        <p:nvGraphicFramePr>
          <p:cNvPr id="9" name="对象 -2147482558"/>
          <p:cNvGraphicFramePr>
            <a:graphicFrameLocks noChangeAspect="1"/>
          </p:cNvGraphicFramePr>
          <p:nvPr/>
        </p:nvGraphicFramePr>
        <p:xfrm>
          <a:off x="2187575" y="3282950"/>
          <a:ext cx="1671955" cy="377190"/>
        </p:xfrm>
        <a:graphic>
          <a:graphicData uri="http://schemas.openxmlformats.org/presentationml/2006/ole">
            <mc:AlternateContent xmlns:mc="http://schemas.openxmlformats.org/markup-compatibility/2006">
              <mc:Choice xmlns:v="urn:schemas-microsoft-com:vml" Requires="v">
                <p:oleObj spid="_x0000_s10" name="" r:id="rId5" imgW="1129665" imgH="254000" progId="Equation.DSMT4">
                  <p:embed/>
                </p:oleObj>
              </mc:Choice>
              <mc:Fallback>
                <p:oleObj name="" r:id="rId5" imgW="1129665" imgH="254000" progId="Equation.DSMT4">
                  <p:embed/>
                  <p:pic>
                    <p:nvPicPr>
                      <p:cNvPr id="0" name="图片 5"/>
                      <p:cNvPicPr/>
                      <p:nvPr/>
                    </p:nvPicPr>
                    <p:blipFill>
                      <a:blip r:embed="rId6"/>
                      <a:stretch>
                        <a:fillRect/>
                      </a:stretch>
                    </p:blipFill>
                    <p:spPr>
                      <a:xfrm>
                        <a:off x="2187575" y="3282950"/>
                        <a:ext cx="1671955" cy="377190"/>
                      </a:xfrm>
                      <a:prstGeom prst="rect">
                        <a:avLst/>
                      </a:prstGeom>
                      <a:noFill/>
                      <a:ln w="38100">
                        <a:noFill/>
                        <a:miter/>
                      </a:ln>
                    </p:spPr>
                  </p:pic>
                </p:oleObj>
              </mc:Fallback>
            </mc:AlternateContent>
          </a:graphicData>
        </a:graphic>
      </p:graphicFrame>
      <p:graphicFrame>
        <p:nvGraphicFramePr>
          <p:cNvPr id="11" name="对象 -2147482557"/>
          <p:cNvGraphicFramePr>
            <a:graphicFrameLocks noChangeAspect="1"/>
          </p:cNvGraphicFramePr>
          <p:nvPr/>
        </p:nvGraphicFramePr>
        <p:xfrm>
          <a:off x="2592705" y="2780030"/>
          <a:ext cx="325755" cy="502920"/>
        </p:xfrm>
        <a:graphic>
          <a:graphicData uri="http://schemas.openxmlformats.org/presentationml/2006/ole">
            <mc:AlternateContent xmlns:mc="http://schemas.openxmlformats.org/markup-compatibility/2006">
              <mc:Choice xmlns:v="urn:schemas-microsoft-com:vml" Requires="v">
                <p:oleObj spid="_x0000_s12" name="" r:id="rId7" imgW="152400" imgH="228600" progId="Equation.DSMT4">
                  <p:embed/>
                </p:oleObj>
              </mc:Choice>
              <mc:Fallback>
                <p:oleObj name="" r:id="rId7" imgW="152400" imgH="228600" progId="Equation.DSMT4">
                  <p:embed/>
                  <p:pic>
                    <p:nvPicPr>
                      <p:cNvPr id="0" name="图片 6"/>
                      <p:cNvPicPr/>
                      <p:nvPr/>
                    </p:nvPicPr>
                    <p:blipFill>
                      <a:blip r:embed="rId8"/>
                      <a:stretch>
                        <a:fillRect/>
                      </a:stretch>
                    </p:blipFill>
                    <p:spPr>
                      <a:xfrm>
                        <a:off x="2592705" y="2780030"/>
                        <a:ext cx="325755" cy="502920"/>
                      </a:xfrm>
                      <a:prstGeom prst="rect">
                        <a:avLst/>
                      </a:prstGeom>
                      <a:noFill/>
                      <a:ln w="38100">
                        <a:noFill/>
                        <a:miter/>
                      </a:ln>
                    </p:spPr>
                  </p:pic>
                </p:oleObj>
              </mc:Fallback>
            </mc:AlternateContent>
          </a:graphicData>
        </a:graphic>
      </p:graphicFrame>
      <p:graphicFrame>
        <p:nvGraphicFramePr>
          <p:cNvPr id="13" name="对象 -2147482556"/>
          <p:cNvGraphicFramePr>
            <a:graphicFrameLocks noChangeAspect="1"/>
          </p:cNvGraphicFramePr>
          <p:nvPr/>
        </p:nvGraphicFramePr>
        <p:xfrm>
          <a:off x="6622415" y="2877185"/>
          <a:ext cx="817880" cy="446405"/>
        </p:xfrm>
        <a:graphic>
          <a:graphicData uri="http://schemas.openxmlformats.org/presentationml/2006/ole">
            <mc:AlternateContent xmlns:mc="http://schemas.openxmlformats.org/markup-compatibility/2006">
              <mc:Choice xmlns:v="urn:schemas-microsoft-com:vml" Requires="v">
                <p:oleObj spid="_x0000_s14" name="" r:id="rId9" imgW="431800" imgH="228600" progId="Equation.DSMT4">
                  <p:embed/>
                </p:oleObj>
              </mc:Choice>
              <mc:Fallback>
                <p:oleObj name="" r:id="rId9" imgW="431800" imgH="228600" progId="Equation.DSMT4">
                  <p:embed/>
                  <p:pic>
                    <p:nvPicPr>
                      <p:cNvPr id="0" name="图片 7"/>
                      <p:cNvPicPr/>
                      <p:nvPr/>
                    </p:nvPicPr>
                    <p:blipFill>
                      <a:blip r:embed="rId10"/>
                      <a:stretch>
                        <a:fillRect/>
                      </a:stretch>
                    </p:blipFill>
                    <p:spPr>
                      <a:xfrm>
                        <a:off x="6622415" y="2877185"/>
                        <a:ext cx="817880" cy="446405"/>
                      </a:xfrm>
                      <a:prstGeom prst="rect">
                        <a:avLst/>
                      </a:prstGeom>
                      <a:noFill/>
                      <a:ln w="38100">
                        <a:noFill/>
                        <a:miter/>
                      </a:ln>
                    </p:spPr>
                  </p:pic>
                </p:oleObj>
              </mc:Fallback>
            </mc:AlternateContent>
          </a:graphicData>
        </a:graphic>
      </p:graphicFrame>
      <p:graphicFrame>
        <p:nvGraphicFramePr>
          <p:cNvPr id="15" name="对象 -2147482555"/>
          <p:cNvGraphicFramePr>
            <a:graphicFrameLocks noChangeAspect="1"/>
          </p:cNvGraphicFramePr>
          <p:nvPr/>
        </p:nvGraphicFramePr>
        <p:xfrm>
          <a:off x="5086350" y="2433955"/>
          <a:ext cx="1699260" cy="382270"/>
        </p:xfrm>
        <a:graphic>
          <a:graphicData uri="http://schemas.openxmlformats.org/presentationml/2006/ole">
            <mc:AlternateContent xmlns:mc="http://schemas.openxmlformats.org/markup-compatibility/2006">
              <mc:Choice xmlns:v="urn:schemas-microsoft-com:vml" Requires="v">
                <p:oleObj spid="_x0000_s16" name="" r:id="rId11" imgW="1129665" imgH="254000" progId="Equation.DSMT4">
                  <p:embed/>
                </p:oleObj>
              </mc:Choice>
              <mc:Fallback>
                <p:oleObj name="" r:id="rId11" imgW="1129665" imgH="254000" progId="Equation.DSMT4">
                  <p:embed/>
                  <p:pic>
                    <p:nvPicPr>
                      <p:cNvPr id="0" name="图片 8"/>
                      <p:cNvPicPr/>
                      <p:nvPr/>
                    </p:nvPicPr>
                    <p:blipFill>
                      <a:blip r:embed="rId12"/>
                      <a:stretch>
                        <a:fillRect/>
                      </a:stretch>
                    </p:blipFill>
                    <p:spPr>
                      <a:xfrm>
                        <a:off x="5086350" y="2433955"/>
                        <a:ext cx="1699260" cy="382270"/>
                      </a:xfrm>
                      <a:prstGeom prst="rect">
                        <a:avLst/>
                      </a:prstGeom>
                      <a:noFill/>
                      <a:ln w="38100">
                        <a:noFill/>
                        <a:miter/>
                      </a:ln>
                    </p:spPr>
                  </p:pic>
                </p:oleObj>
              </mc:Fallback>
            </mc:AlternateContent>
          </a:graphicData>
        </a:graphic>
      </p:graphicFrame>
      <p:graphicFrame>
        <p:nvGraphicFramePr>
          <p:cNvPr id="17" name="对象 -2147482554"/>
          <p:cNvGraphicFramePr>
            <a:graphicFrameLocks noChangeAspect="1"/>
          </p:cNvGraphicFramePr>
          <p:nvPr/>
        </p:nvGraphicFramePr>
        <p:xfrm>
          <a:off x="5311775" y="3292475"/>
          <a:ext cx="1473200" cy="428625"/>
        </p:xfrm>
        <a:graphic>
          <a:graphicData uri="http://schemas.openxmlformats.org/presentationml/2006/ole">
            <mc:AlternateContent xmlns:mc="http://schemas.openxmlformats.org/markup-compatibility/2006">
              <mc:Choice xmlns:v="urn:schemas-microsoft-com:vml" Requires="v">
                <p:oleObj spid="_x0000_s18" name="" r:id="rId13" imgW="888365" imgH="254000" progId="Equation.DSMT4">
                  <p:embed/>
                </p:oleObj>
              </mc:Choice>
              <mc:Fallback>
                <p:oleObj name="" r:id="rId13" imgW="888365" imgH="254000" progId="Equation.DSMT4">
                  <p:embed/>
                  <p:pic>
                    <p:nvPicPr>
                      <p:cNvPr id="0" name="图片 9"/>
                      <p:cNvPicPr/>
                      <p:nvPr/>
                    </p:nvPicPr>
                    <p:blipFill>
                      <a:blip r:embed="rId14"/>
                      <a:stretch>
                        <a:fillRect/>
                      </a:stretch>
                    </p:blipFill>
                    <p:spPr>
                      <a:xfrm>
                        <a:off x="5311775" y="3292475"/>
                        <a:ext cx="1473200" cy="428625"/>
                      </a:xfrm>
                      <a:prstGeom prst="rect">
                        <a:avLst/>
                      </a:prstGeom>
                      <a:noFill/>
                      <a:ln w="38100">
                        <a:noFill/>
                        <a:miter/>
                      </a:ln>
                    </p:spPr>
                  </p:pic>
                </p:oleObj>
              </mc:Fallback>
            </mc:AlternateContent>
          </a:graphicData>
        </a:graphic>
      </p:graphicFrame>
      <p:graphicFrame>
        <p:nvGraphicFramePr>
          <p:cNvPr id="19" name="对象 -2147482553"/>
          <p:cNvGraphicFramePr>
            <a:graphicFrameLocks noChangeAspect="1"/>
          </p:cNvGraphicFramePr>
          <p:nvPr/>
        </p:nvGraphicFramePr>
        <p:xfrm>
          <a:off x="5245735" y="3660140"/>
          <a:ext cx="2871470" cy="785495"/>
        </p:xfrm>
        <a:graphic>
          <a:graphicData uri="http://schemas.openxmlformats.org/presentationml/2006/ole">
            <mc:AlternateContent xmlns:mc="http://schemas.openxmlformats.org/markup-compatibility/2006">
              <mc:Choice xmlns:v="urn:schemas-microsoft-com:vml" Requires="v">
                <p:oleObj spid="_x0000_s20" name="" r:id="rId15" imgW="1790700" imgH="495300" progId="Equation.DSMT4">
                  <p:embed/>
                </p:oleObj>
              </mc:Choice>
              <mc:Fallback>
                <p:oleObj name="" r:id="rId15" imgW="1790700" imgH="495300" progId="Equation.DSMT4">
                  <p:embed/>
                  <p:pic>
                    <p:nvPicPr>
                      <p:cNvPr id="0" name="图片 10"/>
                      <p:cNvPicPr/>
                      <p:nvPr/>
                    </p:nvPicPr>
                    <p:blipFill>
                      <a:blip r:embed="rId16"/>
                      <a:stretch>
                        <a:fillRect/>
                      </a:stretch>
                    </p:blipFill>
                    <p:spPr>
                      <a:xfrm>
                        <a:off x="5245735" y="3660140"/>
                        <a:ext cx="2871470" cy="785495"/>
                      </a:xfrm>
                      <a:prstGeom prst="rect">
                        <a:avLst/>
                      </a:prstGeom>
                      <a:noFill/>
                      <a:ln w="38100">
                        <a:noFill/>
                        <a:miter/>
                      </a:ln>
                    </p:spPr>
                  </p:pic>
                </p:oleObj>
              </mc:Fallback>
            </mc:AlternateContent>
          </a:graphicData>
        </a:graphic>
      </p:graphicFrame>
      <p:graphicFrame>
        <p:nvGraphicFramePr>
          <p:cNvPr id="23" name="对象 -2147482551"/>
          <p:cNvGraphicFramePr>
            <a:graphicFrameLocks noChangeAspect="1"/>
          </p:cNvGraphicFramePr>
          <p:nvPr/>
        </p:nvGraphicFramePr>
        <p:xfrm>
          <a:off x="1731645" y="4583430"/>
          <a:ext cx="1013460" cy="446405"/>
        </p:xfrm>
        <a:graphic>
          <a:graphicData uri="http://schemas.openxmlformats.org/presentationml/2006/ole">
            <mc:AlternateContent xmlns:mc="http://schemas.openxmlformats.org/markup-compatibility/2006">
              <mc:Choice xmlns:v="urn:schemas-microsoft-com:vml" Requires="v">
                <p:oleObj spid="_x0000_s24" name="" r:id="rId17" imgW="622300" imgH="279400" progId="Equation.DSMT4">
                  <p:embed/>
                </p:oleObj>
              </mc:Choice>
              <mc:Fallback>
                <p:oleObj name="" r:id="rId17" imgW="622300" imgH="279400" progId="Equation.DSMT4">
                  <p:embed/>
                  <p:pic>
                    <p:nvPicPr>
                      <p:cNvPr id="0" name="图片 12"/>
                      <p:cNvPicPr/>
                      <p:nvPr/>
                    </p:nvPicPr>
                    <p:blipFill>
                      <a:blip r:embed="rId18"/>
                      <a:stretch>
                        <a:fillRect/>
                      </a:stretch>
                    </p:blipFill>
                    <p:spPr>
                      <a:xfrm>
                        <a:off x="1731645" y="4583430"/>
                        <a:ext cx="1013460" cy="446405"/>
                      </a:xfrm>
                      <a:prstGeom prst="rect">
                        <a:avLst/>
                      </a:prstGeom>
                      <a:noFill/>
                      <a:ln w="38100">
                        <a:noFill/>
                        <a:miter/>
                      </a:ln>
                    </p:spPr>
                  </p:pic>
                </p:oleObj>
              </mc:Fallback>
            </mc:AlternateContent>
          </a:graphicData>
        </a:graphic>
      </p:graphicFrame>
      <p:graphicFrame>
        <p:nvGraphicFramePr>
          <p:cNvPr id="25" name="对象 -2147482550"/>
          <p:cNvGraphicFramePr>
            <a:graphicFrameLocks noChangeAspect="1"/>
          </p:cNvGraphicFramePr>
          <p:nvPr/>
        </p:nvGraphicFramePr>
        <p:xfrm>
          <a:off x="5492750" y="4549140"/>
          <a:ext cx="1035685" cy="456565"/>
        </p:xfrm>
        <a:graphic>
          <a:graphicData uri="http://schemas.openxmlformats.org/presentationml/2006/ole">
            <mc:AlternateContent xmlns:mc="http://schemas.openxmlformats.org/markup-compatibility/2006">
              <mc:Choice xmlns:v="urn:schemas-microsoft-com:vml" Requires="v">
                <p:oleObj spid="_x0000_s26" name="" r:id="rId19" imgW="622300" imgH="279400" progId="Equation.DSMT4">
                  <p:embed/>
                </p:oleObj>
              </mc:Choice>
              <mc:Fallback>
                <p:oleObj name="" r:id="rId19" imgW="622300" imgH="279400" progId="Equation.DSMT4">
                  <p:embed/>
                  <p:pic>
                    <p:nvPicPr>
                      <p:cNvPr id="0" name="图片 13"/>
                      <p:cNvPicPr/>
                      <p:nvPr/>
                    </p:nvPicPr>
                    <p:blipFill>
                      <a:blip r:embed="rId20"/>
                      <a:stretch>
                        <a:fillRect/>
                      </a:stretch>
                    </p:blipFill>
                    <p:spPr>
                      <a:xfrm>
                        <a:off x="5492750" y="4549140"/>
                        <a:ext cx="1035685" cy="456565"/>
                      </a:xfrm>
                      <a:prstGeom prst="rect">
                        <a:avLst/>
                      </a:prstGeom>
                      <a:noFill/>
                      <a:ln w="38100">
                        <a:noFill/>
                        <a:miter/>
                      </a:ln>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660525" y="285115"/>
            <a:ext cx="10226675" cy="6263640"/>
          </a:xfrm>
        </p:spPr>
        <p:txBody>
          <a:bodyPr/>
          <a:p>
            <a:pPr marL="0" indent="0">
              <a:buNone/>
            </a:pPr>
            <a:r>
              <a:rPr lang="zh-CN" altLang="en-US" sz="2400">
                <a:latin typeface="楷体" panose="02010609060101010101" charset="-122"/>
                <a:ea typeface="楷体" panose="02010609060101010101" charset="-122"/>
              </a:rPr>
              <a:t>和     。令     为X所属的类别标签，由贝叶斯分类准则，如果对于任意都有             成立，则把未知类别的样本X指派给类别   ，贝叶斯分类器的计算模型为：</a:t>
            </a:r>
            <a:endParaRPr lang="zh-CN" altLang="en-US" sz="2400">
              <a:latin typeface="楷体" panose="02010609060101010101" charset="-122"/>
              <a:ea typeface="楷体" panose="02010609060101010101" charset="-122"/>
            </a:endParaRPr>
          </a:p>
          <a:p>
            <a:pPr marL="0" indent="0">
              <a:buNone/>
            </a:pPr>
            <a:endParaRPr lang="zh-CN" altLang="en-US" sz="2400">
              <a:latin typeface="楷体" panose="02010609060101010101" charset="-122"/>
              <a:ea typeface="楷体" panose="02010609060101010101" charset="-122"/>
            </a:endParaRPr>
          </a:p>
          <a:p>
            <a:pPr marL="0" indent="0">
              <a:buNone/>
            </a:pPr>
            <a:endParaRPr lang="zh-CN" altLang="en-US" sz="2400">
              <a:latin typeface="楷体" panose="02010609060101010101" charset="-122"/>
              <a:ea typeface="楷体" panose="02010609060101010101" charset="-122"/>
            </a:endParaRPr>
          </a:p>
          <a:p>
            <a:pPr marL="0" indent="0">
              <a:buNone/>
            </a:pPr>
            <a:r>
              <a:rPr lang="zh-CN" altLang="en-US" sz="2400">
                <a:latin typeface="楷体" panose="02010609060101010101" charset="-122"/>
                <a:ea typeface="楷体" panose="02010609060101010101" charset="-122"/>
              </a:rPr>
              <a:t>由朴素贝叶斯分类器的属性独立性假设，假设各属性           间相互条件独立，则：</a:t>
            </a:r>
            <a:endParaRPr lang="zh-CN" altLang="en-US" sz="2400">
              <a:latin typeface="楷体" panose="02010609060101010101" charset="-122"/>
              <a:ea typeface="楷体" panose="02010609060101010101" charset="-122"/>
            </a:endParaRPr>
          </a:p>
          <a:p>
            <a:pPr marL="0" indent="0">
              <a:buNone/>
            </a:pPr>
            <a:r>
              <a:rPr lang="zh-CN" altLang="en-US" sz="2400">
                <a:latin typeface="楷体" panose="02010609060101010101" charset="-122"/>
                <a:ea typeface="楷体" panose="02010609060101010101" charset="-122"/>
              </a:rPr>
              <a:t>           </a:t>
            </a:r>
            <a:endParaRPr lang="zh-CN" altLang="en-US" sz="2400">
              <a:latin typeface="楷体" panose="02010609060101010101" charset="-122"/>
              <a:ea typeface="楷体" panose="02010609060101010101" charset="-122"/>
            </a:endParaRPr>
          </a:p>
          <a:p>
            <a:pPr marL="0" indent="0">
              <a:buNone/>
            </a:pPr>
            <a:r>
              <a:rPr lang="zh-CN" altLang="en-US" sz="2400">
                <a:latin typeface="楷体" panose="02010609060101010101" charset="-122"/>
                <a:ea typeface="楷体" panose="02010609060101010101" charset="-122"/>
              </a:rPr>
              <a:t>于是（5-11）被修改为：</a:t>
            </a:r>
            <a:endParaRPr lang="zh-CN" altLang="en-US" sz="2400">
              <a:latin typeface="楷体" panose="02010609060101010101" charset="-122"/>
              <a:ea typeface="楷体" panose="02010609060101010101" charset="-122"/>
            </a:endParaRPr>
          </a:p>
          <a:p>
            <a:pPr marL="0" indent="0">
              <a:buNone/>
            </a:pPr>
            <a:endParaRPr lang="zh-CN" altLang="en-US" sz="2400">
              <a:latin typeface="楷体" panose="02010609060101010101" charset="-122"/>
              <a:ea typeface="楷体" panose="02010609060101010101" charset="-122"/>
            </a:endParaRPr>
          </a:p>
          <a:p>
            <a:pPr marL="0" indent="0">
              <a:buNone/>
            </a:pPr>
            <a:r>
              <a:rPr lang="zh-CN" altLang="en-US" sz="2400">
                <a:latin typeface="楷体" panose="02010609060101010101" charset="-122"/>
                <a:ea typeface="楷体" panose="02010609060101010101" charset="-122"/>
              </a:rPr>
              <a:t>      </a:t>
            </a:r>
            <a:endParaRPr lang="zh-CN" altLang="en-US" sz="2400">
              <a:latin typeface="楷体" panose="02010609060101010101" charset="-122"/>
              <a:ea typeface="楷体" panose="02010609060101010101" charset="-122"/>
            </a:endParaRPr>
          </a:p>
          <a:p>
            <a:pPr marL="0" indent="0">
              <a:buNone/>
            </a:pPr>
            <a:r>
              <a:rPr lang="zh-CN" altLang="en-US" sz="2400">
                <a:latin typeface="楷体" panose="02010609060101010101" charset="-122"/>
                <a:ea typeface="楷体" panose="02010609060101010101" charset="-122"/>
              </a:rPr>
              <a:t> </a:t>
            </a:r>
            <a:endParaRPr lang="zh-CN" altLang="en-US" sz="2400">
              <a:latin typeface="楷体" panose="02010609060101010101" charset="-122"/>
              <a:ea typeface="楷体" panose="02010609060101010101" charset="-122"/>
            </a:endParaRPr>
          </a:p>
        </p:txBody>
      </p:sp>
      <p:graphicFrame>
        <p:nvGraphicFramePr>
          <p:cNvPr id="2" name="对象 -2147482549"/>
          <p:cNvGraphicFramePr>
            <a:graphicFrameLocks noChangeAspect="1"/>
          </p:cNvGraphicFramePr>
          <p:nvPr/>
        </p:nvGraphicFramePr>
        <p:xfrm>
          <a:off x="2176145" y="340995"/>
          <a:ext cx="620395" cy="352425"/>
        </p:xfrm>
        <a:graphic>
          <a:graphicData uri="http://schemas.openxmlformats.org/presentationml/2006/ole">
            <mc:AlternateContent xmlns:mc="http://schemas.openxmlformats.org/markup-compatibility/2006">
              <mc:Choice xmlns:v="urn:schemas-microsoft-com:vml" Requires="v">
                <p:oleObj spid="_x0000_s3076" name="" r:id="rId1" imgW="443865" imgH="254000" progId="Equation.DSMT4">
                  <p:embed/>
                </p:oleObj>
              </mc:Choice>
              <mc:Fallback>
                <p:oleObj name="" r:id="rId1" imgW="443865" imgH="254000" progId="Equation.DSMT4">
                  <p:embed/>
                  <p:pic>
                    <p:nvPicPr>
                      <p:cNvPr id="0" name="图片 3075"/>
                      <p:cNvPicPr/>
                      <p:nvPr/>
                    </p:nvPicPr>
                    <p:blipFill>
                      <a:blip r:embed="rId2"/>
                      <a:stretch>
                        <a:fillRect/>
                      </a:stretch>
                    </p:blipFill>
                    <p:spPr>
                      <a:xfrm>
                        <a:off x="2176145" y="340995"/>
                        <a:ext cx="620395" cy="352425"/>
                      </a:xfrm>
                      <a:prstGeom prst="rect">
                        <a:avLst/>
                      </a:prstGeom>
                      <a:noFill/>
                      <a:ln w="38100">
                        <a:noFill/>
                        <a:miter/>
                      </a:ln>
                    </p:spPr>
                  </p:pic>
                </p:oleObj>
              </mc:Fallback>
            </mc:AlternateContent>
          </a:graphicData>
        </a:graphic>
      </p:graphicFrame>
      <p:graphicFrame>
        <p:nvGraphicFramePr>
          <p:cNvPr id="4" name="对象 -2147482548"/>
          <p:cNvGraphicFramePr>
            <a:graphicFrameLocks noChangeAspect="1"/>
          </p:cNvGraphicFramePr>
          <p:nvPr/>
        </p:nvGraphicFramePr>
        <p:xfrm>
          <a:off x="3508375" y="340995"/>
          <a:ext cx="638810" cy="384810"/>
        </p:xfrm>
        <a:graphic>
          <a:graphicData uri="http://schemas.openxmlformats.org/presentationml/2006/ole">
            <mc:AlternateContent xmlns:mc="http://schemas.openxmlformats.org/markup-compatibility/2006">
              <mc:Choice xmlns:v="urn:schemas-microsoft-com:vml" Requires="v">
                <p:oleObj spid="_x0000_s5" name="" r:id="rId3" imgW="419100" imgH="254000" progId="Equation.DSMT4">
                  <p:embed/>
                </p:oleObj>
              </mc:Choice>
              <mc:Fallback>
                <p:oleObj name="" r:id="rId3" imgW="419100" imgH="254000" progId="Equation.DSMT4">
                  <p:embed/>
                  <p:pic>
                    <p:nvPicPr>
                      <p:cNvPr id="0" name="图片 3"/>
                      <p:cNvPicPr/>
                      <p:nvPr/>
                    </p:nvPicPr>
                    <p:blipFill>
                      <a:blip r:embed="rId4"/>
                      <a:stretch>
                        <a:fillRect/>
                      </a:stretch>
                    </p:blipFill>
                    <p:spPr>
                      <a:xfrm>
                        <a:off x="3508375" y="340995"/>
                        <a:ext cx="638810" cy="384810"/>
                      </a:xfrm>
                      <a:prstGeom prst="rect">
                        <a:avLst/>
                      </a:prstGeom>
                      <a:noFill/>
                      <a:ln w="38100">
                        <a:noFill/>
                        <a:miter/>
                      </a:ln>
                    </p:spPr>
                  </p:pic>
                </p:oleObj>
              </mc:Fallback>
            </mc:AlternateContent>
          </a:graphicData>
        </a:graphic>
      </p:graphicFrame>
      <p:graphicFrame>
        <p:nvGraphicFramePr>
          <p:cNvPr id="6" name="对象 -2147482546"/>
          <p:cNvGraphicFramePr>
            <a:graphicFrameLocks noChangeAspect="1"/>
          </p:cNvGraphicFramePr>
          <p:nvPr/>
        </p:nvGraphicFramePr>
        <p:xfrm>
          <a:off x="2559050" y="725805"/>
          <a:ext cx="1649095" cy="339725"/>
        </p:xfrm>
        <a:graphic>
          <a:graphicData uri="http://schemas.openxmlformats.org/presentationml/2006/ole">
            <mc:AlternateContent xmlns:mc="http://schemas.openxmlformats.org/markup-compatibility/2006">
              <mc:Choice xmlns:v="urn:schemas-microsoft-com:vml" Requires="v">
                <p:oleObj spid="_x0000_s7" name="" r:id="rId5" imgW="1320165" imgH="279400" progId="Equation.DSMT4">
                  <p:embed/>
                </p:oleObj>
              </mc:Choice>
              <mc:Fallback>
                <p:oleObj name="" r:id="rId5" imgW="1320165" imgH="279400" progId="Equation.DSMT4">
                  <p:embed/>
                  <p:pic>
                    <p:nvPicPr>
                      <p:cNvPr id="0" name="图片 4"/>
                      <p:cNvPicPr/>
                      <p:nvPr/>
                    </p:nvPicPr>
                    <p:blipFill>
                      <a:blip r:embed="rId6"/>
                      <a:stretch>
                        <a:fillRect/>
                      </a:stretch>
                    </p:blipFill>
                    <p:spPr>
                      <a:xfrm>
                        <a:off x="2559050" y="725805"/>
                        <a:ext cx="1649095" cy="339725"/>
                      </a:xfrm>
                      <a:prstGeom prst="rect">
                        <a:avLst/>
                      </a:prstGeom>
                      <a:noFill/>
                      <a:ln w="38100">
                        <a:noFill/>
                        <a:miter/>
                      </a:ln>
                    </p:spPr>
                  </p:pic>
                </p:oleObj>
              </mc:Fallback>
            </mc:AlternateContent>
          </a:graphicData>
        </a:graphic>
      </p:graphicFrame>
      <p:graphicFrame>
        <p:nvGraphicFramePr>
          <p:cNvPr id="8" name="对象 -2147482545"/>
          <p:cNvGraphicFramePr>
            <a:graphicFrameLocks noChangeAspect="1"/>
          </p:cNvGraphicFramePr>
          <p:nvPr/>
        </p:nvGraphicFramePr>
        <p:xfrm>
          <a:off x="9726295" y="674370"/>
          <a:ext cx="369570" cy="487045"/>
        </p:xfrm>
        <a:graphic>
          <a:graphicData uri="http://schemas.openxmlformats.org/presentationml/2006/ole">
            <mc:AlternateContent xmlns:mc="http://schemas.openxmlformats.org/markup-compatibility/2006">
              <mc:Choice xmlns:v="urn:schemas-microsoft-com:vml" Requires="v">
                <p:oleObj spid="_x0000_s9" name="" r:id="rId7" imgW="177800" imgH="228600" progId="Equation.DSMT4">
                  <p:embed/>
                </p:oleObj>
              </mc:Choice>
              <mc:Fallback>
                <p:oleObj name="" r:id="rId7" imgW="177800" imgH="228600" progId="Equation.DSMT4">
                  <p:embed/>
                  <p:pic>
                    <p:nvPicPr>
                      <p:cNvPr id="0" name="图片 5"/>
                      <p:cNvPicPr/>
                      <p:nvPr/>
                    </p:nvPicPr>
                    <p:blipFill>
                      <a:blip r:embed="rId8"/>
                      <a:stretch>
                        <a:fillRect/>
                      </a:stretch>
                    </p:blipFill>
                    <p:spPr>
                      <a:xfrm>
                        <a:off x="9726295" y="674370"/>
                        <a:ext cx="369570" cy="487045"/>
                      </a:xfrm>
                      <a:prstGeom prst="rect">
                        <a:avLst/>
                      </a:prstGeom>
                      <a:noFill/>
                      <a:ln w="38100">
                        <a:noFill/>
                        <a:miter/>
                      </a:ln>
                    </p:spPr>
                  </p:pic>
                </p:oleObj>
              </mc:Fallback>
            </mc:AlternateContent>
          </a:graphicData>
        </a:graphic>
      </p:graphicFrame>
      <p:graphicFrame>
        <p:nvGraphicFramePr>
          <p:cNvPr id="10" name="对象 -2147482544"/>
          <p:cNvGraphicFramePr>
            <a:graphicFrameLocks noChangeAspect="1"/>
          </p:cNvGraphicFramePr>
          <p:nvPr/>
        </p:nvGraphicFramePr>
        <p:xfrm>
          <a:off x="2766695" y="1529715"/>
          <a:ext cx="3840480" cy="519430"/>
        </p:xfrm>
        <a:graphic>
          <a:graphicData uri="http://schemas.openxmlformats.org/presentationml/2006/ole">
            <mc:AlternateContent xmlns:mc="http://schemas.openxmlformats.org/markup-compatibility/2006">
              <mc:Choice xmlns:v="urn:schemas-microsoft-com:vml" Requires="v">
                <p:oleObj spid="_x0000_s11" name="" r:id="rId9" imgW="2019300" imgH="279400" progId="Equation.DSMT4">
                  <p:embed/>
                </p:oleObj>
              </mc:Choice>
              <mc:Fallback>
                <p:oleObj name="" r:id="rId9" imgW="2019300" imgH="279400" progId="Equation.DSMT4">
                  <p:embed/>
                  <p:pic>
                    <p:nvPicPr>
                      <p:cNvPr id="0" name="图片 6"/>
                      <p:cNvPicPr/>
                      <p:nvPr/>
                    </p:nvPicPr>
                    <p:blipFill>
                      <a:blip r:embed="rId10"/>
                      <a:stretch>
                        <a:fillRect/>
                      </a:stretch>
                    </p:blipFill>
                    <p:spPr>
                      <a:xfrm>
                        <a:off x="2766695" y="1529715"/>
                        <a:ext cx="3840480" cy="519430"/>
                      </a:xfrm>
                      <a:prstGeom prst="rect">
                        <a:avLst/>
                      </a:prstGeom>
                      <a:noFill/>
                      <a:ln w="38100">
                        <a:noFill/>
                        <a:miter/>
                      </a:ln>
                    </p:spPr>
                  </p:pic>
                </p:oleObj>
              </mc:Fallback>
            </mc:AlternateContent>
          </a:graphicData>
        </a:graphic>
      </p:graphicFrame>
      <p:graphicFrame>
        <p:nvGraphicFramePr>
          <p:cNvPr id="12" name="对象 -2147482543"/>
          <p:cNvGraphicFramePr>
            <a:graphicFrameLocks noChangeAspect="1"/>
          </p:cNvGraphicFramePr>
          <p:nvPr/>
        </p:nvGraphicFramePr>
        <p:xfrm>
          <a:off x="6865620" y="1640205"/>
          <a:ext cx="683895" cy="298450"/>
        </p:xfrm>
        <a:graphic>
          <a:graphicData uri="http://schemas.openxmlformats.org/presentationml/2006/ole">
            <mc:AlternateContent xmlns:mc="http://schemas.openxmlformats.org/markup-compatibility/2006">
              <mc:Choice xmlns:v="urn:schemas-microsoft-com:vml" Requires="v">
                <p:oleObj spid="_x0000_s13" name="" r:id="rId11" imgW="405765" imgH="177800" progId="Equation.DSMT4">
                  <p:embed/>
                </p:oleObj>
              </mc:Choice>
              <mc:Fallback>
                <p:oleObj name="" r:id="rId11" imgW="405765" imgH="177800" progId="Equation.DSMT4">
                  <p:embed/>
                  <p:pic>
                    <p:nvPicPr>
                      <p:cNvPr id="0" name="图片 7"/>
                      <p:cNvPicPr/>
                      <p:nvPr/>
                    </p:nvPicPr>
                    <p:blipFill>
                      <a:blip r:embed="rId12"/>
                      <a:stretch>
                        <a:fillRect/>
                      </a:stretch>
                    </p:blipFill>
                    <p:spPr>
                      <a:xfrm>
                        <a:off x="6865620" y="1640205"/>
                        <a:ext cx="683895" cy="298450"/>
                      </a:xfrm>
                      <a:prstGeom prst="rect">
                        <a:avLst/>
                      </a:prstGeom>
                      <a:noFill/>
                      <a:ln w="38100">
                        <a:noFill/>
                        <a:miter/>
                      </a:ln>
                    </p:spPr>
                  </p:pic>
                </p:oleObj>
              </mc:Fallback>
            </mc:AlternateContent>
          </a:graphicData>
        </a:graphic>
      </p:graphicFrame>
      <p:graphicFrame>
        <p:nvGraphicFramePr>
          <p:cNvPr id="14" name="对象 -2147482542"/>
          <p:cNvGraphicFramePr>
            <a:graphicFrameLocks noChangeAspect="1"/>
          </p:cNvGraphicFramePr>
          <p:nvPr/>
        </p:nvGraphicFramePr>
        <p:xfrm>
          <a:off x="8803005" y="2510790"/>
          <a:ext cx="1537335" cy="394970"/>
        </p:xfrm>
        <a:graphic>
          <a:graphicData uri="http://schemas.openxmlformats.org/presentationml/2006/ole">
            <mc:AlternateContent xmlns:mc="http://schemas.openxmlformats.org/markup-compatibility/2006">
              <mc:Choice xmlns:v="urn:schemas-microsoft-com:vml" Requires="v">
                <p:oleObj spid="_x0000_s15" name="" r:id="rId13" imgW="989965" imgH="254000" progId="Equation.DSMT4">
                  <p:embed/>
                </p:oleObj>
              </mc:Choice>
              <mc:Fallback>
                <p:oleObj name="" r:id="rId13" imgW="989965" imgH="254000" progId="Equation.DSMT4">
                  <p:embed/>
                  <p:pic>
                    <p:nvPicPr>
                      <p:cNvPr id="0" name="图片 8"/>
                      <p:cNvPicPr/>
                      <p:nvPr/>
                    </p:nvPicPr>
                    <p:blipFill>
                      <a:blip r:embed="rId14"/>
                      <a:stretch>
                        <a:fillRect/>
                      </a:stretch>
                    </p:blipFill>
                    <p:spPr>
                      <a:xfrm>
                        <a:off x="8803005" y="2510790"/>
                        <a:ext cx="1537335" cy="394970"/>
                      </a:xfrm>
                      <a:prstGeom prst="rect">
                        <a:avLst/>
                      </a:prstGeom>
                      <a:noFill/>
                      <a:ln w="38100">
                        <a:noFill/>
                        <a:miter/>
                      </a:ln>
                    </p:spPr>
                  </p:pic>
                </p:oleObj>
              </mc:Fallback>
            </mc:AlternateContent>
          </a:graphicData>
        </a:graphic>
      </p:graphicFrame>
      <p:graphicFrame>
        <p:nvGraphicFramePr>
          <p:cNvPr id="16" name="对象 -2147482541"/>
          <p:cNvGraphicFramePr>
            <a:graphicFrameLocks noChangeAspect="1"/>
          </p:cNvGraphicFramePr>
          <p:nvPr/>
        </p:nvGraphicFramePr>
        <p:xfrm>
          <a:off x="4147185" y="3076575"/>
          <a:ext cx="2823210" cy="801370"/>
        </p:xfrm>
        <a:graphic>
          <a:graphicData uri="http://schemas.openxmlformats.org/presentationml/2006/ole">
            <mc:AlternateContent xmlns:mc="http://schemas.openxmlformats.org/markup-compatibility/2006">
              <mc:Choice xmlns:v="urn:schemas-microsoft-com:vml" Requires="v">
                <p:oleObj spid="_x0000_s17" name="" r:id="rId15" imgW="1511300" imgH="431800" progId="Equation.DSMT4">
                  <p:embed/>
                </p:oleObj>
              </mc:Choice>
              <mc:Fallback>
                <p:oleObj name="" r:id="rId15" imgW="1511300" imgH="431800" progId="Equation.DSMT4">
                  <p:embed/>
                  <p:pic>
                    <p:nvPicPr>
                      <p:cNvPr id="0" name="图片 9"/>
                      <p:cNvPicPr/>
                      <p:nvPr/>
                    </p:nvPicPr>
                    <p:blipFill>
                      <a:blip r:embed="rId16"/>
                      <a:stretch>
                        <a:fillRect/>
                      </a:stretch>
                    </p:blipFill>
                    <p:spPr>
                      <a:xfrm>
                        <a:off x="4147185" y="3076575"/>
                        <a:ext cx="2823210" cy="801370"/>
                      </a:xfrm>
                      <a:prstGeom prst="rect">
                        <a:avLst/>
                      </a:prstGeom>
                      <a:noFill/>
                      <a:ln w="38100">
                        <a:noFill/>
                        <a:miter/>
                      </a:ln>
                    </p:spPr>
                  </p:pic>
                </p:oleObj>
              </mc:Fallback>
            </mc:AlternateContent>
          </a:graphicData>
        </a:graphic>
      </p:graphicFrame>
      <p:graphicFrame>
        <p:nvGraphicFramePr>
          <p:cNvPr id="18" name="对象 -2147482540"/>
          <p:cNvGraphicFramePr>
            <a:graphicFrameLocks noChangeAspect="1"/>
          </p:cNvGraphicFramePr>
          <p:nvPr/>
        </p:nvGraphicFramePr>
        <p:xfrm>
          <a:off x="7303770" y="3327400"/>
          <a:ext cx="715645" cy="299720"/>
        </p:xfrm>
        <a:graphic>
          <a:graphicData uri="http://schemas.openxmlformats.org/presentationml/2006/ole">
            <mc:AlternateContent xmlns:mc="http://schemas.openxmlformats.org/markup-compatibility/2006">
              <mc:Choice xmlns:v="urn:schemas-microsoft-com:vml" Requires="v">
                <p:oleObj spid="_x0000_s19" name="" r:id="rId17" imgW="419100" imgH="177800" progId="Equation.DSMT4">
                  <p:embed/>
                </p:oleObj>
              </mc:Choice>
              <mc:Fallback>
                <p:oleObj name="" r:id="rId17" imgW="419100" imgH="177800" progId="Equation.DSMT4">
                  <p:embed/>
                  <p:pic>
                    <p:nvPicPr>
                      <p:cNvPr id="0" name="图片 10"/>
                      <p:cNvPicPr/>
                      <p:nvPr/>
                    </p:nvPicPr>
                    <p:blipFill>
                      <a:blip r:embed="rId18"/>
                      <a:stretch>
                        <a:fillRect/>
                      </a:stretch>
                    </p:blipFill>
                    <p:spPr>
                      <a:xfrm>
                        <a:off x="7303770" y="3327400"/>
                        <a:ext cx="715645" cy="299720"/>
                      </a:xfrm>
                      <a:prstGeom prst="rect">
                        <a:avLst/>
                      </a:prstGeom>
                      <a:noFill/>
                      <a:ln w="38100">
                        <a:noFill/>
                        <a:miter/>
                      </a:ln>
                    </p:spPr>
                  </p:pic>
                </p:oleObj>
              </mc:Fallback>
            </mc:AlternateContent>
          </a:graphicData>
        </a:graphic>
      </p:graphicFrame>
      <p:graphicFrame>
        <p:nvGraphicFramePr>
          <p:cNvPr id="20" name="对象 -2147482539"/>
          <p:cNvGraphicFramePr>
            <a:graphicFrameLocks noChangeAspect="1"/>
          </p:cNvGraphicFramePr>
          <p:nvPr/>
        </p:nvGraphicFramePr>
        <p:xfrm>
          <a:off x="2402205" y="4524375"/>
          <a:ext cx="4045585" cy="782955"/>
        </p:xfrm>
        <a:graphic>
          <a:graphicData uri="http://schemas.openxmlformats.org/presentationml/2006/ole">
            <mc:AlternateContent xmlns:mc="http://schemas.openxmlformats.org/markup-compatibility/2006">
              <mc:Choice xmlns:v="urn:schemas-microsoft-com:vml" Requires="v">
                <p:oleObj spid="_x0000_s21" name="" r:id="rId19" imgW="2222500" imgH="431800" progId="Equation.DSMT4">
                  <p:embed/>
                </p:oleObj>
              </mc:Choice>
              <mc:Fallback>
                <p:oleObj name="" r:id="rId19" imgW="2222500" imgH="431800" progId="Equation.DSMT4">
                  <p:embed/>
                  <p:pic>
                    <p:nvPicPr>
                      <p:cNvPr id="0" name="图片 11"/>
                      <p:cNvPicPr/>
                      <p:nvPr/>
                    </p:nvPicPr>
                    <p:blipFill>
                      <a:blip r:embed="rId20"/>
                      <a:stretch>
                        <a:fillRect/>
                      </a:stretch>
                    </p:blipFill>
                    <p:spPr>
                      <a:xfrm>
                        <a:off x="2402205" y="4524375"/>
                        <a:ext cx="4045585" cy="782955"/>
                      </a:xfrm>
                      <a:prstGeom prst="rect">
                        <a:avLst/>
                      </a:prstGeom>
                      <a:noFill/>
                      <a:ln w="38100">
                        <a:noFill/>
                        <a:miter/>
                      </a:ln>
                    </p:spPr>
                  </p:pic>
                </p:oleObj>
              </mc:Fallback>
            </mc:AlternateContent>
          </a:graphicData>
        </a:graphic>
      </p:graphicFrame>
      <p:graphicFrame>
        <p:nvGraphicFramePr>
          <p:cNvPr id="22" name="对象 -2147482538"/>
          <p:cNvGraphicFramePr>
            <a:graphicFrameLocks noChangeAspect="1"/>
          </p:cNvGraphicFramePr>
          <p:nvPr/>
        </p:nvGraphicFramePr>
        <p:xfrm>
          <a:off x="6865620" y="4755515"/>
          <a:ext cx="734695" cy="320675"/>
        </p:xfrm>
        <a:graphic>
          <a:graphicData uri="http://schemas.openxmlformats.org/presentationml/2006/ole">
            <mc:AlternateContent xmlns:mc="http://schemas.openxmlformats.org/markup-compatibility/2006">
              <mc:Choice xmlns:v="urn:schemas-microsoft-com:vml" Requires="v">
                <p:oleObj spid="_x0000_s23" name="" r:id="rId21" imgW="405765" imgH="177800" progId="Equation.DSMT4">
                  <p:embed/>
                </p:oleObj>
              </mc:Choice>
              <mc:Fallback>
                <p:oleObj name="" r:id="rId21" imgW="405765" imgH="177800" progId="Equation.DSMT4">
                  <p:embed/>
                  <p:pic>
                    <p:nvPicPr>
                      <p:cNvPr id="0" name="图片 12"/>
                      <p:cNvPicPr/>
                      <p:nvPr/>
                    </p:nvPicPr>
                    <p:blipFill>
                      <a:blip r:embed="rId22"/>
                      <a:stretch>
                        <a:fillRect/>
                      </a:stretch>
                    </p:blipFill>
                    <p:spPr>
                      <a:xfrm>
                        <a:off x="6865620" y="4755515"/>
                        <a:ext cx="734695" cy="320675"/>
                      </a:xfrm>
                      <a:prstGeom prst="rect">
                        <a:avLst/>
                      </a:prstGeom>
                      <a:noFill/>
                      <a:ln w="38100">
                        <a:noFill/>
                        <a:miter/>
                      </a:ln>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660525" y="525145"/>
            <a:ext cx="10226675" cy="6263640"/>
          </a:xfrm>
        </p:spPr>
        <p:txBody>
          <a:bodyPr/>
          <a:p>
            <a:pPr marL="0" indent="0">
              <a:buNone/>
            </a:pPr>
            <a:r>
              <a:rPr lang="zh-CN" altLang="en-US" sz="2400">
                <a:latin typeface="楷体" panose="02010609060101010101" charset="-122"/>
                <a:ea typeface="楷体" panose="02010609060101010101" charset="-122"/>
              </a:rPr>
              <a:t>     为先验概率，可通过         计算得到，其中  是属于类别   的训练样本的个数，  是训练样本的总数。若属性    是离散的，则概率可由           计算得到，其中  是训练样本集合中属于类  并且属性   取值为   的样本个数，  是属于类  的训练样本的个数。  </a:t>
            </a:r>
            <a:endParaRPr lang="zh-CN" altLang="en-US" sz="2400">
              <a:latin typeface="楷体" panose="02010609060101010101" charset="-122"/>
              <a:ea typeface="楷体" panose="02010609060101010101" charset="-122"/>
            </a:endParaRPr>
          </a:p>
        </p:txBody>
      </p:sp>
      <p:graphicFrame>
        <p:nvGraphicFramePr>
          <p:cNvPr id="24" name="对象 -2147482537"/>
          <p:cNvGraphicFramePr>
            <a:graphicFrameLocks noChangeAspect="1"/>
          </p:cNvGraphicFramePr>
          <p:nvPr/>
        </p:nvGraphicFramePr>
        <p:xfrm>
          <a:off x="1771650" y="525145"/>
          <a:ext cx="757555" cy="456565"/>
        </p:xfrm>
        <a:graphic>
          <a:graphicData uri="http://schemas.openxmlformats.org/presentationml/2006/ole">
            <mc:AlternateContent xmlns:mc="http://schemas.openxmlformats.org/markup-compatibility/2006">
              <mc:Choice xmlns:v="urn:schemas-microsoft-com:vml" Requires="v">
                <p:oleObj spid="_x0000_s25" name="" r:id="rId1" imgW="419100" imgH="254000" progId="Equation.DSMT4">
                  <p:embed/>
                </p:oleObj>
              </mc:Choice>
              <mc:Fallback>
                <p:oleObj name="" r:id="rId1" imgW="419100" imgH="254000" progId="Equation.DSMT4">
                  <p:embed/>
                  <p:pic>
                    <p:nvPicPr>
                      <p:cNvPr id="0" name="图片 13"/>
                      <p:cNvPicPr/>
                      <p:nvPr/>
                    </p:nvPicPr>
                    <p:blipFill>
                      <a:blip r:embed="rId2"/>
                      <a:stretch>
                        <a:fillRect/>
                      </a:stretch>
                    </p:blipFill>
                    <p:spPr>
                      <a:xfrm>
                        <a:off x="1771650" y="525145"/>
                        <a:ext cx="757555" cy="456565"/>
                      </a:xfrm>
                      <a:prstGeom prst="rect">
                        <a:avLst/>
                      </a:prstGeom>
                      <a:noFill/>
                      <a:ln w="38100">
                        <a:noFill/>
                        <a:miter/>
                      </a:ln>
                    </p:spPr>
                  </p:pic>
                </p:oleObj>
              </mc:Fallback>
            </mc:AlternateContent>
          </a:graphicData>
        </a:graphic>
      </p:graphicFrame>
      <p:graphicFrame>
        <p:nvGraphicFramePr>
          <p:cNvPr id="26" name="对象 -2147482536"/>
          <p:cNvGraphicFramePr>
            <a:graphicFrameLocks noChangeAspect="1"/>
          </p:cNvGraphicFramePr>
          <p:nvPr/>
        </p:nvGraphicFramePr>
        <p:xfrm>
          <a:off x="5304155" y="525145"/>
          <a:ext cx="1372870" cy="407670"/>
        </p:xfrm>
        <a:graphic>
          <a:graphicData uri="http://schemas.openxmlformats.org/presentationml/2006/ole">
            <mc:AlternateContent xmlns:mc="http://schemas.openxmlformats.org/markup-compatibility/2006">
              <mc:Choice xmlns:v="urn:schemas-microsoft-com:vml" Requires="v">
                <p:oleObj spid="_x0000_s27" name="" r:id="rId3" imgW="862965" imgH="254000" progId="Equation.DSMT4">
                  <p:embed/>
                </p:oleObj>
              </mc:Choice>
              <mc:Fallback>
                <p:oleObj name="" r:id="rId3" imgW="862965" imgH="254000" progId="Equation.DSMT4">
                  <p:embed/>
                  <p:pic>
                    <p:nvPicPr>
                      <p:cNvPr id="0" name="图片 14"/>
                      <p:cNvPicPr/>
                      <p:nvPr/>
                    </p:nvPicPr>
                    <p:blipFill>
                      <a:blip r:embed="rId4"/>
                      <a:stretch>
                        <a:fillRect/>
                      </a:stretch>
                    </p:blipFill>
                    <p:spPr>
                      <a:xfrm>
                        <a:off x="5304155" y="525145"/>
                        <a:ext cx="1372870" cy="407670"/>
                      </a:xfrm>
                      <a:prstGeom prst="rect">
                        <a:avLst/>
                      </a:prstGeom>
                      <a:noFill/>
                      <a:ln w="38100">
                        <a:noFill/>
                        <a:miter/>
                      </a:ln>
                    </p:spPr>
                  </p:pic>
                </p:oleObj>
              </mc:Fallback>
            </mc:AlternateContent>
          </a:graphicData>
        </a:graphic>
      </p:graphicFrame>
      <p:graphicFrame>
        <p:nvGraphicFramePr>
          <p:cNvPr id="28" name="对象 -2147482535"/>
          <p:cNvGraphicFramePr>
            <a:graphicFrameLocks noChangeAspect="1"/>
          </p:cNvGraphicFramePr>
          <p:nvPr/>
        </p:nvGraphicFramePr>
        <p:xfrm>
          <a:off x="8780780" y="480695"/>
          <a:ext cx="321310" cy="495935"/>
        </p:xfrm>
        <a:graphic>
          <a:graphicData uri="http://schemas.openxmlformats.org/presentationml/2006/ole">
            <mc:AlternateContent xmlns:mc="http://schemas.openxmlformats.org/markup-compatibility/2006">
              <mc:Choice xmlns:v="urn:schemas-microsoft-com:vml" Requires="v">
                <p:oleObj spid="_x0000_s29" name="" r:id="rId5" imgW="152400" imgH="228600" progId="Equation.DSMT4">
                  <p:embed/>
                </p:oleObj>
              </mc:Choice>
              <mc:Fallback>
                <p:oleObj name="" r:id="rId5" imgW="152400" imgH="228600" progId="Equation.DSMT4">
                  <p:embed/>
                  <p:pic>
                    <p:nvPicPr>
                      <p:cNvPr id="0" name="图片 15"/>
                      <p:cNvPicPr/>
                      <p:nvPr/>
                    </p:nvPicPr>
                    <p:blipFill>
                      <a:blip r:embed="rId6"/>
                      <a:stretch>
                        <a:fillRect/>
                      </a:stretch>
                    </p:blipFill>
                    <p:spPr>
                      <a:xfrm>
                        <a:off x="8780780" y="480695"/>
                        <a:ext cx="321310" cy="495935"/>
                      </a:xfrm>
                      <a:prstGeom prst="rect">
                        <a:avLst/>
                      </a:prstGeom>
                      <a:noFill/>
                      <a:ln w="38100">
                        <a:noFill/>
                        <a:miter/>
                      </a:ln>
                    </p:spPr>
                  </p:pic>
                </p:oleObj>
              </mc:Fallback>
            </mc:AlternateContent>
          </a:graphicData>
        </a:graphic>
      </p:graphicFrame>
      <p:graphicFrame>
        <p:nvGraphicFramePr>
          <p:cNvPr id="30" name="对象 -2147482534"/>
          <p:cNvGraphicFramePr>
            <a:graphicFrameLocks noChangeAspect="1"/>
          </p:cNvGraphicFramePr>
          <p:nvPr/>
        </p:nvGraphicFramePr>
        <p:xfrm>
          <a:off x="10587355" y="512445"/>
          <a:ext cx="352425" cy="464185"/>
        </p:xfrm>
        <a:graphic>
          <a:graphicData uri="http://schemas.openxmlformats.org/presentationml/2006/ole">
            <mc:AlternateContent xmlns:mc="http://schemas.openxmlformats.org/markup-compatibility/2006">
              <mc:Choice xmlns:v="urn:schemas-microsoft-com:vml" Requires="v">
                <p:oleObj spid="_x0000_s31" name="" r:id="rId7" imgW="177800" imgH="228600" progId="Equation.DSMT4">
                  <p:embed/>
                </p:oleObj>
              </mc:Choice>
              <mc:Fallback>
                <p:oleObj name="" r:id="rId7" imgW="177800" imgH="228600" progId="Equation.DSMT4">
                  <p:embed/>
                  <p:pic>
                    <p:nvPicPr>
                      <p:cNvPr id="0" name="图片 16"/>
                      <p:cNvPicPr/>
                      <p:nvPr/>
                    </p:nvPicPr>
                    <p:blipFill>
                      <a:blip r:embed="rId8"/>
                      <a:stretch>
                        <a:fillRect/>
                      </a:stretch>
                    </p:blipFill>
                    <p:spPr>
                      <a:xfrm>
                        <a:off x="10587355" y="512445"/>
                        <a:ext cx="352425" cy="464185"/>
                      </a:xfrm>
                      <a:prstGeom prst="rect">
                        <a:avLst/>
                      </a:prstGeom>
                      <a:noFill/>
                      <a:ln w="38100">
                        <a:noFill/>
                        <a:miter/>
                      </a:ln>
                    </p:spPr>
                  </p:pic>
                </p:oleObj>
              </mc:Fallback>
            </mc:AlternateContent>
          </a:graphicData>
        </a:graphic>
      </p:graphicFrame>
      <p:graphicFrame>
        <p:nvGraphicFramePr>
          <p:cNvPr id="32" name="对象 -2147482533"/>
          <p:cNvGraphicFramePr>
            <a:graphicFrameLocks noChangeAspect="1"/>
          </p:cNvGraphicFramePr>
          <p:nvPr/>
        </p:nvGraphicFramePr>
        <p:xfrm>
          <a:off x="3897630" y="981710"/>
          <a:ext cx="247650" cy="307975"/>
        </p:xfrm>
        <a:graphic>
          <a:graphicData uri="http://schemas.openxmlformats.org/presentationml/2006/ole">
            <mc:AlternateContent xmlns:mc="http://schemas.openxmlformats.org/markup-compatibility/2006">
              <mc:Choice xmlns:v="urn:schemas-microsoft-com:vml" Requires="v">
                <p:oleObj spid="_x0000_s33" name="" r:id="rId9" imgW="139700" imgH="177800" progId="Equation.DSMT4">
                  <p:embed/>
                </p:oleObj>
              </mc:Choice>
              <mc:Fallback>
                <p:oleObj name="" r:id="rId9" imgW="139700" imgH="177800" progId="Equation.DSMT4">
                  <p:embed/>
                  <p:pic>
                    <p:nvPicPr>
                      <p:cNvPr id="0" name="图片 17"/>
                      <p:cNvPicPr/>
                      <p:nvPr/>
                    </p:nvPicPr>
                    <p:blipFill>
                      <a:blip r:embed="rId10"/>
                      <a:stretch>
                        <a:fillRect/>
                      </a:stretch>
                    </p:blipFill>
                    <p:spPr>
                      <a:xfrm>
                        <a:off x="3897630" y="981710"/>
                        <a:ext cx="247650" cy="307975"/>
                      </a:xfrm>
                      <a:prstGeom prst="rect">
                        <a:avLst/>
                      </a:prstGeom>
                      <a:noFill/>
                      <a:ln w="38100">
                        <a:noFill/>
                        <a:miter/>
                      </a:ln>
                    </p:spPr>
                  </p:pic>
                </p:oleObj>
              </mc:Fallback>
            </mc:AlternateContent>
          </a:graphicData>
        </a:graphic>
      </p:graphicFrame>
      <p:graphicFrame>
        <p:nvGraphicFramePr>
          <p:cNvPr id="34" name="对象 -2147482532"/>
          <p:cNvGraphicFramePr>
            <a:graphicFrameLocks noChangeAspect="1"/>
          </p:cNvGraphicFramePr>
          <p:nvPr/>
        </p:nvGraphicFramePr>
        <p:xfrm>
          <a:off x="7959090" y="932815"/>
          <a:ext cx="385445" cy="474345"/>
        </p:xfrm>
        <a:graphic>
          <a:graphicData uri="http://schemas.openxmlformats.org/presentationml/2006/ole">
            <mc:AlternateContent xmlns:mc="http://schemas.openxmlformats.org/markup-compatibility/2006">
              <mc:Choice xmlns:v="urn:schemas-microsoft-com:vml" Requires="v">
                <p:oleObj spid="_x0000_s35" name="" r:id="rId11" imgW="190500" imgH="228600" progId="Equation.DSMT4">
                  <p:embed/>
                </p:oleObj>
              </mc:Choice>
              <mc:Fallback>
                <p:oleObj name="" r:id="rId11" imgW="190500" imgH="228600" progId="Equation.DSMT4">
                  <p:embed/>
                  <p:pic>
                    <p:nvPicPr>
                      <p:cNvPr id="0" name="图片 18"/>
                      <p:cNvPicPr/>
                      <p:nvPr/>
                    </p:nvPicPr>
                    <p:blipFill>
                      <a:blip r:embed="rId12"/>
                      <a:stretch>
                        <a:fillRect/>
                      </a:stretch>
                    </p:blipFill>
                    <p:spPr>
                      <a:xfrm>
                        <a:off x="7959090" y="932815"/>
                        <a:ext cx="385445" cy="474345"/>
                      </a:xfrm>
                      <a:prstGeom prst="rect">
                        <a:avLst/>
                      </a:prstGeom>
                      <a:noFill/>
                      <a:ln w="38100">
                        <a:noFill/>
                        <a:miter/>
                      </a:ln>
                    </p:spPr>
                  </p:pic>
                </p:oleObj>
              </mc:Fallback>
            </mc:AlternateContent>
          </a:graphicData>
        </a:graphic>
      </p:graphicFrame>
      <p:graphicFrame>
        <p:nvGraphicFramePr>
          <p:cNvPr id="36" name="对象 -2147482531"/>
          <p:cNvGraphicFramePr>
            <a:graphicFrameLocks noChangeAspect="1"/>
          </p:cNvGraphicFramePr>
          <p:nvPr/>
        </p:nvGraphicFramePr>
        <p:xfrm>
          <a:off x="156210" y="1289685"/>
          <a:ext cx="1504315" cy="368935"/>
        </p:xfrm>
        <a:graphic>
          <a:graphicData uri="http://schemas.openxmlformats.org/presentationml/2006/ole">
            <mc:AlternateContent xmlns:mc="http://schemas.openxmlformats.org/markup-compatibility/2006">
              <mc:Choice xmlns:v="urn:schemas-microsoft-com:vml" Requires="v">
                <p:oleObj spid="_x0000_s37" name="" r:id="rId13" imgW="1117600" imgH="279400" progId="Equation.DSMT4">
                  <p:embed/>
                </p:oleObj>
              </mc:Choice>
              <mc:Fallback>
                <p:oleObj name="" r:id="rId13" imgW="1117600" imgH="279400" progId="Equation.DSMT4">
                  <p:embed/>
                  <p:pic>
                    <p:nvPicPr>
                      <p:cNvPr id="0" name="图片 19"/>
                      <p:cNvPicPr/>
                      <p:nvPr/>
                    </p:nvPicPr>
                    <p:blipFill>
                      <a:blip r:embed="rId14"/>
                      <a:stretch>
                        <a:fillRect/>
                      </a:stretch>
                    </p:blipFill>
                    <p:spPr>
                      <a:xfrm>
                        <a:off x="156210" y="1289685"/>
                        <a:ext cx="1504315" cy="368935"/>
                      </a:xfrm>
                      <a:prstGeom prst="rect">
                        <a:avLst/>
                      </a:prstGeom>
                      <a:noFill/>
                      <a:ln w="38100">
                        <a:noFill/>
                        <a:miter/>
                      </a:ln>
                    </p:spPr>
                  </p:pic>
                </p:oleObj>
              </mc:Fallback>
            </mc:AlternateContent>
          </a:graphicData>
        </a:graphic>
      </p:graphicFrame>
      <p:graphicFrame>
        <p:nvGraphicFramePr>
          <p:cNvPr id="38" name="对象 -2147482530"/>
          <p:cNvGraphicFramePr>
            <a:graphicFrameLocks noChangeAspect="1"/>
          </p:cNvGraphicFramePr>
          <p:nvPr/>
        </p:nvGraphicFramePr>
        <p:xfrm>
          <a:off x="3853180" y="1223010"/>
          <a:ext cx="370840" cy="435610"/>
        </p:xfrm>
        <a:graphic>
          <a:graphicData uri="http://schemas.openxmlformats.org/presentationml/2006/ole">
            <mc:AlternateContent xmlns:mc="http://schemas.openxmlformats.org/markup-compatibility/2006">
              <mc:Choice xmlns:v="urn:schemas-microsoft-com:vml" Requires="v">
                <p:oleObj spid="_x0000_s39" name="" r:id="rId15" imgW="203200" imgH="228600" progId="Equation.DSMT4">
                  <p:embed/>
                </p:oleObj>
              </mc:Choice>
              <mc:Fallback>
                <p:oleObj name="" r:id="rId15" imgW="203200" imgH="228600" progId="Equation.DSMT4">
                  <p:embed/>
                  <p:pic>
                    <p:nvPicPr>
                      <p:cNvPr id="0" name="图片 20"/>
                      <p:cNvPicPr/>
                      <p:nvPr/>
                    </p:nvPicPr>
                    <p:blipFill>
                      <a:blip r:embed="rId16"/>
                      <a:stretch>
                        <a:fillRect/>
                      </a:stretch>
                    </p:blipFill>
                    <p:spPr>
                      <a:xfrm>
                        <a:off x="3853180" y="1223010"/>
                        <a:ext cx="370840" cy="435610"/>
                      </a:xfrm>
                      <a:prstGeom prst="rect">
                        <a:avLst/>
                      </a:prstGeom>
                      <a:noFill/>
                      <a:ln w="38100">
                        <a:noFill/>
                        <a:miter/>
                      </a:ln>
                    </p:spPr>
                  </p:pic>
                </p:oleObj>
              </mc:Fallback>
            </mc:AlternateContent>
          </a:graphicData>
        </a:graphic>
      </p:graphicFrame>
      <p:graphicFrame>
        <p:nvGraphicFramePr>
          <p:cNvPr id="40" name="对象 -2147482529"/>
          <p:cNvGraphicFramePr>
            <a:graphicFrameLocks noChangeAspect="1"/>
          </p:cNvGraphicFramePr>
          <p:nvPr/>
        </p:nvGraphicFramePr>
        <p:xfrm>
          <a:off x="7586345" y="1323975"/>
          <a:ext cx="294640" cy="388620"/>
        </p:xfrm>
        <a:graphic>
          <a:graphicData uri="http://schemas.openxmlformats.org/presentationml/2006/ole">
            <mc:AlternateContent xmlns:mc="http://schemas.openxmlformats.org/markup-compatibility/2006">
              <mc:Choice xmlns:v="urn:schemas-microsoft-com:vml" Requires="v">
                <p:oleObj spid="_x0000_s41" name="" r:id="rId17" imgW="177800" imgH="228600" progId="Equation.DSMT4">
                  <p:embed/>
                </p:oleObj>
              </mc:Choice>
              <mc:Fallback>
                <p:oleObj name="" r:id="rId17" imgW="177800" imgH="228600" progId="Equation.DSMT4">
                  <p:embed/>
                  <p:pic>
                    <p:nvPicPr>
                      <p:cNvPr id="0" name="图片 21"/>
                      <p:cNvPicPr/>
                      <p:nvPr/>
                    </p:nvPicPr>
                    <p:blipFill>
                      <a:blip r:embed="rId18"/>
                      <a:stretch>
                        <a:fillRect/>
                      </a:stretch>
                    </p:blipFill>
                    <p:spPr>
                      <a:xfrm>
                        <a:off x="7586345" y="1323975"/>
                        <a:ext cx="294640" cy="388620"/>
                      </a:xfrm>
                      <a:prstGeom prst="rect">
                        <a:avLst/>
                      </a:prstGeom>
                      <a:noFill/>
                      <a:ln w="38100">
                        <a:noFill/>
                        <a:miter/>
                      </a:ln>
                    </p:spPr>
                  </p:pic>
                </p:oleObj>
              </mc:Fallback>
            </mc:AlternateContent>
          </a:graphicData>
        </a:graphic>
      </p:graphicFrame>
      <p:graphicFrame>
        <p:nvGraphicFramePr>
          <p:cNvPr id="42" name="对象 -2147482528"/>
          <p:cNvGraphicFramePr>
            <a:graphicFrameLocks noChangeAspect="1"/>
          </p:cNvGraphicFramePr>
          <p:nvPr/>
        </p:nvGraphicFramePr>
        <p:xfrm>
          <a:off x="9110980" y="1323975"/>
          <a:ext cx="356235" cy="438150"/>
        </p:xfrm>
        <a:graphic>
          <a:graphicData uri="http://schemas.openxmlformats.org/presentationml/2006/ole">
            <mc:AlternateContent xmlns:mc="http://schemas.openxmlformats.org/markup-compatibility/2006">
              <mc:Choice xmlns:v="urn:schemas-microsoft-com:vml" Requires="v">
                <p:oleObj spid="_x0000_s43" name="" r:id="rId19" imgW="190500" imgH="228600" progId="Equation.DSMT4">
                  <p:embed/>
                </p:oleObj>
              </mc:Choice>
              <mc:Fallback>
                <p:oleObj name="" r:id="rId19" imgW="190500" imgH="228600" progId="Equation.DSMT4">
                  <p:embed/>
                  <p:pic>
                    <p:nvPicPr>
                      <p:cNvPr id="0" name="图片 22"/>
                      <p:cNvPicPr/>
                      <p:nvPr/>
                    </p:nvPicPr>
                    <p:blipFill>
                      <a:blip r:embed="rId20"/>
                      <a:stretch>
                        <a:fillRect/>
                      </a:stretch>
                    </p:blipFill>
                    <p:spPr>
                      <a:xfrm>
                        <a:off x="9110980" y="1323975"/>
                        <a:ext cx="356235" cy="438150"/>
                      </a:xfrm>
                      <a:prstGeom prst="rect">
                        <a:avLst/>
                      </a:prstGeom>
                      <a:noFill/>
                      <a:ln w="38100">
                        <a:noFill/>
                        <a:miter/>
                      </a:ln>
                    </p:spPr>
                  </p:pic>
                </p:oleObj>
              </mc:Fallback>
            </mc:AlternateContent>
          </a:graphicData>
        </a:graphic>
      </p:graphicFrame>
      <p:graphicFrame>
        <p:nvGraphicFramePr>
          <p:cNvPr id="44" name="对象 -2147482527"/>
          <p:cNvGraphicFramePr>
            <a:graphicFrameLocks noChangeAspect="1"/>
          </p:cNvGraphicFramePr>
          <p:nvPr/>
        </p:nvGraphicFramePr>
        <p:xfrm>
          <a:off x="10510520" y="1346200"/>
          <a:ext cx="233045" cy="349885"/>
        </p:xfrm>
        <a:graphic>
          <a:graphicData uri="http://schemas.openxmlformats.org/presentationml/2006/ole">
            <mc:AlternateContent xmlns:mc="http://schemas.openxmlformats.org/markup-compatibility/2006">
              <mc:Choice xmlns:v="urn:schemas-microsoft-com:vml" Requires="v">
                <p:oleObj spid="_x0000_s45" name="" r:id="rId21" imgW="165100" imgH="228600" progId="Equation.DSMT4">
                  <p:embed/>
                </p:oleObj>
              </mc:Choice>
              <mc:Fallback>
                <p:oleObj name="" r:id="rId21" imgW="165100" imgH="228600" progId="Equation.DSMT4">
                  <p:embed/>
                  <p:pic>
                    <p:nvPicPr>
                      <p:cNvPr id="0" name="图片 23"/>
                      <p:cNvPicPr/>
                      <p:nvPr/>
                    </p:nvPicPr>
                    <p:blipFill>
                      <a:blip r:embed="rId22"/>
                      <a:stretch>
                        <a:fillRect/>
                      </a:stretch>
                    </p:blipFill>
                    <p:spPr>
                      <a:xfrm>
                        <a:off x="10510520" y="1346200"/>
                        <a:ext cx="233045" cy="349885"/>
                      </a:xfrm>
                      <a:prstGeom prst="rect">
                        <a:avLst/>
                      </a:prstGeom>
                      <a:noFill/>
                      <a:ln w="38100">
                        <a:noFill/>
                        <a:miter/>
                      </a:ln>
                    </p:spPr>
                  </p:pic>
                </p:oleObj>
              </mc:Fallback>
            </mc:AlternateContent>
          </a:graphicData>
        </a:graphic>
      </p:graphicFrame>
      <p:graphicFrame>
        <p:nvGraphicFramePr>
          <p:cNvPr id="46" name="对象 -2147482526"/>
          <p:cNvGraphicFramePr>
            <a:graphicFrameLocks noChangeAspect="1"/>
          </p:cNvGraphicFramePr>
          <p:nvPr/>
        </p:nvGraphicFramePr>
        <p:xfrm>
          <a:off x="2861310" y="1762125"/>
          <a:ext cx="256540" cy="396240"/>
        </p:xfrm>
        <a:graphic>
          <a:graphicData uri="http://schemas.openxmlformats.org/presentationml/2006/ole">
            <mc:AlternateContent xmlns:mc="http://schemas.openxmlformats.org/markup-compatibility/2006">
              <mc:Choice xmlns:v="urn:schemas-microsoft-com:vml" Requires="v">
                <p:oleObj spid="_x0000_s47" name="" r:id="rId23" imgW="152400" imgH="228600" progId="Equation.DSMT4">
                  <p:embed/>
                </p:oleObj>
              </mc:Choice>
              <mc:Fallback>
                <p:oleObj name="" r:id="rId23" imgW="152400" imgH="228600" progId="Equation.DSMT4">
                  <p:embed/>
                  <p:pic>
                    <p:nvPicPr>
                      <p:cNvPr id="0" name="图片 24"/>
                      <p:cNvPicPr/>
                      <p:nvPr/>
                    </p:nvPicPr>
                    <p:blipFill>
                      <a:blip r:embed="rId24"/>
                      <a:stretch>
                        <a:fillRect/>
                      </a:stretch>
                    </p:blipFill>
                    <p:spPr>
                      <a:xfrm>
                        <a:off x="2861310" y="1762125"/>
                        <a:ext cx="256540" cy="396240"/>
                      </a:xfrm>
                      <a:prstGeom prst="rect">
                        <a:avLst/>
                      </a:prstGeom>
                      <a:noFill/>
                      <a:ln w="38100">
                        <a:noFill/>
                        <a:miter/>
                      </a:ln>
                    </p:spPr>
                  </p:pic>
                </p:oleObj>
              </mc:Fallback>
            </mc:AlternateContent>
          </a:graphicData>
        </a:graphic>
      </p:graphicFrame>
      <p:graphicFrame>
        <p:nvGraphicFramePr>
          <p:cNvPr id="48" name="对象 -2147482525"/>
          <p:cNvGraphicFramePr>
            <a:graphicFrameLocks noChangeAspect="1"/>
          </p:cNvGraphicFramePr>
          <p:nvPr/>
        </p:nvGraphicFramePr>
        <p:xfrm>
          <a:off x="4465955" y="1693545"/>
          <a:ext cx="300990" cy="396875"/>
        </p:xfrm>
        <a:graphic>
          <a:graphicData uri="http://schemas.openxmlformats.org/presentationml/2006/ole">
            <mc:AlternateContent xmlns:mc="http://schemas.openxmlformats.org/markup-compatibility/2006">
              <mc:Choice xmlns:v="urn:schemas-microsoft-com:vml" Requires="v">
                <p:oleObj spid="_x0000_s49" name="" r:id="rId25" imgW="177800" imgH="228600" progId="Equation.DSMT4">
                  <p:embed/>
                </p:oleObj>
              </mc:Choice>
              <mc:Fallback>
                <p:oleObj name="" r:id="rId25" imgW="177800" imgH="228600" progId="Equation.DSMT4">
                  <p:embed/>
                  <p:pic>
                    <p:nvPicPr>
                      <p:cNvPr id="0" name="图片 25"/>
                      <p:cNvPicPr/>
                      <p:nvPr/>
                    </p:nvPicPr>
                    <p:blipFill>
                      <a:blip r:embed="rId26"/>
                      <a:stretch>
                        <a:fillRect/>
                      </a:stretch>
                    </p:blipFill>
                    <p:spPr>
                      <a:xfrm>
                        <a:off x="4465955" y="1693545"/>
                        <a:ext cx="300990" cy="396875"/>
                      </a:xfrm>
                      <a:prstGeom prst="rect">
                        <a:avLst/>
                      </a:prstGeom>
                      <a:noFill/>
                      <a:ln w="38100">
                        <a:noFill/>
                        <a:miter/>
                      </a:ln>
                    </p:spPr>
                  </p:pic>
                </p:oleObj>
              </mc:Fallback>
            </mc:AlternateContent>
          </a:graphicData>
        </a:graphic>
      </p:graphicFrame>
      <p:sp>
        <p:nvSpPr>
          <p:cNvPr id="2" name="文本框 1"/>
          <p:cNvSpPr txBox="1"/>
          <p:nvPr/>
        </p:nvSpPr>
        <p:spPr>
          <a:xfrm>
            <a:off x="2529205" y="2279650"/>
            <a:ext cx="8838565" cy="5046345"/>
          </a:xfrm>
          <a:prstGeom prst="rect">
            <a:avLst/>
          </a:prstGeom>
          <a:noFill/>
        </p:spPr>
        <p:txBody>
          <a:bodyPr wrap="square" rtlCol="0">
            <a:spAutoFit/>
          </a:bodyPr>
          <a:p>
            <a:pPr>
              <a:lnSpc>
                <a:spcPct val="150000"/>
              </a:lnSpc>
            </a:pPr>
            <a:r>
              <a:rPr lang="zh-CN" altLang="en-US" sz="2800" b="1">
                <a:solidFill>
                  <a:schemeClr val="tx1"/>
                </a:solidFill>
              </a:rPr>
              <a:t>也就是说，使得</a:t>
            </a:r>
            <a:r>
              <a:rPr lang="en-US" altLang="zh-CN" sz="2800" b="1">
                <a:solidFill>
                  <a:schemeClr val="tx1"/>
                </a:solidFill>
              </a:rPr>
              <a:t>V(x)</a:t>
            </a:r>
            <a:r>
              <a:rPr lang="zh-CN" altLang="en-US" sz="2800" b="1">
                <a:solidFill>
                  <a:schemeClr val="tx1"/>
                </a:solidFill>
              </a:rPr>
              <a:t>最大化的类别就是未知样本</a:t>
            </a:r>
            <a:r>
              <a:rPr lang="en-US" altLang="zh-CN" sz="2800" b="1">
                <a:solidFill>
                  <a:schemeClr val="tx1"/>
                </a:solidFill>
              </a:rPr>
              <a:t>x</a:t>
            </a:r>
            <a:r>
              <a:rPr lang="zh-CN" altLang="en-US" sz="2800" b="1">
                <a:solidFill>
                  <a:schemeClr val="tx1"/>
                </a:solidFill>
              </a:rPr>
              <a:t>最有可能属于的类别。最大化</a:t>
            </a:r>
            <a:r>
              <a:rPr lang="en-US" altLang="zh-CN" sz="2800" b="1">
                <a:solidFill>
                  <a:schemeClr val="tx1"/>
                </a:solidFill>
                <a:sym typeface="+mn-ea"/>
              </a:rPr>
              <a:t>V(x)</a:t>
            </a:r>
            <a:r>
              <a:rPr lang="zh-CN" altLang="en-US" sz="2800" b="1">
                <a:solidFill>
                  <a:schemeClr val="tx1"/>
                </a:solidFill>
                <a:sym typeface="+mn-ea"/>
              </a:rPr>
              <a:t>是朴素贝叶斯分类器进行分类的依据。</a:t>
            </a:r>
            <a:endParaRPr lang="zh-CN" altLang="en-US" sz="2800" b="1">
              <a:solidFill>
                <a:schemeClr val="tx1"/>
              </a:solidFill>
              <a:sym typeface="+mn-ea"/>
            </a:endParaRPr>
          </a:p>
          <a:p>
            <a:pPr>
              <a:lnSpc>
                <a:spcPct val="150000"/>
              </a:lnSpc>
            </a:pPr>
            <a:endParaRPr lang="zh-CN" altLang="en-US" sz="2800" b="1">
              <a:solidFill>
                <a:schemeClr val="tx1"/>
              </a:solidFill>
              <a:sym typeface="+mn-ea"/>
            </a:endParaRPr>
          </a:p>
          <a:p>
            <a:pPr>
              <a:lnSpc>
                <a:spcPct val="150000"/>
              </a:lnSpc>
            </a:pPr>
            <a:r>
              <a:rPr lang="zh-CN" altLang="en-US" sz="2800" b="1">
                <a:solidFill>
                  <a:schemeClr val="tx1"/>
                </a:solidFill>
                <a:sym typeface="+mn-ea"/>
              </a:rPr>
              <a:t>而为了求得不同类别下</a:t>
            </a:r>
            <a:r>
              <a:rPr lang="en-US" altLang="zh-CN" sz="2800" b="1">
                <a:solidFill>
                  <a:schemeClr val="tx1"/>
                </a:solidFill>
                <a:sym typeface="+mn-ea"/>
              </a:rPr>
              <a:t>V(x)</a:t>
            </a:r>
            <a:r>
              <a:rPr lang="zh-CN" altLang="en-US" sz="2800" b="1">
                <a:solidFill>
                  <a:schemeClr val="tx1"/>
                </a:solidFill>
                <a:sym typeface="+mn-ea"/>
              </a:rPr>
              <a:t>的值，需要先验概率。先验概率可以由专家给出，或者通过对训练</a:t>
            </a:r>
            <a:r>
              <a:rPr lang="zh-CN" altLang="en-US" sz="2800" b="1">
                <a:solidFill>
                  <a:schemeClr val="tx1"/>
                </a:solidFill>
                <a:sym typeface="+mn-ea"/>
              </a:rPr>
              <a:t>样本进行统计来估计</a:t>
            </a:r>
            <a:endParaRPr lang="zh-CN" altLang="en-US" sz="2800" b="1">
              <a:solidFill>
                <a:schemeClr val="tx1"/>
              </a:solidFill>
              <a:sym typeface="+mn-ea"/>
            </a:endParaRPr>
          </a:p>
          <a:p>
            <a:endParaRPr lang="zh-CN" altLang="en-US" sz="2800" b="1">
              <a:solidFill>
                <a:schemeClr val="tx1"/>
              </a:solidFill>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5" name="内容占位符 2"/>
          <p:cNvSpPr>
            <a:spLocks noGrp="1"/>
          </p:cNvSpPr>
          <p:nvPr>
            <p:ph idx="1"/>
          </p:nvPr>
        </p:nvSpPr>
        <p:spPr>
          <a:xfrm>
            <a:off x="2012315" y="1155065"/>
            <a:ext cx="9438640" cy="5104130"/>
          </a:xfrm>
        </p:spPr>
        <p:txBody>
          <a:bodyPr vert="horz" wrap="square" lIns="91440" tIns="45720" rIns="91440" bIns="45720" anchor="t">
            <a:noAutofit/>
          </a:bodyPr>
          <a:p>
            <a:pPr eaLnBrk="1" hangingPunct="1">
              <a:buNone/>
            </a:pPr>
            <a:r>
              <a:rPr lang="zh-CN" altLang="en-US" sz="2400" b="1" dirty="0">
                <a:solidFill>
                  <a:schemeClr val="tx1"/>
                </a:solidFill>
              </a:rPr>
              <a:t>下面通过一个例子演示贝叶斯分类器的工作原理</a:t>
            </a:r>
            <a:endParaRPr lang="zh-CN" altLang="en-US" sz="2400" b="1" dirty="0">
              <a:solidFill>
                <a:schemeClr val="tx1"/>
              </a:solidFill>
            </a:endParaRPr>
          </a:p>
          <a:p>
            <a:pPr eaLnBrk="1" hangingPunct="1">
              <a:buNone/>
            </a:pPr>
            <a:r>
              <a:rPr lang="zh-CN" altLang="en-US" sz="2400" b="1" dirty="0">
                <a:solidFill>
                  <a:schemeClr val="tx1"/>
                </a:solidFill>
              </a:rPr>
              <a:t>考虑一个医疗诊断问题，有两种可能的假设：</a:t>
            </a:r>
            <a:endParaRPr lang="en-US" altLang="zh-CN" sz="2400" b="1" dirty="0">
              <a:solidFill>
                <a:schemeClr val="tx1"/>
              </a:solidFill>
            </a:endParaRPr>
          </a:p>
          <a:p>
            <a:pPr eaLnBrk="1" hangingPunct="1">
              <a:buNone/>
            </a:pPr>
            <a:r>
              <a:rPr lang="zh-CN" altLang="en-US" sz="2400" b="1" dirty="0">
                <a:solidFill>
                  <a:schemeClr val="tx1"/>
                </a:solidFill>
              </a:rPr>
              <a:t>（</a:t>
            </a:r>
            <a:r>
              <a:rPr lang="en-US" altLang="zh-CN" sz="2400" b="1" dirty="0">
                <a:solidFill>
                  <a:schemeClr val="tx1"/>
                </a:solidFill>
              </a:rPr>
              <a:t>1</a:t>
            </a:r>
            <a:r>
              <a:rPr lang="zh-CN" altLang="en-US" sz="2400" b="1" dirty="0">
                <a:solidFill>
                  <a:schemeClr val="tx1"/>
                </a:solidFill>
              </a:rPr>
              <a:t>）病人有癌症。</a:t>
            </a:r>
            <a:endParaRPr lang="en-US" altLang="zh-CN" sz="2400" b="1" dirty="0">
              <a:solidFill>
                <a:schemeClr val="tx1"/>
              </a:solidFill>
            </a:endParaRPr>
          </a:p>
          <a:p>
            <a:pPr eaLnBrk="1" hangingPunct="1">
              <a:buNone/>
            </a:pPr>
            <a:r>
              <a:rPr lang="zh-CN" altLang="en-US" sz="2400" b="1" dirty="0">
                <a:solidFill>
                  <a:schemeClr val="tx1"/>
                </a:solidFill>
              </a:rPr>
              <a:t>（</a:t>
            </a:r>
            <a:r>
              <a:rPr lang="en-US" altLang="zh-CN" sz="2400" b="1" dirty="0">
                <a:solidFill>
                  <a:schemeClr val="tx1"/>
                </a:solidFill>
              </a:rPr>
              <a:t>2</a:t>
            </a:r>
            <a:r>
              <a:rPr lang="zh-CN" altLang="en-US" sz="2400" b="1" dirty="0">
                <a:solidFill>
                  <a:schemeClr val="tx1"/>
                </a:solidFill>
              </a:rPr>
              <a:t>）病人无癌症。</a:t>
            </a:r>
            <a:endParaRPr lang="en-US" altLang="zh-CN" sz="2400" b="1" dirty="0">
              <a:solidFill>
                <a:schemeClr val="tx1"/>
              </a:solidFill>
            </a:endParaRPr>
          </a:p>
          <a:p>
            <a:pPr eaLnBrk="1" hangingPunct="1">
              <a:buNone/>
            </a:pPr>
            <a:r>
              <a:rPr lang="zh-CN" altLang="en-US" sz="2400" b="1" dirty="0">
                <a:solidFill>
                  <a:schemeClr val="tx1"/>
                </a:solidFill>
              </a:rPr>
              <a:t>样本数据来自某化验测试，它也有两种可能的结果：阳性和阴性。</a:t>
            </a:r>
            <a:endParaRPr lang="en-US" altLang="zh-CN" sz="2400" b="1" dirty="0">
              <a:solidFill>
                <a:schemeClr val="tx1"/>
              </a:solidFill>
            </a:endParaRPr>
          </a:p>
          <a:p>
            <a:pPr eaLnBrk="1" hangingPunct="1">
              <a:buNone/>
            </a:pPr>
            <a:r>
              <a:rPr lang="zh-CN" altLang="en-US" sz="2400" b="1" dirty="0">
                <a:solidFill>
                  <a:schemeClr val="tx1"/>
                </a:solidFill>
              </a:rPr>
              <a:t>假设我们已经有先验知识：</a:t>
            </a:r>
            <a:endParaRPr lang="en-US" altLang="zh-CN" sz="2400" b="1" dirty="0">
              <a:solidFill>
                <a:schemeClr val="tx1"/>
              </a:solidFill>
            </a:endParaRPr>
          </a:p>
          <a:p>
            <a:pPr eaLnBrk="1" hangingPunct="1">
              <a:buNone/>
            </a:pPr>
            <a:r>
              <a:rPr lang="zh-CN" altLang="en-US" sz="2400" b="1" dirty="0">
                <a:solidFill>
                  <a:schemeClr val="tx1"/>
                </a:solidFill>
              </a:rPr>
              <a:t>（</a:t>
            </a:r>
            <a:r>
              <a:rPr lang="en-US" altLang="zh-CN" sz="2400" b="1" dirty="0">
                <a:solidFill>
                  <a:schemeClr val="tx1"/>
                </a:solidFill>
              </a:rPr>
              <a:t>1</a:t>
            </a:r>
            <a:r>
              <a:rPr lang="zh-CN" altLang="en-US" sz="2400" b="1" dirty="0">
                <a:solidFill>
                  <a:schemeClr val="tx1"/>
                </a:solidFill>
              </a:rPr>
              <a:t>）在所有人口中只有</a:t>
            </a:r>
            <a:r>
              <a:rPr lang="en-US" altLang="zh-CN" sz="2400" b="1" dirty="0">
                <a:solidFill>
                  <a:schemeClr val="tx1"/>
                </a:solidFill>
              </a:rPr>
              <a:t>0.8%</a:t>
            </a:r>
            <a:r>
              <a:rPr lang="zh-CN" altLang="en-US" sz="2400" b="1" dirty="0">
                <a:solidFill>
                  <a:schemeClr val="tx1"/>
                </a:solidFill>
              </a:rPr>
              <a:t>的人患癌症。</a:t>
            </a:r>
            <a:endParaRPr lang="en-US" altLang="zh-CN" sz="2400" b="1" dirty="0">
              <a:solidFill>
                <a:schemeClr val="tx1"/>
              </a:solidFill>
            </a:endParaRPr>
          </a:p>
          <a:p>
            <a:pPr eaLnBrk="1" hangingPunct="1">
              <a:buNone/>
            </a:pPr>
            <a:r>
              <a:rPr lang="zh-CN" altLang="en-US" sz="2400" b="1" dirty="0">
                <a:solidFill>
                  <a:schemeClr val="tx1"/>
                </a:solidFill>
              </a:rPr>
              <a:t>（</a:t>
            </a:r>
            <a:r>
              <a:rPr lang="en-US" altLang="zh-CN" sz="2400" b="1" dirty="0">
                <a:solidFill>
                  <a:schemeClr val="tx1"/>
                </a:solidFill>
              </a:rPr>
              <a:t>2</a:t>
            </a:r>
            <a:r>
              <a:rPr lang="zh-CN" altLang="en-US" sz="2400" b="1" dirty="0">
                <a:solidFill>
                  <a:schemeClr val="tx1"/>
                </a:solidFill>
              </a:rPr>
              <a:t>）此外，化验测试对有癌症的患者有</a:t>
            </a:r>
            <a:r>
              <a:rPr lang="en-US" altLang="zh-CN" sz="2400" b="1" dirty="0">
                <a:solidFill>
                  <a:schemeClr val="tx1"/>
                </a:solidFill>
              </a:rPr>
              <a:t>98%</a:t>
            </a:r>
            <a:r>
              <a:rPr lang="zh-CN" altLang="en-US" sz="2400" b="1" dirty="0">
                <a:solidFill>
                  <a:schemeClr val="tx1"/>
                </a:solidFill>
              </a:rPr>
              <a:t>的可能返回阳性结果，对无癌症患者有</a:t>
            </a:r>
            <a:r>
              <a:rPr lang="en-US" altLang="zh-CN" sz="2400" b="1" dirty="0">
                <a:solidFill>
                  <a:schemeClr val="tx1"/>
                </a:solidFill>
              </a:rPr>
              <a:t>97%</a:t>
            </a:r>
            <a:r>
              <a:rPr lang="zh-CN" altLang="en-US" sz="2400" b="1" dirty="0">
                <a:solidFill>
                  <a:schemeClr val="tx1"/>
                </a:solidFill>
              </a:rPr>
              <a:t>的可能返回阴性结果。</a:t>
            </a:r>
            <a:endParaRPr lang="zh-CN" altLang="en-US" sz="2400" b="1" dirty="0">
              <a:solidFill>
                <a:schemeClr val="tx1"/>
              </a:solidFill>
            </a:endParaRPr>
          </a:p>
          <a:p>
            <a:pPr eaLnBrk="1" hangingPunct="1"/>
            <a:endParaRPr lang="zh-CN" altLang="en-US" sz="2400" b="1" dirty="0">
              <a:solidFill>
                <a:schemeClr val="tx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9" name="内容占位符 2"/>
          <p:cNvSpPr>
            <a:spLocks noGrp="1"/>
          </p:cNvSpPr>
          <p:nvPr>
            <p:ph idx="1"/>
          </p:nvPr>
        </p:nvSpPr>
        <p:spPr>
          <a:xfrm>
            <a:off x="2226945" y="560388"/>
            <a:ext cx="8997950" cy="6297612"/>
          </a:xfrm>
        </p:spPr>
        <p:txBody>
          <a:bodyPr vert="horz" wrap="square" lIns="91440" tIns="45720" rIns="91440" bIns="45720" anchor="t"/>
          <a:p>
            <a:pPr eaLnBrk="1" hangingPunct="1">
              <a:buNone/>
            </a:pPr>
            <a:r>
              <a:rPr lang="zh-CN" altLang="en-US" sz="2400" b="1" dirty="0">
                <a:solidFill>
                  <a:schemeClr val="tx1"/>
                </a:solidFill>
              </a:rPr>
              <a:t>上面的数据可以用以下概率式子表示：</a:t>
            </a:r>
            <a:endParaRPr lang="zh-CN" altLang="en-US" sz="2400" b="1" dirty="0">
              <a:solidFill>
                <a:schemeClr val="tx1"/>
              </a:solidFill>
            </a:endParaRPr>
          </a:p>
          <a:p>
            <a:pPr eaLnBrk="1" hangingPunct="1">
              <a:buNone/>
            </a:pPr>
            <a:r>
              <a:rPr lang="en-US" altLang="zh-CN" sz="2400" b="1" dirty="0">
                <a:solidFill>
                  <a:srgbClr val="FF0000"/>
                </a:solidFill>
              </a:rPr>
              <a:t>P(cancer)=0.008</a:t>
            </a:r>
            <a:endParaRPr lang="en-US" altLang="zh-CN" sz="2400" b="1" dirty="0">
              <a:solidFill>
                <a:srgbClr val="FF0000"/>
              </a:solidFill>
            </a:endParaRPr>
          </a:p>
          <a:p>
            <a:pPr eaLnBrk="1" hangingPunct="1">
              <a:buNone/>
            </a:pPr>
            <a:r>
              <a:rPr lang="en-US" altLang="zh-CN" sz="2400" b="1" dirty="0">
                <a:solidFill>
                  <a:srgbClr val="3366CC"/>
                </a:solidFill>
              </a:rPr>
              <a:t>P(</a:t>
            </a:r>
            <a:r>
              <a:rPr lang="zh-CN" altLang="en-US" sz="2400" b="1" dirty="0">
                <a:solidFill>
                  <a:srgbClr val="3366CC"/>
                </a:solidFill>
              </a:rPr>
              <a:t>无</a:t>
            </a:r>
            <a:r>
              <a:rPr lang="en-US" altLang="zh-CN" sz="2400" b="1" dirty="0">
                <a:solidFill>
                  <a:srgbClr val="3366CC"/>
                </a:solidFill>
              </a:rPr>
              <a:t>cancer)=1- P(cancer)= 1- 0.008=0.992</a:t>
            </a:r>
            <a:endParaRPr lang="zh-CN" altLang="en-US" sz="2400" b="1" dirty="0">
              <a:solidFill>
                <a:srgbClr val="3366CC"/>
              </a:solidFill>
            </a:endParaRPr>
          </a:p>
          <a:p>
            <a:pPr eaLnBrk="1" hangingPunct="1">
              <a:buNone/>
            </a:pPr>
            <a:r>
              <a:rPr lang="en-US" altLang="zh-CN" sz="2400" b="1" dirty="0">
                <a:solidFill>
                  <a:srgbClr val="FF0000"/>
                </a:solidFill>
              </a:rPr>
              <a:t>P(</a:t>
            </a:r>
            <a:r>
              <a:rPr lang="zh-CN" altLang="en-US" sz="2400" b="1" dirty="0">
                <a:solidFill>
                  <a:srgbClr val="FF0000"/>
                </a:solidFill>
              </a:rPr>
              <a:t>阳性</a:t>
            </a:r>
            <a:r>
              <a:rPr lang="en-US" altLang="zh-CN" sz="2400" b="1" dirty="0">
                <a:solidFill>
                  <a:srgbClr val="FF0000"/>
                </a:solidFill>
              </a:rPr>
              <a:t>|cancer)=0.98</a:t>
            </a:r>
            <a:endParaRPr lang="en-US" altLang="zh-CN" sz="2400" b="1" dirty="0">
              <a:solidFill>
                <a:srgbClr val="FF0000"/>
              </a:solidFill>
            </a:endParaRPr>
          </a:p>
          <a:p>
            <a:pPr eaLnBrk="1" hangingPunct="1">
              <a:buNone/>
            </a:pPr>
            <a:r>
              <a:rPr lang="en-US" altLang="zh-CN" sz="2400" b="1" dirty="0">
                <a:solidFill>
                  <a:srgbClr val="3366CC"/>
                </a:solidFill>
              </a:rPr>
              <a:t>P(</a:t>
            </a:r>
            <a:r>
              <a:rPr lang="zh-CN" altLang="en-US" sz="2400" b="1" dirty="0">
                <a:solidFill>
                  <a:srgbClr val="3366CC"/>
                </a:solidFill>
              </a:rPr>
              <a:t>阴性</a:t>
            </a:r>
            <a:r>
              <a:rPr lang="en-US" altLang="zh-CN" sz="2400" b="1" dirty="0">
                <a:solidFill>
                  <a:srgbClr val="3366CC"/>
                </a:solidFill>
              </a:rPr>
              <a:t>|cancer)=1-P(</a:t>
            </a:r>
            <a:r>
              <a:rPr lang="zh-CN" altLang="en-US" sz="2400" b="1" dirty="0">
                <a:solidFill>
                  <a:srgbClr val="3366CC"/>
                </a:solidFill>
              </a:rPr>
              <a:t>阳性</a:t>
            </a:r>
            <a:r>
              <a:rPr lang="en-US" altLang="zh-CN" sz="2400" b="1" dirty="0">
                <a:solidFill>
                  <a:srgbClr val="3366CC"/>
                </a:solidFill>
              </a:rPr>
              <a:t>|cancer)=1-0.98 =0.02</a:t>
            </a:r>
            <a:endParaRPr lang="zh-CN" altLang="en-US" sz="2400" b="1" dirty="0">
              <a:solidFill>
                <a:srgbClr val="3366CC"/>
              </a:solidFill>
            </a:endParaRPr>
          </a:p>
          <a:p>
            <a:pPr eaLnBrk="1" hangingPunct="1">
              <a:buNone/>
            </a:pPr>
            <a:r>
              <a:rPr lang="en-US" altLang="zh-CN" sz="2400" b="1" dirty="0">
                <a:solidFill>
                  <a:srgbClr val="FF0000"/>
                </a:solidFill>
              </a:rPr>
              <a:t>P(</a:t>
            </a:r>
            <a:r>
              <a:rPr lang="zh-CN" altLang="en-US" sz="2400" b="1" dirty="0">
                <a:solidFill>
                  <a:srgbClr val="FF0000"/>
                </a:solidFill>
              </a:rPr>
              <a:t>阴性</a:t>
            </a:r>
            <a:r>
              <a:rPr lang="en-US" altLang="zh-CN" sz="2400" b="1" dirty="0">
                <a:solidFill>
                  <a:srgbClr val="FF0000"/>
                </a:solidFill>
              </a:rPr>
              <a:t>|</a:t>
            </a:r>
            <a:r>
              <a:rPr lang="zh-CN" altLang="en-US" sz="2400" b="1" dirty="0">
                <a:solidFill>
                  <a:srgbClr val="FF0000"/>
                </a:solidFill>
              </a:rPr>
              <a:t>无</a:t>
            </a:r>
            <a:r>
              <a:rPr lang="en-US" altLang="zh-CN" sz="2400" b="1" dirty="0">
                <a:solidFill>
                  <a:srgbClr val="FF0000"/>
                </a:solidFill>
              </a:rPr>
              <a:t>cancer)=0.97</a:t>
            </a:r>
            <a:endParaRPr lang="en-US" altLang="zh-CN" sz="2400" b="1" dirty="0">
              <a:solidFill>
                <a:srgbClr val="FF0000"/>
              </a:solidFill>
            </a:endParaRPr>
          </a:p>
          <a:p>
            <a:pPr eaLnBrk="1" hangingPunct="1">
              <a:buNone/>
            </a:pPr>
            <a:r>
              <a:rPr lang="en-US" altLang="zh-CN" sz="2400" b="1" dirty="0">
                <a:solidFill>
                  <a:srgbClr val="3366CC"/>
                </a:solidFill>
              </a:rPr>
              <a:t>P(</a:t>
            </a:r>
            <a:r>
              <a:rPr lang="zh-CN" altLang="en-US" sz="2400" b="1" dirty="0">
                <a:solidFill>
                  <a:srgbClr val="3366CC"/>
                </a:solidFill>
              </a:rPr>
              <a:t>阳性</a:t>
            </a:r>
            <a:r>
              <a:rPr lang="en-US" altLang="zh-CN" sz="2400" b="1" dirty="0">
                <a:solidFill>
                  <a:srgbClr val="3366CC"/>
                </a:solidFill>
              </a:rPr>
              <a:t>|</a:t>
            </a:r>
            <a:r>
              <a:rPr lang="zh-CN" altLang="en-US" sz="2400" b="1" dirty="0">
                <a:solidFill>
                  <a:srgbClr val="3366CC"/>
                </a:solidFill>
              </a:rPr>
              <a:t>无</a:t>
            </a:r>
            <a:r>
              <a:rPr lang="en-US" altLang="zh-CN" sz="2400" b="1" dirty="0">
                <a:solidFill>
                  <a:srgbClr val="3366CC"/>
                </a:solidFill>
              </a:rPr>
              <a:t>cancer)=1-P(</a:t>
            </a:r>
            <a:r>
              <a:rPr lang="zh-CN" altLang="en-US" sz="2400" b="1" dirty="0">
                <a:solidFill>
                  <a:srgbClr val="3366CC"/>
                </a:solidFill>
              </a:rPr>
              <a:t>阴性</a:t>
            </a:r>
            <a:r>
              <a:rPr lang="en-US" altLang="zh-CN" sz="2400" b="1" dirty="0">
                <a:solidFill>
                  <a:srgbClr val="3366CC"/>
                </a:solidFill>
              </a:rPr>
              <a:t>|</a:t>
            </a:r>
            <a:r>
              <a:rPr lang="zh-CN" altLang="en-US" sz="2400" b="1" dirty="0">
                <a:solidFill>
                  <a:srgbClr val="3366CC"/>
                </a:solidFill>
              </a:rPr>
              <a:t>无</a:t>
            </a:r>
            <a:r>
              <a:rPr lang="en-US" altLang="zh-CN" sz="2400" b="1" dirty="0">
                <a:solidFill>
                  <a:srgbClr val="3366CC"/>
                </a:solidFill>
              </a:rPr>
              <a:t>cancer)=1-0.97=0.03</a:t>
            </a:r>
            <a:endParaRPr lang="en-US" altLang="zh-CN" sz="2400" b="1" dirty="0">
              <a:solidFill>
                <a:srgbClr val="3366CC"/>
              </a:solidFill>
            </a:endParaRPr>
          </a:p>
          <a:p>
            <a:pPr eaLnBrk="1" hangingPunct="1">
              <a:buNone/>
            </a:pPr>
            <a:r>
              <a:rPr lang="zh-CN" altLang="en-US" sz="2800" b="1" dirty="0">
                <a:solidFill>
                  <a:schemeClr val="tx1"/>
                </a:solidFill>
              </a:rPr>
              <a:t>假设现在有一个新病人，化验测试结果为阳性，</a:t>
            </a:r>
            <a:r>
              <a:rPr lang="zh-CN" altLang="en-US" sz="2800" b="1" dirty="0">
                <a:solidFill>
                  <a:srgbClr val="C00000"/>
                </a:solidFill>
              </a:rPr>
              <a:t>是否将病人断定为有癌症呢</a:t>
            </a:r>
            <a:r>
              <a:rPr lang="zh-CN" altLang="en-US" sz="2800" b="1" dirty="0">
                <a:solidFill>
                  <a:schemeClr val="tx1"/>
                </a:solidFill>
              </a:rPr>
              <a:t>？</a:t>
            </a:r>
            <a:endParaRPr lang="zh-CN" altLang="en-US" sz="2800" b="1" dirty="0">
              <a:solidFill>
                <a:schemeClr val="tx1"/>
              </a:solidFill>
            </a:endParaRPr>
          </a:p>
          <a:p>
            <a:pPr eaLnBrk="1" hangingPunct="1">
              <a:buNone/>
            </a:pPr>
            <a:r>
              <a:rPr lang="zh-CN" altLang="en-US" sz="2400" b="1" dirty="0">
                <a:solidFill>
                  <a:schemeClr val="tx1"/>
                </a:solidFill>
              </a:rPr>
              <a:t>在这里，</a:t>
            </a:r>
            <a:r>
              <a:rPr lang="en-US" altLang="zh-CN" sz="2400" b="1" dirty="0">
                <a:solidFill>
                  <a:schemeClr val="tx1"/>
                </a:solidFill>
              </a:rPr>
              <a:t>C={cancer</a:t>
            </a:r>
            <a:r>
              <a:rPr lang="zh-CN" altLang="en-US" sz="2400" b="1" dirty="0">
                <a:solidFill>
                  <a:schemeClr val="tx1"/>
                </a:solidFill>
              </a:rPr>
              <a:t>，无</a:t>
            </a:r>
            <a:r>
              <a:rPr lang="en-US" altLang="zh-CN" sz="2400" b="1" dirty="0">
                <a:solidFill>
                  <a:schemeClr val="tx1"/>
                </a:solidFill>
              </a:rPr>
              <a:t>cancer}</a:t>
            </a:r>
            <a:r>
              <a:rPr lang="zh-CN" altLang="en-US" sz="2400" b="1" dirty="0">
                <a:solidFill>
                  <a:schemeClr val="tx1"/>
                </a:solidFill>
              </a:rPr>
              <a:t>，共两个类别，这个新病人是一个样本，他有一个属性</a:t>
            </a:r>
            <a:r>
              <a:rPr lang="en-US" altLang="zh-CN" sz="2400" b="1" dirty="0">
                <a:solidFill>
                  <a:schemeClr val="tx1"/>
                </a:solidFill>
              </a:rPr>
              <a:t>x</a:t>
            </a:r>
            <a:r>
              <a:rPr lang="zh-CN" altLang="en-US" sz="2400" b="1" dirty="0">
                <a:solidFill>
                  <a:schemeClr val="tx1"/>
                </a:solidFill>
              </a:rPr>
              <a:t>，值是</a:t>
            </a:r>
            <a:r>
              <a:rPr lang="zh-CN" altLang="en-US" sz="2400" b="1" dirty="0">
                <a:solidFill>
                  <a:schemeClr val="tx1"/>
                </a:solidFill>
              </a:rPr>
              <a:t>阳性，可以令</a:t>
            </a:r>
            <a:r>
              <a:rPr lang="en-US" altLang="zh-CN" sz="2400" b="1" dirty="0">
                <a:solidFill>
                  <a:schemeClr val="tx1"/>
                </a:solidFill>
              </a:rPr>
              <a:t>x=(</a:t>
            </a:r>
            <a:r>
              <a:rPr lang="zh-CN" altLang="en-US" sz="2400" b="1" dirty="0">
                <a:solidFill>
                  <a:schemeClr val="tx1"/>
                </a:solidFill>
              </a:rPr>
              <a:t>阳性</a:t>
            </a:r>
            <a:r>
              <a:rPr lang="en-US" altLang="zh-CN" sz="2400" b="1" dirty="0">
                <a:solidFill>
                  <a:schemeClr val="tx1"/>
                </a:solidFill>
              </a:rPr>
              <a:t>)</a:t>
            </a:r>
            <a:r>
              <a:rPr lang="zh-CN" altLang="en-US" sz="2400" b="1" dirty="0">
                <a:solidFill>
                  <a:schemeClr val="tx1"/>
                </a:solidFill>
              </a:rPr>
              <a:t>。</a:t>
            </a:r>
            <a:endParaRPr lang="zh-CN" altLang="en-US" sz="2400" b="1" dirty="0">
              <a:solidFill>
                <a:schemeClr val="tx1"/>
              </a:solidFill>
            </a:endParaRPr>
          </a:p>
          <a:p>
            <a:pPr eaLnBrk="1" hangingPunct="1"/>
            <a:endParaRPr lang="zh-CN" altLang="en-US" sz="2400" b="1" dirty="0">
              <a:solidFill>
                <a:schemeClr val="tx1"/>
              </a:solidFill>
            </a:endParaRPr>
          </a:p>
        </p:txBody>
      </p:sp>
      <p:grpSp>
        <p:nvGrpSpPr>
          <p:cNvPr id="4" name="组合 3"/>
          <p:cNvGrpSpPr/>
          <p:nvPr/>
        </p:nvGrpSpPr>
        <p:grpSpPr>
          <a:xfrm>
            <a:off x="1462405" y="5702935"/>
            <a:ext cx="10899140" cy="952500"/>
            <a:chOff x="2248" y="8926"/>
            <a:chExt cx="17164" cy="1500"/>
          </a:xfrm>
        </p:grpSpPr>
        <p:sp>
          <p:nvSpPr>
            <p:cNvPr id="3" name="文本框 2"/>
            <p:cNvSpPr txBox="1"/>
            <p:nvPr/>
          </p:nvSpPr>
          <p:spPr>
            <a:xfrm>
              <a:off x="2248" y="8926"/>
              <a:ext cx="17165" cy="1501"/>
            </a:xfrm>
            <a:prstGeom prst="rect">
              <a:avLst/>
            </a:prstGeom>
            <a:noFill/>
          </p:spPr>
          <p:txBody>
            <a:bodyPr wrap="square" rtlCol="0">
              <a:spAutoFit/>
            </a:bodyPr>
            <a:p>
              <a:r>
                <a:rPr lang="zh-CN" altLang="en-US" sz="2800" b="1">
                  <a:solidFill>
                    <a:srgbClr val="C00000"/>
                  </a:solidFill>
                </a:rPr>
                <a:t>目标是在这两个类别中找到使得                                            </a:t>
              </a:r>
              <a:endParaRPr lang="zh-CN" altLang="en-US" sz="2800" b="1">
                <a:solidFill>
                  <a:srgbClr val="C00000"/>
                </a:solidFill>
              </a:endParaRPr>
            </a:p>
            <a:p>
              <a:r>
                <a:rPr lang="zh-CN" altLang="en-US" sz="2800" b="1">
                  <a:solidFill>
                    <a:srgbClr val="C00000"/>
                  </a:solidFill>
                </a:rPr>
                <a:t>      最大的类别</a:t>
              </a:r>
              <a:endParaRPr lang="zh-CN" altLang="en-US" sz="2800" b="1">
                <a:solidFill>
                  <a:srgbClr val="C00000"/>
                </a:solidFill>
              </a:endParaRPr>
            </a:p>
          </p:txBody>
        </p:sp>
        <p:graphicFrame>
          <p:nvGraphicFramePr>
            <p:cNvPr id="10" name="对象 -2147482544"/>
            <p:cNvGraphicFramePr>
              <a:graphicFrameLocks noChangeAspect="1"/>
            </p:cNvGraphicFramePr>
            <p:nvPr/>
          </p:nvGraphicFramePr>
          <p:xfrm>
            <a:off x="10493" y="8926"/>
            <a:ext cx="6048" cy="818"/>
          </p:xfrm>
          <a:graphic>
            <a:graphicData uri="http://schemas.openxmlformats.org/presentationml/2006/ole">
              <mc:AlternateContent xmlns:mc="http://schemas.openxmlformats.org/markup-compatibility/2006">
                <mc:Choice xmlns:v="urn:schemas-microsoft-com:vml" Requires="v">
                  <p:oleObj spid="_x0000_s11" name="" r:id="rId1" imgW="2019300" imgH="279400" progId="Equation.DSMT4">
                    <p:embed/>
                  </p:oleObj>
                </mc:Choice>
                <mc:Fallback>
                  <p:oleObj name="" r:id="rId1" imgW="2019300" imgH="279400" progId="Equation.DSMT4">
                    <p:embed/>
                    <p:pic>
                      <p:nvPicPr>
                        <p:cNvPr id="0" name="图片 6"/>
                        <p:cNvPicPr/>
                        <p:nvPr/>
                      </p:nvPicPr>
                      <p:blipFill>
                        <a:blip r:embed="rId2"/>
                        <a:stretch>
                          <a:fillRect/>
                        </a:stretch>
                      </p:blipFill>
                      <p:spPr>
                        <a:xfrm>
                          <a:off x="10493" y="8926"/>
                          <a:ext cx="6048" cy="818"/>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449512" y="963295"/>
            <a:ext cx="8915400" cy="3777622"/>
          </a:xfrm>
        </p:spPr>
        <p:txBody>
          <a:bodyPr/>
          <a:p>
            <a:r>
              <a:rPr lang="zh-CN" altLang="en-US" sz="3200"/>
              <a:t>也就是需要比较</a:t>
            </a:r>
            <a:endParaRPr lang="zh-CN" altLang="en-US" sz="3200"/>
          </a:p>
          <a:p>
            <a:endParaRPr lang="zh-CN" altLang="en-US" sz="3200"/>
          </a:p>
          <a:p>
            <a:endParaRPr lang="zh-CN" altLang="en-US" sz="3200"/>
          </a:p>
          <a:p>
            <a:pPr marL="0" indent="0">
              <a:buNone/>
            </a:pPr>
            <a:r>
              <a:rPr lang="zh-CN" altLang="en-US" sz="3200"/>
              <a:t>选择使得式子取值比较大的类别</a:t>
            </a:r>
            <a:endParaRPr lang="zh-CN" altLang="en-US" sz="3200"/>
          </a:p>
        </p:txBody>
      </p:sp>
      <p:sp>
        <p:nvSpPr>
          <p:cNvPr id="4" name="文本框 3"/>
          <p:cNvSpPr txBox="1"/>
          <p:nvPr/>
        </p:nvSpPr>
        <p:spPr>
          <a:xfrm>
            <a:off x="3095625" y="1690370"/>
            <a:ext cx="5668645" cy="460375"/>
          </a:xfrm>
          <a:prstGeom prst="rect">
            <a:avLst/>
          </a:prstGeom>
          <a:noFill/>
        </p:spPr>
        <p:txBody>
          <a:bodyPr wrap="square" rtlCol="0" anchor="t">
            <a:spAutoFit/>
          </a:bodyPr>
          <a:p>
            <a:r>
              <a:rPr lang="en-US" altLang="zh-CN" sz="2400" b="1" dirty="0">
                <a:solidFill>
                  <a:srgbClr val="C00000"/>
                </a:solidFill>
                <a:sym typeface="+mn-ea"/>
              </a:rPr>
              <a:t>P(cancer)P(</a:t>
            </a:r>
            <a:r>
              <a:rPr lang="zh-CN" altLang="en-US" sz="2400" b="1" dirty="0">
                <a:solidFill>
                  <a:srgbClr val="C00000"/>
                </a:solidFill>
                <a:sym typeface="+mn-ea"/>
              </a:rPr>
              <a:t>阳性</a:t>
            </a:r>
            <a:r>
              <a:rPr lang="en-US" altLang="zh-CN" sz="2400" b="1" dirty="0">
                <a:solidFill>
                  <a:srgbClr val="C00000"/>
                </a:solidFill>
                <a:sym typeface="+mn-ea"/>
              </a:rPr>
              <a:t>|cancer)</a:t>
            </a:r>
            <a:endParaRPr lang="en-US" altLang="zh-CN" sz="2400" b="1" dirty="0">
              <a:solidFill>
                <a:srgbClr val="C00000"/>
              </a:solidFill>
              <a:sym typeface="+mn-ea"/>
            </a:endParaRPr>
          </a:p>
        </p:txBody>
      </p:sp>
      <p:sp>
        <p:nvSpPr>
          <p:cNvPr id="5" name="文本框 4"/>
          <p:cNvSpPr txBox="1"/>
          <p:nvPr/>
        </p:nvSpPr>
        <p:spPr>
          <a:xfrm>
            <a:off x="3095625" y="2265680"/>
            <a:ext cx="5668645" cy="460375"/>
          </a:xfrm>
          <a:prstGeom prst="rect">
            <a:avLst/>
          </a:prstGeom>
          <a:noFill/>
        </p:spPr>
        <p:txBody>
          <a:bodyPr wrap="square" rtlCol="0" anchor="t">
            <a:spAutoFit/>
          </a:bodyPr>
          <a:p>
            <a:r>
              <a:rPr lang="en-US" altLang="zh-CN" sz="2400" b="1" dirty="0">
                <a:solidFill>
                  <a:srgbClr val="C00000"/>
                </a:solidFill>
                <a:sym typeface="+mn-ea"/>
              </a:rPr>
              <a:t>P(</a:t>
            </a:r>
            <a:r>
              <a:rPr lang="zh-CN" altLang="en-US" sz="2400" b="1" dirty="0">
                <a:solidFill>
                  <a:srgbClr val="C00000"/>
                </a:solidFill>
                <a:sym typeface="+mn-ea"/>
              </a:rPr>
              <a:t>无</a:t>
            </a:r>
            <a:r>
              <a:rPr lang="en-US" altLang="zh-CN" sz="2400" b="1" dirty="0">
                <a:solidFill>
                  <a:srgbClr val="C00000"/>
                </a:solidFill>
                <a:sym typeface="+mn-ea"/>
              </a:rPr>
              <a:t>cancer)P(</a:t>
            </a:r>
            <a:r>
              <a:rPr lang="zh-CN" altLang="en-US" sz="2400" b="1" dirty="0">
                <a:solidFill>
                  <a:srgbClr val="C00000"/>
                </a:solidFill>
                <a:sym typeface="+mn-ea"/>
              </a:rPr>
              <a:t>阳性</a:t>
            </a:r>
            <a:r>
              <a:rPr lang="en-US" altLang="zh-CN" sz="2400" b="1" dirty="0">
                <a:solidFill>
                  <a:srgbClr val="C00000"/>
                </a:solidFill>
                <a:sym typeface="+mn-ea"/>
              </a:rPr>
              <a:t>|</a:t>
            </a:r>
            <a:r>
              <a:rPr lang="zh-CN" altLang="en-US" sz="2400" b="1" dirty="0">
                <a:solidFill>
                  <a:srgbClr val="C00000"/>
                </a:solidFill>
                <a:sym typeface="+mn-ea"/>
              </a:rPr>
              <a:t>无</a:t>
            </a:r>
            <a:r>
              <a:rPr lang="en-US" altLang="zh-CN" sz="2400" b="1" dirty="0">
                <a:solidFill>
                  <a:srgbClr val="C00000"/>
                </a:solidFill>
                <a:sym typeface="+mn-ea"/>
              </a:rPr>
              <a:t>cancer)</a:t>
            </a:r>
            <a:endParaRPr lang="en-US" altLang="zh-CN" sz="2400" b="1" dirty="0">
              <a:solidFill>
                <a:srgbClr val="C00000"/>
              </a:solidFill>
              <a:sym typeface="+mn-ea"/>
            </a:endParaRPr>
          </a:p>
        </p:txBody>
      </p:sp>
      <p:sp>
        <p:nvSpPr>
          <p:cNvPr id="6" name="文本框 5"/>
          <p:cNvSpPr txBox="1"/>
          <p:nvPr/>
        </p:nvSpPr>
        <p:spPr>
          <a:xfrm>
            <a:off x="2475865" y="3834130"/>
            <a:ext cx="9204325" cy="2245360"/>
          </a:xfrm>
          <a:prstGeom prst="rect">
            <a:avLst/>
          </a:prstGeom>
          <a:noFill/>
        </p:spPr>
        <p:txBody>
          <a:bodyPr wrap="square" rtlCol="0">
            <a:spAutoFit/>
          </a:bodyPr>
          <a:p>
            <a:r>
              <a:rPr lang="en-US" altLang="zh-CN" sz="2800" b="1" dirty="0">
                <a:solidFill>
                  <a:srgbClr val="C00000"/>
                </a:solidFill>
                <a:sym typeface="+mn-ea"/>
              </a:rPr>
              <a:t>P(cancer)P(</a:t>
            </a:r>
            <a:r>
              <a:rPr lang="zh-CN" altLang="en-US" sz="2800" b="1" dirty="0">
                <a:solidFill>
                  <a:srgbClr val="C00000"/>
                </a:solidFill>
                <a:sym typeface="+mn-ea"/>
              </a:rPr>
              <a:t>阳性</a:t>
            </a:r>
            <a:r>
              <a:rPr lang="en-US" altLang="zh-CN" sz="2800" b="1" dirty="0">
                <a:solidFill>
                  <a:srgbClr val="C00000"/>
                </a:solidFill>
                <a:sym typeface="+mn-ea"/>
              </a:rPr>
              <a:t>|cancer)=0.008*0.98=0.00784</a:t>
            </a:r>
            <a:endParaRPr lang="en-US" altLang="zh-CN" sz="2800" b="1" dirty="0">
              <a:solidFill>
                <a:srgbClr val="C00000"/>
              </a:solidFill>
              <a:sym typeface="+mn-ea"/>
            </a:endParaRPr>
          </a:p>
          <a:p>
            <a:endParaRPr lang="en-US" altLang="zh-CN" sz="2800" b="1" dirty="0">
              <a:solidFill>
                <a:srgbClr val="C00000"/>
              </a:solidFill>
              <a:sym typeface="+mn-ea"/>
            </a:endParaRPr>
          </a:p>
          <a:p>
            <a:r>
              <a:rPr lang="en-US" altLang="zh-CN" sz="2800" b="1" dirty="0">
                <a:solidFill>
                  <a:srgbClr val="C00000"/>
                </a:solidFill>
                <a:sym typeface="+mn-ea"/>
              </a:rPr>
              <a:t>P(</a:t>
            </a:r>
            <a:r>
              <a:rPr lang="zh-CN" altLang="en-US" sz="2800" b="1" dirty="0">
                <a:solidFill>
                  <a:srgbClr val="C00000"/>
                </a:solidFill>
                <a:sym typeface="+mn-ea"/>
              </a:rPr>
              <a:t>无</a:t>
            </a:r>
            <a:r>
              <a:rPr lang="en-US" altLang="zh-CN" sz="2800" b="1" dirty="0">
                <a:solidFill>
                  <a:srgbClr val="C00000"/>
                </a:solidFill>
                <a:sym typeface="+mn-ea"/>
              </a:rPr>
              <a:t>cancer)P(</a:t>
            </a:r>
            <a:r>
              <a:rPr lang="zh-CN" altLang="en-US" sz="2800" b="1" dirty="0">
                <a:solidFill>
                  <a:srgbClr val="C00000"/>
                </a:solidFill>
                <a:sym typeface="+mn-ea"/>
              </a:rPr>
              <a:t>阳性</a:t>
            </a:r>
            <a:r>
              <a:rPr lang="en-US" altLang="zh-CN" sz="2800" b="1" dirty="0">
                <a:solidFill>
                  <a:srgbClr val="C00000"/>
                </a:solidFill>
                <a:sym typeface="+mn-ea"/>
              </a:rPr>
              <a:t>|</a:t>
            </a:r>
            <a:r>
              <a:rPr lang="zh-CN" altLang="en-US" sz="2800" b="1" dirty="0">
                <a:solidFill>
                  <a:srgbClr val="C00000"/>
                </a:solidFill>
                <a:sym typeface="+mn-ea"/>
              </a:rPr>
              <a:t>无</a:t>
            </a:r>
            <a:r>
              <a:rPr lang="en-US" altLang="zh-CN" sz="2800" b="1" dirty="0">
                <a:solidFill>
                  <a:srgbClr val="C00000"/>
                </a:solidFill>
                <a:sym typeface="+mn-ea"/>
              </a:rPr>
              <a:t>cancer)=0.03*0.992=0.02976</a:t>
            </a:r>
            <a:endParaRPr lang="en-US" altLang="zh-CN" sz="2800" b="1" dirty="0">
              <a:solidFill>
                <a:srgbClr val="C00000"/>
              </a:solidFill>
              <a:sym typeface="+mn-ea"/>
            </a:endParaRPr>
          </a:p>
          <a:p>
            <a:endParaRPr lang="en-US" altLang="zh-CN" sz="2800" b="1" dirty="0">
              <a:solidFill>
                <a:srgbClr val="C00000"/>
              </a:solidFill>
              <a:sym typeface="+mn-ea"/>
            </a:endParaRPr>
          </a:p>
          <a:p>
            <a:endParaRPr lang="en-US" altLang="zh-CN" sz="2800" b="1" dirty="0">
              <a:solidFill>
                <a:srgbClr val="C00000"/>
              </a:solidFill>
              <a:sym typeface="+mn-ea"/>
            </a:endParaRPr>
          </a:p>
        </p:txBody>
      </p:sp>
      <p:sp>
        <p:nvSpPr>
          <p:cNvPr id="7" name="文本框 6"/>
          <p:cNvSpPr txBox="1"/>
          <p:nvPr/>
        </p:nvSpPr>
        <p:spPr>
          <a:xfrm>
            <a:off x="2353310" y="5493385"/>
            <a:ext cx="7668260" cy="521970"/>
          </a:xfrm>
          <a:prstGeom prst="rect">
            <a:avLst/>
          </a:prstGeom>
          <a:noFill/>
        </p:spPr>
        <p:txBody>
          <a:bodyPr wrap="square" rtlCol="0">
            <a:spAutoFit/>
          </a:bodyPr>
          <a:p>
            <a:r>
              <a:rPr lang="zh-CN" altLang="en-US" sz="2800" b="1">
                <a:solidFill>
                  <a:srgbClr val="0070C0"/>
                </a:solidFill>
              </a:rPr>
              <a:t>所以，该病人没有患癌症的概率较大</a:t>
            </a:r>
            <a:endParaRPr lang="zh-CN" altLang="en-US" sz="2800" b="1">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3" name="内容占位符 2"/>
          <p:cNvSpPr>
            <a:spLocks noGrp="1"/>
          </p:cNvSpPr>
          <p:nvPr>
            <p:ph idx="1"/>
          </p:nvPr>
        </p:nvSpPr>
        <p:spPr>
          <a:xfrm>
            <a:off x="2171065" y="1044575"/>
            <a:ext cx="8685213" cy="5192713"/>
          </a:xfrm>
        </p:spPr>
        <p:txBody>
          <a:bodyPr vert="horz" wrap="square" lIns="91440" tIns="45720" rIns="91440" bIns="45720" anchor="t"/>
          <a:p>
            <a:pPr eaLnBrk="1" hangingPunct="1">
              <a:buNone/>
            </a:pPr>
            <a:r>
              <a:rPr lang="zh-CN" altLang="en-US" sz="2400" b="1" dirty="0">
                <a:solidFill>
                  <a:schemeClr val="tx1"/>
                </a:solidFill>
              </a:rPr>
              <a:t>为</a:t>
            </a:r>
            <a:r>
              <a:rPr lang="zh-CN" altLang="en-US" sz="2400" b="1" dirty="0">
                <a:solidFill>
                  <a:schemeClr val="tx1"/>
                </a:solidFill>
              </a:rPr>
              <a:t>了验证这一结论，</a:t>
            </a:r>
            <a:r>
              <a:rPr lang="zh-CN" altLang="en-US" sz="2400" b="1" dirty="0">
                <a:solidFill>
                  <a:schemeClr val="tx1"/>
                </a:solidFill>
              </a:rPr>
              <a:t>我们可以来计算各个类别的后验概率：</a:t>
            </a:r>
            <a:endParaRPr lang="zh-CN" altLang="en-US" sz="2400" b="1" dirty="0">
              <a:solidFill>
                <a:schemeClr val="tx1"/>
              </a:solidFill>
            </a:endParaRPr>
          </a:p>
          <a:p>
            <a:pPr eaLnBrk="1" hangingPunct="1">
              <a:buNone/>
            </a:pPr>
            <a:r>
              <a:rPr lang="en-US" altLang="zh-CN" sz="2400" b="1" dirty="0">
                <a:solidFill>
                  <a:srgbClr val="C00000"/>
                </a:solidFill>
              </a:rPr>
              <a:t>P(cancer </a:t>
            </a:r>
            <a:r>
              <a:rPr lang="zh-CN" altLang="en-US" sz="2400" b="1" dirty="0">
                <a:solidFill>
                  <a:srgbClr val="C00000"/>
                </a:solidFill>
              </a:rPr>
              <a:t>阳性</a:t>
            </a:r>
            <a:r>
              <a:rPr lang="en-US" altLang="zh-CN" sz="2400" b="1" dirty="0">
                <a:solidFill>
                  <a:srgbClr val="C00000"/>
                </a:solidFill>
              </a:rPr>
              <a:t>) = P(</a:t>
            </a:r>
            <a:r>
              <a:rPr lang="zh-CN" altLang="en-US" sz="2400" b="1" dirty="0">
                <a:solidFill>
                  <a:srgbClr val="C00000"/>
                </a:solidFill>
              </a:rPr>
              <a:t>阳性</a:t>
            </a:r>
            <a:r>
              <a:rPr lang="en-US" altLang="zh-CN" sz="2400" b="1" dirty="0">
                <a:solidFill>
                  <a:srgbClr val="C00000"/>
                </a:solidFill>
              </a:rPr>
              <a:t> | cancer) *p(cancer)=0.98*0.008 = 0.0078</a:t>
            </a:r>
            <a:endParaRPr lang="zh-CN" altLang="en-US" sz="2400" b="1" dirty="0">
              <a:solidFill>
                <a:srgbClr val="C00000"/>
              </a:solidFill>
            </a:endParaRPr>
          </a:p>
          <a:p>
            <a:pPr eaLnBrk="1" hangingPunct="1">
              <a:buNone/>
            </a:pPr>
            <a:r>
              <a:rPr lang="en-US" altLang="zh-CN" sz="2400" b="1" dirty="0">
                <a:solidFill>
                  <a:srgbClr val="C00000"/>
                </a:solidFill>
              </a:rPr>
              <a:t>P(</a:t>
            </a:r>
            <a:r>
              <a:rPr lang="zh-CN" altLang="en-US" sz="2400" b="1" dirty="0">
                <a:solidFill>
                  <a:srgbClr val="C00000"/>
                </a:solidFill>
              </a:rPr>
              <a:t>无</a:t>
            </a:r>
            <a:r>
              <a:rPr lang="en-US" altLang="zh-CN" sz="2400" b="1" dirty="0">
                <a:solidFill>
                  <a:srgbClr val="C00000"/>
                </a:solidFill>
              </a:rPr>
              <a:t>cancer</a:t>
            </a:r>
            <a:r>
              <a:rPr lang="zh-CN" altLang="en-US" sz="2400" b="1" dirty="0">
                <a:solidFill>
                  <a:srgbClr val="C00000"/>
                </a:solidFill>
              </a:rPr>
              <a:t>阳性</a:t>
            </a:r>
            <a:r>
              <a:rPr lang="en-US" altLang="zh-CN" sz="2400" b="1" dirty="0">
                <a:solidFill>
                  <a:srgbClr val="C00000"/>
                </a:solidFill>
              </a:rPr>
              <a:t>) =P(</a:t>
            </a:r>
            <a:r>
              <a:rPr lang="zh-CN" altLang="en-US" sz="2400" b="1" dirty="0">
                <a:solidFill>
                  <a:srgbClr val="C00000"/>
                </a:solidFill>
              </a:rPr>
              <a:t>阳性</a:t>
            </a:r>
            <a:r>
              <a:rPr lang="en-US" altLang="zh-CN" sz="2400" b="1" dirty="0">
                <a:solidFill>
                  <a:srgbClr val="C00000"/>
                </a:solidFill>
              </a:rPr>
              <a:t> | </a:t>
            </a:r>
            <a:r>
              <a:rPr lang="zh-CN" altLang="en-US" sz="2400" b="1" dirty="0">
                <a:solidFill>
                  <a:srgbClr val="C00000"/>
                </a:solidFill>
              </a:rPr>
              <a:t>无</a:t>
            </a:r>
            <a:r>
              <a:rPr lang="en-US" altLang="zh-CN" sz="2400" b="1" dirty="0">
                <a:solidFill>
                  <a:srgbClr val="C00000"/>
                </a:solidFill>
              </a:rPr>
              <a:t>cancer)*p(</a:t>
            </a:r>
            <a:r>
              <a:rPr lang="zh-CN" altLang="en-US" sz="2400" b="1" dirty="0">
                <a:solidFill>
                  <a:srgbClr val="C00000"/>
                </a:solidFill>
              </a:rPr>
              <a:t>无</a:t>
            </a:r>
            <a:r>
              <a:rPr lang="en-US" altLang="zh-CN" sz="2400" b="1" dirty="0">
                <a:solidFill>
                  <a:srgbClr val="C00000"/>
                </a:solidFill>
              </a:rPr>
              <a:t>cancer)=0.03*0.992 = 0.0298</a:t>
            </a:r>
            <a:endParaRPr lang="en-US" altLang="zh-CN" sz="2400" b="1" dirty="0">
              <a:solidFill>
                <a:srgbClr val="C00000"/>
              </a:solidFill>
            </a:endParaRPr>
          </a:p>
          <a:p>
            <a:pPr eaLnBrk="1" hangingPunct="1">
              <a:buNone/>
            </a:pPr>
            <a:r>
              <a:rPr lang="en-US" altLang="zh-CN" sz="2400" b="1" dirty="0">
                <a:solidFill>
                  <a:srgbClr val="C00000"/>
                </a:solidFill>
              </a:rPr>
              <a:t>P(</a:t>
            </a:r>
            <a:r>
              <a:rPr lang="zh-CN" altLang="en-US" sz="2400" b="1" dirty="0">
                <a:solidFill>
                  <a:srgbClr val="C00000"/>
                </a:solidFill>
              </a:rPr>
              <a:t>阳性</a:t>
            </a:r>
            <a:r>
              <a:rPr lang="en-US" altLang="zh-CN" sz="2400" b="1" dirty="0">
                <a:solidFill>
                  <a:srgbClr val="C00000"/>
                </a:solidFill>
              </a:rPr>
              <a:t>)= P(cancer </a:t>
            </a:r>
            <a:r>
              <a:rPr lang="zh-CN" altLang="en-US" sz="2400" b="1" dirty="0">
                <a:solidFill>
                  <a:srgbClr val="C00000"/>
                </a:solidFill>
              </a:rPr>
              <a:t>阳性</a:t>
            </a:r>
            <a:r>
              <a:rPr lang="en-US" altLang="zh-CN" sz="2400" b="1" dirty="0">
                <a:solidFill>
                  <a:srgbClr val="C00000"/>
                </a:solidFill>
              </a:rPr>
              <a:t>) + P(</a:t>
            </a:r>
            <a:r>
              <a:rPr lang="zh-CN" altLang="en-US" sz="2400" b="1" dirty="0">
                <a:solidFill>
                  <a:srgbClr val="C00000"/>
                </a:solidFill>
              </a:rPr>
              <a:t>无</a:t>
            </a:r>
            <a:r>
              <a:rPr lang="en-US" altLang="zh-CN" sz="2400" b="1" dirty="0">
                <a:solidFill>
                  <a:srgbClr val="C00000"/>
                </a:solidFill>
              </a:rPr>
              <a:t>cancer</a:t>
            </a:r>
            <a:r>
              <a:rPr lang="zh-CN" altLang="en-US" sz="2400" b="1" dirty="0">
                <a:solidFill>
                  <a:srgbClr val="C00000"/>
                </a:solidFill>
              </a:rPr>
              <a:t>阳性</a:t>
            </a:r>
            <a:r>
              <a:rPr lang="en-US" altLang="zh-CN" sz="2400" b="1" dirty="0">
                <a:solidFill>
                  <a:srgbClr val="C00000"/>
                </a:solidFill>
              </a:rPr>
              <a:t>) = 0.0078 + 0.0298 </a:t>
            </a:r>
            <a:endParaRPr lang="zh-CN" altLang="en-US" sz="2400" b="1" dirty="0">
              <a:solidFill>
                <a:srgbClr val="C00000"/>
              </a:solidFill>
            </a:endParaRPr>
          </a:p>
          <a:p>
            <a:pPr eaLnBrk="1" hangingPunct="1">
              <a:buNone/>
            </a:pPr>
            <a:r>
              <a:rPr lang="en-US" altLang="zh-CN" sz="2800" b="1" dirty="0">
                <a:solidFill>
                  <a:srgbClr val="3366CC"/>
                </a:solidFill>
              </a:rPr>
              <a:t>P(cancer|</a:t>
            </a:r>
            <a:r>
              <a:rPr lang="zh-CN" altLang="en-US" sz="2800" b="1" dirty="0">
                <a:solidFill>
                  <a:srgbClr val="3366CC"/>
                </a:solidFill>
              </a:rPr>
              <a:t>阳性</a:t>
            </a:r>
            <a:r>
              <a:rPr lang="en-US" altLang="zh-CN" sz="2800" b="1" dirty="0">
                <a:solidFill>
                  <a:srgbClr val="3366CC"/>
                </a:solidFill>
              </a:rPr>
              <a:t>)= P(cancer </a:t>
            </a:r>
            <a:r>
              <a:rPr lang="zh-CN" altLang="en-US" sz="2800" b="1" dirty="0">
                <a:solidFill>
                  <a:srgbClr val="3366CC"/>
                </a:solidFill>
              </a:rPr>
              <a:t>阳性</a:t>
            </a:r>
            <a:r>
              <a:rPr lang="en-US" altLang="zh-CN" sz="2800" b="1" dirty="0">
                <a:solidFill>
                  <a:srgbClr val="3366CC"/>
                </a:solidFill>
              </a:rPr>
              <a:t>) / P(</a:t>
            </a:r>
            <a:r>
              <a:rPr lang="zh-CN" altLang="en-US" sz="2800" b="1" dirty="0">
                <a:solidFill>
                  <a:srgbClr val="3366CC"/>
                </a:solidFill>
              </a:rPr>
              <a:t>阳性</a:t>
            </a:r>
            <a:r>
              <a:rPr lang="en-US" altLang="zh-CN" sz="2800" b="1" dirty="0">
                <a:solidFill>
                  <a:srgbClr val="3366CC"/>
                </a:solidFill>
              </a:rPr>
              <a:t>)= 0.0078/(0.0078 + 0.0298 )=0.207</a:t>
            </a:r>
            <a:endParaRPr lang="en-US" altLang="zh-CN" sz="2800" b="1" dirty="0">
              <a:solidFill>
                <a:srgbClr val="3366CC"/>
              </a:solidFill>
            </a:endParaRPr>
          </a:p>
          <a:p>
            <a:pPr eaLnBrk="1" hangingPunct="1">
              <a:buNone/>
            </a:pPr>
            <a:r>
              <a:rPr lang="en-US" altLang="zh-CN" sz="2800" b="1" dirty="0">
                <a:solidFill>
                  <a:srgbClr val="3366CC"/>
                </a:solidFill>
              </a:rPr>
              <a:t>P</a:t>
            </a:r>
            <a:r>
              <a:rPr lang="zh-CN" altLang="en-US" sz="2800" b="1" dirty="0">
                <a:solidFill>
                  <a:srgbClr val="3366CC"/>
                </a:solidFill>
              </a:rPr>
              <a:t>（无</a:t>
            </a:r>
            <a:r>
              <a:rPr lang="en-US" altLang="zh-CN" sz="2800" b="1" dirty="0">
                <a:solidFill>
                  <a:srgbClr val="3366CC"/>
                </a:solidFill>
              </a:rPr>
              <a:t>cancer |</a:t>
            </a:r>
            <a:r>
              <a:rPr lang="zh-CN" altLang="en-US" sz="2800" b="1" dirty="0">
                <a:solidFill>
                  <a:srgbClr val="3366CC"/>
                </a:solidFill>
              </a:rPr>
              <a:t>阳性）</a:t>
            </a:r>
            <a:r>
              <a:rPr lang="en-US" altLang="zh-CN" sz="2800" b="1" dirty="0">
                <a:solidFill>
                  <a:srgbClr val="3366CC"/>
                </a:solidFill>
              </a:rPr>
              <a:t>=1-P(</a:t>
            </a:r>
            <a:r>
              <a:rPr lang="zh-CN" altLang="en-US" sz="2800" b="1" dirty="0">
                <a:solidFill>
                  <a:srgbClr val="3366CC"/>
                </a:solidFill>
              </a:rPr>
              <a:t>癌症</a:t>
            </a:r>
            <a:r>
              <a:rPr lang="en-US" altLang="zh-CN" sz="2800" b="1" dirty="0">
                <a:solidFill>
                  <a:srgbClr val="3366CC"/>
                </a:solidFill>
              </a:rPr>
              <a:t>|</a:t>
            </a:r>
            <a:r>
              <a:rPr lang="zh-CN" altLang="en-US" sz="2800" b="1" dirty="0">
                <a:solidFill>
                  <a:srgbClr val="3366CC"/>
                </a:solidFill>
              </a:rPr>
              <a:t>阳性</a:t>
            </a:r>
            <a:r>
              <a:rPr lang="en-US" altLang="zh-CN" sz="2800" b="1" dirty="0">
                <a:solidFill>
                  <a:srgbClr val="3366CC"/>
                </a:solidFill>
              </a:rPr>
              <a:t>)= 1- 0.207 = 0.793</a:t>
            </a:r>
            <a:endParaRPr lang="en-US" altLang="zh-CN" sz="2800" b="1" dirty="0">
              <a:solidFill>
                <a:srgbClr val="3366CC"/>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660525" y="285115"/>
            <a:ext cx="10226675" cy="6263640"/>
          </a:xfrm>
        </p:spPr>
        <p:txBody>
          <a:bodyPr/>
          <a:p>
            <a:pPr marL="0" indent="0">
              <a:buNone/>
            </a:pPr>
            <a:endParaRPr lang="zh-CN" altLang="en-US" sz="2400">
              <a:latin typeface="楷体" panose="02010609060101010101" charset="-122"/>
              <a:ea typeface="楷体" panose="02010609060101010101" charset="-122"/>
            </a:endParaRPr>
          </a:p>
          <a:p>
            <a:pPr marL="0" indent="0">
              <a:buNone/>
            </a:pPr>
            <a:endParaRPr lang="zh-CN" altLang="en-US" sz="2400">
              <a:latin typeface="楷体" panose="02010609060101010101" charset="-122"/>
              <a:ea typeface="楷体" panose="02010609060101010101" charset="-122"/>
            </a:endParaRPr>
          </a:p>
          <a:p>
            <a:pPr marL="0" indent="0">
              <a:buNone/>
            </a:pPr>
            <a:endParaRPr lang="zh-CN" altLang="en-US" sz="2400">
              <a:latin typeface="楷体" panose="02010609060101010101" charset="-122"/>
              <a:ea typeface="楷体" panose="02010609060101010101" charset="-122"/>
            </a:endParaRPr>
          </a:p>
          <a:p>
            <a:pPr marL="0" indent="0">
              <a:buNone/>
            </a:pPr>
            <a:endParaRPr lang="zh-CN" altLang="en-US" sz="2400">
              <a:latin typeface="楷体" panose="02010609060101010101" charset="-122"/>
              <a:ea typeface="楷体" panose="02010609060101010101" charset="-122"/>
            </a:endParaRPr>
          </a:p>
          <a:p>
            <a:pPr marL="0" indent="0">
              <a:buNone/>
            </a:pPr>
            <a:r>
              <a:rPr lang="zh-CN" altLang="en-US" sz="2400">
                <a:latin typeface="楷体" panose="02010609060101010101" charset="-122"/>
                <a:ea typeface="楷体" panose="02010609060101010101" charset="-122"/>
              </a:rPr>
              <a:t>  （1）用一个n维特征向量             来表示数据样本，描述样本X对n个属性         的度量。</a:t>
            </a:r>
            <a:endParaRPr lang="zh-CN" altLang="en-US" sz="2400">
              <a:latin typeface="楷体" panose="02010609060101010101" charset="-122"/>
              <a:ea typeface="楷体" panose="02010609060101010101" charset="-122"/>
            </a:endParaRPr>
          </a:p>
          <a:p>
            <a:pPr marL="0" indent="0">
              <a:buNone/>
            </a:pPr>
            <a:r>
              <a:rPr lang="zh-CN" altLang="en-US" sz="2400">
                <a:latin typeface="楷体" panose="02010609060101010101" charset="-122"/>
                <a:ea typeface="楷体" panose="02010609060101010101" charset="-122"/>
              </a:rPr>
              <a:t>  （2）假定样本空间有m个类别状态          ，对于给定的一个未知类别标号的数据样本X，分类算法将X判定为具有最高后验概率的类别，也就是说，朴素贝叶斯分类算法将未知类别的样本X分配给类别   ，当且仅当对于任意的j，有             成立，      ，    ， 使      别都是常数，则根据贝叶斯定理，最大化        只需要最大化          即可。如果类的先验概率未知，则通常假设这些类别的概率是相等的，即                   ，所以只需要最大化       即可，否则就要</a:t>
            </a:r>
            <a:endParaRPr lang="zh-CN" altLang="en-US" sz="2400">
              <a:latin typeface="楷体" panose="02010609060101010101" charset="-122"/>
              <a:ea typeface="楷体" panose="02010609060101010101" charset="-122"/>
            </a:endParaRPr>
          </a:p>
        </p:txBody>
      </p:sp>
      <p:graphicFrame>
        <p:nvGraphicFramePr>
          <p:cNvPr id="50" name="对象 -2147482524"/>
          <p:cNvGraphicFramePr>
            <a:graphicFrameLocks noChangeAspect="1"/>
          </p:cNvGraphicFramePr>
          <p:nvPr/>
        </p:nvGraphicFramePr>
        <p:xfrm>
          <a:off x="5488940" y="2273935"/>
          <a:ext cx="1867535" cy="377825"/>
        </p:xfrm>
        <a:graphic>
          <a:graphicData uri="http://schemas.openxmlformats.org/presentationml/2006/ole">
            <mc:AlternateContent xmlns:mc="http://schemas.openxmlformats.org/markup-compatibility/2006">
              <mc:Choice xmlns:v="urn:schemas-microsoft-com:vml" Requires="v">
                <p:oleObj spid="_x0000_s51" name="" r:id="rId1" imgW="1269365" imgH="254000" progId="Equation.DSMT4">
                  <p:embed/>
                </p:oleObj>
              </mc:Choice>
              <mc:Fallback>
                <p:oleObj name="" r:id="rId1" imgW="1269365" imgH="254000" progId="Equation.DSMT4">
                  <p:embed/>
                  <p:pic>
                    <p:nvPicPr>
                      <p:cNvPr id="0" name="图片 26"/>
                      <p:cNvPicPr/>
                      <p:nvPr/>
                    </p:nvPicPr>
                    <p:blipFill>
                      <a:blip r:embed="rId2"/>
                      <a:stretch>
                        <a:fillRect/>
                      </a:stretch>
                    </p:blipFill>
                    <p:spPr>
                      <a:xfrm>
                        <a:off x="5488940" y="2273935"/>
                        <a:ext cx="1867535" cy="377825"/>
                      </a:xfrm>
                      <a:prstGeom prst="rect">
                        <a:avLst/>
                      </a:prstGeom>
                      <a:noFill/>
                      <a:ln w="38100">
                        <a:noFill/>
                        <a:miter/>
                      </a:ln>
                    </p:spPr>
                  </p:pic>
                </p:oleObj>
              </mc:Fallback>
            </mc:AlternateContent>
          </a:graphicData>
        </a:graphic>
      </p:graphicFrame>
      <p:graphicFrame>
        <p:nvGraphicFramePr>
          <p:cNvPr id="52" name="对象 -2147482523"/>
          <p:cNvGraphicFramePr>
            <a:graphicFrameLocks noChangeAspect="1"/>
          </p:cNvGraphicFramePr>
          <p:nvPr/>
        </p:nvGraphicFramePr>
        <p:xfrm>
          <a:off x="2706370" y="2651760"/>
          <a:ext cx="1352550" cy="346710"/>
        </p:xfrm>
        <a:graphic>
          <a:graphicData uri="http://schemas.openxmlformats.org/presentationml/2006/ole">
            <mc:AlternateContent xmlns:mc="http://schemas.openxmlformats.org/markup-compatibility/2006">
              <mc:Choice xmlns:v="urn:schemas-microsoft-com:vml" Requires="v">
                <p:oleObj spid="_x0000_s53" name="" r:id="rId3" imgW="914400" imgH="228600" progId="Equation.DSMT4">
                  <p:embed/>
                </p:oleObj>
              </mc:Choice>
              <mc:Fallback>
                <p:oleObj name="" r:id="rId3" imgW="914400" imgH="228600" progId="Equation.DSMT4">
                  <p:embed/>
                  <p:pic>
                    <p:nvPicPr>
                      <p:cNvPr id="0" name="图片 27"/>
                      <p:cNvPicPr/>
                      <p:nvPr/>
                    </p:nvPicPr>
                    <p:blipFill>
                      <a:blip r:embed="rId4"/>
                      <a:stretch>
                        <a:fillRect/>
                      </a:stretch>
                    </p:blipFill>
                    <p:spPr>
                      <a:xfrm>
                        <a:off x="2706370" y="2651760"/>
                        <a:ext cx="1352550" cy="346710"/>
                      </a:xfrm>
                      <a:prstGeom prst="rect">
                        <a:avLst/>
                      </a:prstGeom>
                      <a:noFill/>
                      <a:ln w="38100">
                        <a:noFill/>
                        <a:miter/>
                      </a:ln>
                    </p:spPr>
                  </p:pic>
                </p:oleObj>
              </mc:Fallback>
            </mc:AlternateContent>
          </a:graphicData>
        </a:graphic>
      </p:graphicFrame>
      <p:graphicFrame>
        <p:nvGraphicFramePr>
          <p:cNvPr id="54" name="对象 -2147482522"/>
          <p:cNvGraphicFramePr>
            <a:graphicFrameLocks noChangeAspect="1"/>
          </p:cNvGraphicFramePr>
          <p:nvPr/>
        </p:nvGraphicFramePr>
        <p:xfrm>
          <a:off x="6838950" y="3159125"/>
          <a:ext cx="1188720" cy="295910"/>
        </p:xfrm>
        <a:graphic>
          <a:graphicData uri="http://schemas.openxmlformats.org/presentationml/2006/ole">
            <mc:AlternateContent xmlns:mc="http://schemas.openxmlformats.org/markup-compatibility/2006">
              <mc:Choice xmlns:v="urn:schemas-microsoft-com:vml" Requires="v">
                <p:oleObj spid="_x0000_s55" name="" r:id="rId5" imgW="939800" imgH="228600" progId="Equation.DSMT4">
                  <p:embed/>
                </p:oleObj>
              </mc:Choice>
              <mc:Fallback>
                <p:oleObj name="" r:id="rId5" imgW="939800" imgH="228600" progId="Equation.DSMT4">
                  <p:embed/>
                  <p:pic>
                    <p:nvPicPr>
                      <p:cNvPr id="0" name="图片 28"/>
                      <p:cNvPicPr/>
                      <p:nvPr/>
                    </p:nvPicPr>
                    <p:blipFill>
                      <a:blip r:embed="rId6"/>
                      <a:stretch>
                        <a:fillRect/>
                      </a:stretch>
                    </p:blipFill>
                    <p:spPr>
                      <a:xfrm>
                        <a:off x="6838950" y="3159125"/>
                        <a:ext cx="1188720" cy="295910"/>
                      </a:xfrm>
                      <a:prstGeom prst="rect">
                        <a:avLst/>
                      </a:prstGeom>
                      <a:noFill/>
                      <a:ln w="38100">
                        <a:noFill/>
                        <a:miter/>
                      </a:ln>
                    </p:spPr>
                  </p:pic>
                </p:oleObj>
              </mc:Fallback>
            </mc:AlternateContent>
          </a:graphicData>
        </a:graphic>
      </p:graphicFrame>
      <p:graphicFrame>
        <p:nvGraphicFramePr>
          <p:cNvPr id="56" name="对象 -2147482521"/>
          <p:cNvGraphicFramePr>
            <a:graphicFrameLocks noChangeAspect="1"/>
          </p:cNvGraphicFramePr>
          <p:nvPr/>
        </p:nvGraphicFramePr>
        <p:xfrm>
          <a:off x="9677400" y="3922395"/>
          <a:ext cx="247015" cy="325755"/>
        </p:xfrm>
        <a:graphic>
          <a:graphicData uri="http://schemas.openxmlformats.org/presentationml/2006/ole">
            <mc:AlternateContent xmlns:mc="http://schemas.openxmlformats.org/markup-compatibility/2006">
              <mc:Choice xmlns:v="urn:schemas-microsoft-com:vml" Requires="v">
                <p:oleObj spid="_x0000_s57" name="" r:id="rId7" imgW="177800" imgH="228600" progId="Equation.DSMT4">
                  <p:embed/>
                </p:oleObj>
              </mc:Choice>
              <mc:Fallback>
                <p:oleObj name="" r:id="rId7" imgW="177800" imgH="228600" progId="Equation.DSMT4">
                  <p:embed/>
                  <p:pic>
                    <p:nvPicPr>
                      <p:cNvPr id="0" name="图片 29"/>
                      <p:cNvPicPr/>
                      <p:nvPr/>
                    </p:nvPicPr>
                    <p:blipFill>
                      <a:blip r:embed="rId8"/>
                      <a:stretch>
                        <a:fillRect/>
                      </a:stretch>
                    </p:blipFill>
                    <p:spPr>
                      <a:xfrm>
                        <a:off x="9677400" y="3922395"/>
                        <a:ext cx="247015" cy="325755"/>
                      </a:xfrm>
                      <a:prstGeom prst="rect">
                        <a:avLst/>
                      </a:prstGeom>
                      <a:noFill/>
                      <a:ln w="38100">
                        <a:noFill/>
                        <a:miter/>
                      </a:ln>
                    </p:spPr>
                  </p:pic>
                </p:oleObj>
              </mc:Fallback>
            </mc:AlternateContent>
          </a:graphicData>
        </a:graphic>
      </p:graphicFrame>
      <p:graphicFrame>
        <p:nvGraphicFramePr>
          <p:cNvPr id="58" name="对象 -2147482520"/>
          <p:cNvGraphicFramePr>
            <a:graphicFrameLocks noChangeAspect="1"/>
          </p:cNvGraphicFramePr>
          <p:nvPr/>
        </p:nvGraphicFramePr>
        <p:xfrm>
          <a:off x="4224020" y="4286885"/>
          <a:ext cx="1517650" cy="312420"/>
        </p:xfrm>
        <a:graphic>
          <a:graphicData uri="http://schemas.openxmlformats.org/presentationml/2006/ole">
            <mc:AlternateContent xmlns:mc="http://schemas.openxmlformats.org/markup-compatibility/2006">
              <mc:Choice xmlns:v="urn:schemas-microsoft-com:vml" Requires="v">
                <p:oleObj spid="_x0000_s59" name="" r:id="rId9" imgW="1320165" imgH="279400" progId="Equation.DSMT4">
                  <p:embed/>
                </p:oleObj>
              </mc:Choice>
              <mc:Fallback>
                <p:oleObj name="" r:id="rId9" imgW="1320165" imgH="279400" progId="Equation.DSMT4">
                  <p:embed/>
                  <p:pic>
                    <p:nvPicPr>
                      <p:cNvPr id="0" name="图片 30"/>
                      <p:cNvPicPr/>
                      <p:nvPr/>
                    </p:nvPicPr>
                    <p:blipFill>
                      <a:blip r:embed="rId10"/>
                      <a:stretch>
                        <a:fillRect/>
                      </a:stretch>
                    </p:blipFill>
                    <p:spPr>
                      <a:xfrm>
                        <a:off x="4224020" y="4286885"/>
                        <a:ext cx="1517650" cy="312420"/>
                      </a:xfrm>
                      <a:prstGeom prst="rect">
                        <a:avLst/>
                      </a:prstGeom>
                      <a:noFill/>
                      <a:ln w="38100">
                        <a:noFill/>
                        <a:miter/>
                      </a:ln>
                    </p:spPr>
                  </p:pic>
                </p:oleObj>
              </mc:Fallback>
            </mc:AlternateContent>
          </a:graphicData>
        </a:graphic>
      </p:graphicFrame>
      <p:graphicFrame>
        <p:nvGraphicFramePr>
          <p:cNvPr id="60" name="对象 -2147482519"/>
          <p:cNvGraphicFramePr>
            <a:graphicFrameLocks noChangeAspect="1"/>
          </p:cNvGraphicFramePr>
          <p:nvPr/>
        </p:nvGraphicFramePr>
        <p:xfrm>
          <a:off x="6969760" y="4286250"/>
          <a:ext cx="911860" cy="313055"/>
        </p:xfrm>
        <a:graphic>
          <a:graphicData uri="http://schemas.openxmlformats.org/presentationml/2006/ole">
            <mc:AlternateContent xmlns:mc="http://schemas.openxmlformats.org/markup-compatibility/2006">
              <mc:Choice xmlns:v="urn:schemas-microsoft-com:vml" Requires="v">
                <p:oleObj spid="_x0000_s61" name="" r:id="rId11" imgW="584200" imgH="203200" progId="Equation.DSMT4">
                  <p:embed/>
                </p:oleObj>
              </mc:Choice>
              <mc:Fallback>
                <p:oleObj name="" r:id="rId11" imgW="584200" imgH="203200" progId="Equation.DSMT4">
                  <p:embed/>
                  <p:pic>
                    <p:nvPicPr>
                      <p:cNvPr id="0" name="图片 31"/>
                      <p:cNvPicPr/>
                      <p:nvPr/>
                    </p:nvPicPr>
                    <p:blipFill>
                      <a:blip r:embed="rId12"/>
                      <a:stretch>
                        <a:fillRect/>
                      </a:stretch>
                    </p:blipFill>
                    <p:spPr>
                      <a:xfrm>
                        <a:off x="6969760" y="4286250"/>
                        <a:ext cx="911860" cy="313055"/>
                      </a:xfrm>
                      <a:prstGeom prst="rect">
                        <a:avLst/>
                      </a:prstGeom>
                      <a:noFill/>
                      <a:ln w="38100">
                        <a:noFill/>
                        <a:miter/>
                      </a:ln>
                    </p:spPr>
                  </p:pic>
                </p:oleObj>
              </mc:Fallback>
            </mc:AlternateContent>
          </a:graphicData>
        </a:graphic>
      </p:graphicFrame>
      <p:graphicFrame>
        <p:nvGraphicFramePr>
          <p:cNvPr id="62" name="对象 -2147482518"/>
          <p:cNvGraphicFramePr>
            <a:graphicFrameLocks noChangeAspect="1"/>
          </p:cNvGraphicFramePr>
          <p:nvPr/>
        </p:nvGraphicFramePr>
        <p:xfrm>
          <a:off x="8128635" y="4283075"/>
          <a:ext cx="480060" cy="289560"/>
        </p:xfrm>
        <a:graphic>
          <a:graphicData uri="http://schemas.openxmlformats.org/presentationml/2006/ole">
            <mc:AlternateContent xmlns:mc="http://schemas.openxmlformats.org/markup-compatibility/2006">
              <mc:Choice xmlns:v="urn:schemas-microsoft-com:vml" Requires="v">
                <p:oleObj spid="_x0000_s63" name="" r:id="rId13" imgW="317500" imgH="190500" progId="Equation.DSMT4">
                  <p:embed/>
                </p:oleObj>
              </mc:Choice>
              <mc:Fallback>
                <p:oleObj name="" r:id="rId13" imgW="317500" imgH="190500" progId="Equation.DSMT4">
                  <p:embed/>
                  <p:pic>
                    <p:nvPicPr>
                      <p:cNvPr id="0" name="图片 32"/>
                      <p:cNvPicPr/>
                      <p:nvPr/>
                    </p:nvPicPr>
                    <p:blipFill>
                      <a:blip r:embed="rId14"/>
                      <a:stretch>
                        <a:fillRect/>
                      </a:stretch>
                    </p:blipFill>
                    <p:spPr>
                      <a:xfrm>
                        <a:off x="8128635" y="4283075"/>
                        <a:ext cx="480060" cy="289560"/>
                      </a:xfrm>
                      <a:prstGeom prst="rect">
                        <a:avLst/>
                      </a:prstGeom>
                      <a:noFill/>
                      <a:ln w="38100">
                        <a:noFill/>
                        <a:miter/>
                      </a:ln>
                    </p:spPr>
                  </p:pic>
                </p:oleObj>
              </mc:Fallback>
            </mc:AlternateContent>
          </a:graphicData>
        </a:graphic>
      </p:graphicFrame>
      <p:graphicFrame>
        <p:nvGraphicFramePr>
          <p:cNvPr id="64" name="对象 -2147482335"/>
          <p:cNvGraphicFramePr>
            <a:graphicFrameLocks noChangeAspect="1"/>
          </p:cNvGraphicFramePr>
          <p:nvPr/>
        </p:nvGraphicFramePr>
        <p:xfrm>
          <a:off x="9677400" y="4286885"/>
          <a:ext cx="737235" cy="336550"/>
        </p:xfrm>
        <a:graphic>
          <a:graphicData uri="http://schemas.openxmlformats.org/presentationml/2006/ole">
            <mc:AlternateContent xmlns:mc="http://schemas.openxmlformats.org/markup-compatibility/2006">
              <mc:Choice xmlns:v="urn:schemas-microsoft-com:vml" Requires="v">
                <p:oleObj spid="_x0000_s65" name="" r:id="rId15" imgW="596900" imgH="279400" progId="Equation.DSMT4">
                  <p:embed/>
                </p:oleObj>
              </mc:Choice>
              <mc:Fallback>
                <p:oleObj name="" r:id="rId15" imgW="596900" imgH="279400" progId="Equation.DSMT4">
                  <p:embed/>
                  <p:pic>
                    <p:nvPicPr>
                      <p:cNvPr id="0" name="图片 33"/>
                      <p:cNvPicPr/>
                      <p:nvPr/>
                    </p:nvPicPr>
                    <p:blipFill>
                      <a:blip r:embed="rId16"/>
                      <a:stretch>
                        <a:fillRect/>
                      </a:stretch>
                    </p:blipFill>
                    <p:spPr>
                      <a:xfrm>
                        <a:off x="9677400" y="4286885"/>
                        <a:ext cx="737235" cy="336550"/>
                      </a:xfrm>
                      <a:prstGeom prst="rect">
                        <a:avLst/>
                      </a:prstGeom>
                      <a:noFill/>
                      <a:ln w="38100">
                        <a:noFill/>
                        <a:miter/>
                      </a:ln>
                    </p:spPr>
                  </p:pic>
                </p:oleObj>
              </mc:Fallback>
            </mc:AlternateContent>
          </a:graphicData>
        </a:graphic>
      </p:graphicFrame>
      <p:graphicFrame>
        <p:nvGraphicFramePr>
          <p:cNvPr id="66" name="对象 -2147482514"/>
          <p:cNvGraphicFramePr>
            <a:graphicFrameLocks noChangeAspect="1"/>
          </p:cNvGraphicFramePr>
          <p:nvPr/>
        </p:nvGraphicFramePr>
        <p:xfrm>
          <a:off x="6151245" y="4623435"/>
          <a:ext cx="992505" cy="340995"/>
        </p:xfrm>
        <a:graphic>
          <a:graphicData uri="http://schemas.openxmlformats.org/presentationml/2006/ole">
            <mc:AlternateContent xmlns:mc="http://schemas.openxmlformats.org/markup-compatibility/2006">
              <mc:Choice xmlns:v="urn:schemas-microsoft-com:vml" Requires="v">
                <p:oleObj spid="_x0000_s67" name="" r:id="rId17" imgW="596900" imgH="279400" progId="Equation.DSMT4">
                  <p:embed/>
                </p:oleObj>
              </mc:Choice>
              <mc:Fallback>
                <p:oleObj name="" r:id="rId17" imgW="596900" imgH="279400" progId="Equation.DSMT4">
                  <p:embed/>
                  <p:pic>
                    <p:nvPicPr>
                      <p:cNvPr id="0" name="图片 34"/>
                      <p:cNvPicPr/>
                      <p:nvPr/>
                    </p:nvPicPr>
                    <p:blipFill>
                      <a:blip r:embed="rId18"/>
                      <a:stretch>
                        <a:fillRect/>
                      </a:stretch>
                    </p:blipFill>
                    <p:spPr>
                      <a:xfrm>
                        <a:off x="6151245" y="4623435"/>
                        <a:ext cx="992505" cy="340995"/>
                      </a:xfrm>
                      <a:prstGeom prst="rect">
                        <a:avLst/>
                      </a:prstGeom>
                      <a:noFill/>
                      <a:ln w="38100">
                        <a:noFill/>
                        <a:miter/>
                      </a:ln>
                    </p:spPr>
                  </p:pic>
                </p:oleObj>
              </mc:Fallback>
            </mc:AlternateContent>
          </a:graphicData>
        </a:graphic>
      </p:graphicFrame>
      <p:graphicFrame>
        <p:nvGraphicFramePr>
          <p:cNvPr id="68" name="对象 -2147482513"/>
          <p:cNvGraphicFramePr>
            <a:graphicFrameLocks noChangeAspect="1"/>
          </p:cNvGraphicFramePr>
          <p:nvPr/>
        </p:nvGraphicFramePr>
        <p:xfrm>
          <a:off x="9267825" y="4623435"/>
          <a:ext cx="1242695" cy="340360"/>
        </p:xfrm>
        <a:graphic>
          <a:graphicData uri="http://schemas.openxmlformats.org/presentationml/2006/ole">
            <mc:AlternateContent xmlns:mc="http://schemas.openxmlformats.org/markup-compatibility/2006">
              <mc:Choice xmlns:v="urn:schemas-microsoft-com:vml" Requires="v">
                <p:oleObj spid="_x0000_s69" name="" r:id="rId19" imgW="989965" imgH="279400" progId="Equation.DSMT4">
                  <p:embed/>
                </p:oleObj>
              </mc:Choice>
              <mc:Fallback>
                <p:oleObj name="" r:id="rId19" imgW="989965" imgH="279400" progId="Equation.DSMT4">
                  <p:embed/>
                  <p:pic>
                    <p:nvPicPr>
                      <p:cNvPr id="0" name="图片 35"/>
                      <p:cNvPicPr/>
                      <p:nvPr/>
                    </p:nvPicPr>
                    <p:blipFill>
                      <a:blip r:embed="rId20"/>
                      <a:stretch>
                        <a:fillRect/>
                      </a:stretch>
                    </p:blipFill>
                    <p:spPr>
                      <a:xfrm>
                        <a:off x="9267825" y="4623435"/>
                        <a:ext cx="1242695" cy="340360"/>
                      </a:xfrm>
                      <a:prstGeom prst="rect">
                        <a:avLst/>
                      </a:prstGeom>
                      <a:noFill/>
                      <a:ln w="38100">
                        <a:noFill/>
                        <a:miter/>
                      </a:ln>
                    </p:spPr>
                  </p:pic>
                </p:oleObj>
              </mc:Fallback>
            </mc:AlternateContent>
          </a:graphicData>
        </a:graphic>
      </p:graphicFrame>
      <p:graphicFrame>
        <p:nvGraphicFramePr>
          <p:cNvPr id="70" name="对象 -2147482512"/>
          <p:cNvGraphicFramePr>
            <a:graphicFrameLocks noChangeAspect="1"/>
          </p:cNvGraphicFramePr>
          <p:nvPr/>
        </p:nvGraphicFramePr>
        <p:xfrm>
          <a:off x="2164715" y="5381625"/>
          <a:ext cx="2854960" cy="368935"/>
        </p:xfrm>
        <a:graphic>
          <a:graphicData uri="http://schemas.openxmlformats.org/presentationml/2006/ole">
            <mc:AlternateContent xmlns:mc="http://schemas.openxmlformats.org/markup-compatibility/2006">
              <mc:Choice xmlns:v="urn:schemas-microsoft-com:vml" Requires="v">
                <p:oleObj spid="_x0000_s71" name="" r:id="rId21" imgW="1968500" imgH="254000" progId="Equation.DSMT4">
                  <p:embed/>
                </p:oleObj>
              </mc:Choice>
              <mc:Fallback>
                <p:oleObj name="" r:id="rId21" imgW="1968500" imgH="254000" progId="Equation.DSMT4">
                  <p:embed/>
                  <p:pic>
                    <p:nvPicPr>
                      <p:cNvPr id="0" name="图片 36"/>
                      <p:cNvPicPr/>
                      <p:nvPr/>
                    </p:nvPicPr>
                    <p:blipFill>
                      <a:blip r:embed="rId22"/>
                      <a:stretch>
                        <a:fillRect/>
                      </a:stretch>
                    </p:blipFill>
                    <p:spPr>
                      <a:xfrm>
                        <a:off x="2164715" y="5381625"/>
                        <a:ext cx="2854960" cy="368935"/>
                      </a:xfrm>
                      <a:prstGeom prst="rect">
                        <a:avLst/>
                      </a:prstGeom>
                      <a:noFill/>
                      <a:ln w="38100">
                        <a:noFill/>
                        <a:miter/>
                      </a:ln>
                    </p:spPr>
                  </p:pic>
                </p:oleObj>
              </mc:Fallback>
            </mc:AlternateContent>
          </a:graphicData>
        </a:graphic>
      </p:graphicFrame>
      <p:graphicFrame>
        <p:nvGraphicFramePr>
          <p:cNvPr id="72" name="对象 -2147482511"/>
          <p:cNvGraphicFramePr>
            <a:graphicFrameLocks noChangeAspect="1"/>
          </p:cNvGraphicFramePr>
          <p:nvPr/>
        </p:nvGraphicFramePr>
        <p:xfrm>
          <a:off x="7797165" y="5381625"/>
          <a:ext cx="807085" cy="368300"/>
        </p:xfrm>
        <a:graphic>
          <a:graphicData uri="http://schemas.openxmlformats.org/presentationml/2006/ole">
            <mc:AlternateContent xmlns:mc="http://schemas.openxmlformats.org/markup-compatibility/2006">
              <mc:Choice xmlns:v="urn:schemas-microsoft-com:vml" Requires="v">
                <p:oleObj spid="_x0000_s73" name="" r:id="rId23" imgW="596900" imgH="279400" progId="Equation.DSMT4">
                  <p:embed/>
                </p:oleObj>
              </mc:Choice>
              <mc:Fallback>
                <p:oleObj name="" r:id="rId23" imgW="596900" imgH="279400" progId="Equation.DSMT4">
                  <p:embed/>
                  <p:pic>
                    <p:nvPicPr>
                      <p:cNvPr id="0" name="图片 37"/>
                      <p:cNvPicPr/>
                      <p:nvPr/>
                    </p:nvPicPr>
                    <p:blipFill>
                      <a:blip r:embed="rId24"/>
                      <a:stretch>
                        <a:fillRect/>
                      </a:stretch>
                    </p:blipFill>
                    <p:spPr>
                      <a:xfrm>
                        <a:off x="7797165" y="5381625"/>
                        <a:ext cx="807085" cy="368300"/>
                      </a:xfrm>
                      <a:prstGeom prst="rect">
                        <a:avLst/>
                      </a:prstGeom>
                      <a:noFill/>
                      <a:ln w="38100">
                        <a:noFill/>
                        <a:miter/>
                      </a:ln>
                    </p:spPr>
                  </p:pic>
                </p:oleObj>
              </mc:Fallback>
            </mc:AlternateContent>
          </a:graphicData>
        </a:graphic>
      </p:graphicFrame>
      <p:sp>
        <p:nvSpPr>
          <p:cNvPr id="74" name="文本框 73"/>
          <p:cNvSpPr txBox="1"/>
          <p:nvPr/>
        </p:nvSpPr>
        <p:spPr>
          <a:xfrm>
            <a:off x="2164715" y="952500"/>
            <a:ext cx="5763895" cy="953135"/>
          </a:xfrm>
          <a:prstGeom prst="rect">
            <a:avLst/>
          </a:prstGeom>
          <a:noFill/>
        </p:spPr>
        <p:txBody>
          <a:bodyPr wrap="square" rtlCol="0">
            <a:spAutoFit/>
          </a:bodyPr>
          <a:p>
            <a:r>
              <a:rPr lang="zh-CN" altLang="en-US" sz="2800" b="1">
                <a:solidFill>
                  <a:srgbClr val="C00000"/>
                </a:solidFill>
                <a:latin typeface="楷体" panose="02010609060101010101" charset="-122"/>
                <a:ea typeface="楷体" panose="02010609060101010101" charset="-122"/>
                <a:sym typeface="+mn-ea"/>
              </a:rPr>
              <a:t>朴素贝叶斯分类的工作过程如下</a:t>
            </a:r>
            <a:r>
              <a:rPr lang="zh-CN" altLang="en-US" sz="2800">
                <a:latin typeface="楷体" panose="02010609060101010101" charset="-122"/>
                <a:ea typeface="楷体" panose="02010609060101010101" charset="-122"/>
                <a:sym typeface="+mn-ea"/>
              </a:rPr>
              <a:t>：</a:t>
            </a:r>
            <a:endParaRPr lang="zh-CN" altLang="en-US" sz="2800">
              <a:latin typeface="楷体" panose="02010609060101010101" charset="-122"/>
              <a:ea typeface="楷体" panose="02010609060101010101" charset="-122"/>
            </a:endParaRPr>
          </a:p>
          <a:p>
            <a:endParaRPr lang="zh-CN" altLang="en-US" sz="2800">
              <a:latin typeface="楷体" panose="02010609060101010101" charset="-122"/>
              <a:ea typeface="楷体" panose="02010609060101010101"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979295" y="276225"/>
            <a:ext cx="9870440" cy="6180455"/>
          </a:xfrm>
        </p:spPr>
        <p:txBody>
          <a:bodyPr/>
          <a:p>
            <a:pPr marL="0" indent="0">
              <a:buNone/>
            </a:pPr>
            <a:r>
              <a:rPr lang="zh-CN" altLang="en-US" sz="2400">
                <a:latin typeface="楷体" panose="02010609060101010101" charset="-122"/>
                <a:ea typeface="楷体" panose="02010609060101010101" charset="-122"/>
              </a:rPr>
              <a:t>最大化          。其中可用频率    对    进行估计计算， 是给定类别  中训练样本的个数，</a:t>
            </a:r>
            <a:endParaRPr lang="zh-CN" altLang="en-US" sz="2400">
              <a:latin typeface="楷体" panose="02010609060101010101" charset="-122"/>
              <a:ea typeface="楷体" panose="02010609060101010101" charset="-122"/>
            </a:endParaRPr>
          </a:p>
          <a:p>
            <a:pPr marL="0" indent="0">
              <a:buNone/>
            </a:pPr>
            <a:r>
              <a:rPr lang="zh-CN" altLang="en-US" sz="2400">
                <a:latin typeface="楷体" panose="02010609060101010101" charset="-122"/>
                <a:ea typeface="楷体" panose="02010609060101010101" charset="-122"/>
              </a:rPr>
              <a:t>是训练样本（实例空间）的总数。</a:t>
            </a:r>
            <a:endParaRPr lang="zh-CN" altLang="en-US" sz="2400">
              <a:latin typeface="楷体" panose="02010609060101010101" charset="-122"/>
              <a:ea typeface="楷体" panose="02010609060101010101" charset="-122"/>
            </a:endParaRPr>
          </a:p>
          <a:p>
            <a:pPr marL="0" indent="0">
              <a:buNone/>
            </a:pPr>
            <a:r>
              <a:rPr lang="zh-CN" altLang="en-US" sz="2400">
                <a:latin typeface="楷体" panose="02010609060101010101" charset="-122"/>
                <a:ea typeface="楷体" panose="02010609060101010101" charset="-122"/>
              </a:rPr>
              <a:t>  （4）当实例空间中训练样本的属性较多时，计算      可能会比较费时，开销较大，此时可以做条件独立性的假定：在给定样本类别标号的条件下，假定属性值是相互条件独立的，属性之间不存在任何依赖关系。则下面等式成立：              。其中概率                    的计算可由样本空间中的训练样本进行估计。实际问题中根据样本属性   的离散连续性质，考虑下面两种情形：</a:t>
            </a:r>
            <a:endParaRPr lang="zh-CN" altLang="en-US" sz="2400">
              <a:latin typeface="楷体" panose="02010609060101010101" charset="-122"/>
              <a:ea typeface="楷体" panose="02010609060101010101" charset="-122"/>
            </a:endParaRPr>
          </a:p>
          <a:p>
            <a:pPr marL="0" indent="0">
              <a:buNone/>
            </a:pPr>
            <a:r>
              <a:rPr lang="zh-CN" altLang="en-US" sz="2400">
                <a:latin typeface="楷体" panose="02010609060101010101" charset="-122"/>
                <a:ea typeface="楷体" panose="02010609060101010101" charset="-122"/>
              </a:rPr>
              <a:t>  如果属性  是连续的，则一般假定它服从正态分布，从而来计算类条件概率。</a:t>
            </a:r>
            <a:endParaRPr lang="zh-CN" altLang="en-US" sz="2400">
              <a:latin typeface="楷体" panose="02010609060101010101" charset="-122"/>
              <a:ea typeface="楷体" panose="02010609060101010101" charset="-122"/>
            </a:endParaRPr>
          </a:p>
          <a:p>
            <a:pPr marL="0" indent="0">
              <a:buNone/>
            </a:pPr>
            <a:r>
              <a:rPr lang="zh-CN" altLang="en-US" sz="2400">
                <a:latin typeface="楷体" panose="02010609060101010101" charset="-122"/>
                <a:ea typeface="楷体" panose="02010609060101010101" charset="-122"/>
              </a:rPr>
              <a:t>  如果属性  是离散的，则           ，其中   是在实例空间中类别为  的样本中属性  上取值为  的训练样本个数，而  是属于类别  的训练样本个数。</a:t>
            </a:r>
            <a:endParaRPr lang="zh-CN" altLang="en-US" sz="2400">
              <a:latin typeface="楷体" panose="02010609060101010101" charset="-122"/>
              <a:ea typeface="楷体" panose="02010609060101010101" charset="-122"/>
            </a:endParaRPr>
          </a:p>
          <a:p>
            <a:pPr marL="0" indent="0">
              <a:buNone/>
            </a:pPr>
            <a:r>
              <a:rPr lang="zh-CN" altLang="en-US">
                <a:latin typeface="楷体" panose="02010609060101010101" charset="-122"/>
                <a:ea typeface="楷体" panose="02010609060101010101" charset="-122"/>
              </a:rPr>
              <a:t>  </a:t>
            </a:r>
            <a:endParaRPr lang="zh-CN" altLang="en-US">
              <a:latin typeface="楷体" panose="02010609060101010101" charset="-122"/>
              <a:ea typeface="楷体" panose="02010609060101010101" charset="-122"/>
            </a:endParaRPr>
          </a:p>
        </p:txBody>
      </p:sp>
      <p:graphicFrame>
        <p:nvGraphicFramePr>
          <p:cNvPr id="2" name="对象 -2147482510"/>
          <p:cNvGraphicFramePr>
            <a:graphicFrameLocks noChangeAspect="1"/>
          </p:cNvGraphicFramePr>
          <p:nvPr/>
        </p:nvGraphicFramePr>
        <p:xfrm>
          <a:off x="3005455" y="276225"/>
          <a:ext cx="1506855" cy="412750"/>
        </p:xfrm>
        <a:graphic>
          <a:graphicData uri="http://schemas.openxmlformats.org/presentationml/2006/ole">
            <mc:AlternateContent xmlns:mc="http://schemas.openxmlformats.org/markup-compatibility/2006">
              <mc:Choice xmlns:v="urn:schemas-microsoft-com:vml" Requires="v">
                <p:oleObj spid="_x0000_s3076" name="" r:id="rId1" imgW="989965" imgH="279400" progId="Equation.DSMT4">
                  <p:embed/>
                </p:oleObj>
              </mc:Choice>
              <mc:Fallback>
                <p:oleObj name="" r:id="rId1" imgW="989965" imgH="279400" progId="Equation.DSMT4">
                  <p:embed/>
                  <p:pic>
                    <p:nvPicPr>
                      <p:cNvPr id="0" name="图片 3075"/>
                      <p:cNvPicPr/>
                      <p:nvPr/>
                    </p:nvPicPr>
                    <p:blipFill>
                      <a:blip r:embed="rId2"/>
                      <a:stretch>
                        <a:fillRect/>
                      </a:stretch>
                    </p:blipFill>
                    <p:spPr>
                      <a:xfrm>
                        <a:off x="3005455" y="276225"/>
                        <a:ext cx="1506855" cy="412750"/>
                      </a:xfrm>
                      <a:prstGeom prst="rect">
                        <a:avLst/>
                      </a:prstGeom>
                      <a:noFill/>
                      <a:ln w="38100">
                        <a:noFill/>
                        <a:miter/>
                      </a:ln>
                    </p:spPr>
                  </p:pic>
                </p:oleObj>
              </mc:Fallback>
            </mc:AlternateContent>
          </a:graphicData>
        </a:graphic>
      </p:graphicFrame>
      <p:graphicFrame>
        <p:nvGraphicFramePr>
          <p:cNvPr id="4" name="对象 -2147482509"/>
          <p:cNvGraphicFramePr>
            <a:graphicFrameLocks noChangeAspect="1"/>
          </p:cNvGraphicFramePr>
          <p:nvPr/>
        </p:nvGraphicFramePr>
        <p:xfrm>
          <a:off x="6663690" y="296545"/>
          <a:ext cx="543560" cy="372110"/>
        </p:xfrm>
        <a:graphic>
          <a:graphicData uri="http://schemas.openxmlformats.org/presentationml/2006/ole">
            <mc:AlternateContent xmlns:mc="http://schemas.openxmlformats.org/markup-compatibility/2006">
              <mc:Choice xmlns:v="urn:schemas-microsoft-com:vml" Requires="v">
                <p:oleObj spid="_x0000_s5" name="" r:id="rId3" imgW="342900" imgH="228600" progId="Equation.DSMT4">
                  <p:embed/>
                </p:oleObj>
              </mc:Choice>
              <mc:Fallback>
                <p:oleObj name="" r:id="rId3" imgW="342900" imgH="228600" progId="Equation.DSMT4">
                  <p:embed/>
                  <p:pic>
                    <p:nvPicPr>
                      <p:cNvPr id="0" name="图片 3"/>
                      <p:cNvPicPr/>
                      <p:nvPr/>
                    </p:nvPicPr>
                    <p:blipFill>
                      <a:blip r:embed="rId4"/>
                      <a:stretch>
                        <a:fillRect/>
                      </a:stretch>
                    </p:blipFill>
                    <p:spPr>
                      <a:xfrm>
                        <a:off x="6663690" y="296545"/>
                        <a:ext cx="543560" cy="372110"/>
                      </a:xfrm>
                      <a:prstGeom prst="rect">
                        <a:avLst/>
                      </a:prstGeom>
                      <a:noFill/>
                      <a:ln w="38100">
                        <a:noFill/>
                        <a:miter/>
                      </a:ln>
                    </p:spPr>
                  </p:pic>
                </p:oleObj>
              </mc:Fallback>
            </mc:AlternateContent>
          </a:graphicData>
        </a:graphic>
      </p:graphicFrame>
      <p:graphicFrame>
        <p:nvGraphicFramePr>
          <p:cNvPr id="6" name="对象 -2147482508"/>
          <p:cNvGraphicFramePr>
            <a:graphicFrameLocks noChangeAspect="1"/>
          </p:cNvGraphicFramePr>
          <p:nvPr/>
        </p:nvGraphicFramePr>
        <p:xfrm>
          <a:off x="7580630" y="379730"/>
          <a:ext cx="616585" cy="371475"/>
        </p:xfrm>
        <a:graphic>
          <a:graphicData uri="http://schemas.openxmlformats.org/presentationml/2006/ole">
            <mc:AlternateContent xmlns:mc="http://schemas.openxmlformats.org/markup-compatibility/2006">
              <mc:Choice xmlns:v="urn:schemas-microsoft-com:vml" Requires="v">
                <p:oleObj spid="_x0000_s7" name="" r:id="rId5" imgW="419100" imgH="254000" progId="Equation.DSMT4">
                  <p:embed/>
                </p:oleObj>
              </mc:Choice>
              <mc:Fallback>
                <p:oleObj name="" r:id="rId5" imgW="419100" imgH="254000" progId="Equation.DSMT4">
                  <p:embed/>
                  <p:pic>
                    <p:nvPicPr>
                      <p:cNvPr id="0" name="图片 4"/>
                      <p:cNvPicPr/>
                      <p:nvPr/>
                    </p:nvPicPr>
                    <p:blipFill>
                      <a:blip r:embed="rId6"/>
                      <a:stretch>
                        <a:fillRect/>
                      </a:stretch>
                    </p:blipFill>
                    <p:spPr>
                      <a:xfrm>
                        <a:off x="7580630" y="379730"/>
                        <a:ext cx="616585" cy="371475"/>
                      </a:xfrm>
                      <a:prstGeom prst="rect">
                        <a:avLst/>
                      </a:prstGeom>
                      <a:noFill/>
                      <a:ln w="38100">
                        <a:noFill/>
                        <a:miter/>
                      </a:ln>
                    </p:spPr>
                  </p:pic>
                </p:oleObj>
              </mc:Fallback>
            </mc:AlternateContent>
          </a:graphicData>
        </a:graphic>
      </p:graphicFrame>
      <p:graphicFrame>
        <p:nvGraphicFramePr>
          <p:cNvPr id="8" name="对象 -2147482507"/>
          <p:cNvGraphicFramePr>
            <a:graphicFrameLocks noChangeAspect="1"/>
          </p:cNvGraphicFramePr>
          <p:nvPr/>
        </p:nvGraphicFramePr>
        <p:xfrm>
          <a:off x="10177145" y="365125"/>
          <a:ext cx="273685" cy="422275"/>
        </p:xfrm>
        <a:graphic>
          <a:graphicData uri="http://schemas.openxmlformats.org/presentationml/2006/ole">
            <mc:AlternateContent xmlns:mc="http://schemas.openxmlformats.org/markup-compatibility/2006">
              <mc:Choice xmlns:v="urn:schemas-microsoft-com:vml" Requires="v">
                <p:oleObj spid="_x0000_s9" name="" r:id="rId7" imgW="152400" imgH="228600" progId="Equation.DSMT4">
                  <p:embed/>
                </p:oleObj>
              </mc:Choice>
              <mc:Fallback>
                <p:oleObj name="" r:id="rId7" imgW="152400" imgH="228600" progId="Equation.DSMT4">
                  <p:embed/>
                  <p:pic>
                    <p:nvPicPr>
                      <p:cNvPr id="0" name="图片 5"/>
                      <p:cNvPicPr/>
                      <p:nvPr/>
                    </p:nvPicPr>
                    <p:blipFill>
                      <a:blip r:embed="rId8"/>
                      <a:stretch>
                        <a:fillRect/>
                      </a:stretch>
                    </p:blipFill>
                    <p:spPr>
                      <a:xfrm>
                        <a:off x="10177145" y="365125"/>
                        <a:ext cx="273685" cy="422275"/>
                      </a:xfrm>
                      <a:prstGeom prst="rect">
                        <a:avLst/>
                      </a:prstGeom>
                      <a:noFill/>
                      <a:ln w="38100">
                        <a:noFill/>
                        <a:miter/>
                      </a:ln>
                    </p:spPr>
                  </p:pic>
                </p:oleObj>
              </mc:Fallback>
            </mc:AlternateContent>
          </a:graphicData>
        </a:graphic>
      </p:graphicFrame>
      <p:graphicFrame>
        <p:nvGraphicFramePr>
          <p:cNvPr id="10" name="对象 -2147482506"/>
          <p:cNvGraphicFramePr>
            <a:graphicFrameLocks noChangeAspect="1"/>
          </p:cNvGraphicFramePr>
          <p:nvPr/>
        </p:nvGraphicFramePr>
        <p:xfrm>
          <a:off x="2373630" y="699770"/>
          <a:ext cx="289560" cy="382270"/>
        </p:xfrm>
        <a:graphic>
          <a:graphicData uri="http://schemas.openxmlformats.org/presentationml/2006/ole">
            <mc:AlternateContent xmlns:mc="http://schemas.openxmlformats.org/markup-compatibility/2006">
              <mc:Choice xmlns:v="urn:schemas-microsoft-com:vml" Requires="v">
                <p:oleObj spid="_x0000_s11" name="" r:id="rId9" imgW="177800" imgH="228600" progId="Equation.DSMT4">
                  <p:embed/>
                </p:oleObj>
              </mc:Choice>
              <mc:Fallback>
                <p:oleObj name="" r:id="rId9" imgW="177800" imgH="228600" progId="Equation.DSMT4">
                  <p:embed/>
                  <p:pic>
                    <p:nvPicPr>
                      <p:cNvPr id="0" name="图片 6"/>
                      <p:cNvPicPr/>
                      <p:nvPr/>
                    </p:nvPicPr>
                    <p:blipFill>
                      <a:blip r:embed="rId10"/>
                      <a:stretch>
                        <a:fillRect/>
                      </a:stretch>
                    </p:blipFill>
                    <p:spPr>
                      <a:xfrm>
                        <a:off x="2373630" y="699770"/>
                        <a:ext cx="289560" cy="382270"/>
                      </a:xfrm>
                      <a:prstGeom prst="rect">
                        <a:avLst/>
                      </a:prstGeom>
                      <a:noFill/>
                      <a:ln w="38100">
                        <a:noFill/>
                        <a:miter/>
                      </a:ln>
                    </p:spPr>
                  </p:pic>
                </p:oleObj>
              </mc:Fallback>
            </mc:AlternateContent>
          </a:graphicData>
        </a:graphic>
      </p:graphicFrame>
      <p:graphicFrame>
        <p:nvGraphicFramePr>
          <p:cNvPr id="12" name="对象 -2147482505"/>
          <p:cNvGraphicFramePr>
            <a:graphicFrameLocks noChangeAspect="1"/>
          </p:cNvGraphicFramePr>
          <p:nvPr/>
        </p:nvGraphicFramePr>
        <p:xfrm>
          <a:off x="5475605" y="732790"/>
          <a:ext cx="254000" cy="316865"/>
        </p:xfrm>
        <a:graphic>
          <a:graphicData uri="http://schemas.openxmlformats.org/presentationml/2006/ole">
            <mc:AlternateContent xmlns:mc="http://schemas.openxmlformats.org/markup-compatibility/2006">
              <mc:Choice xmlns:v="urn:schemas-microsoft-com:vml" Requires="v">
                <p:oleObj spid="_x0000_s13" name="" r:id="rId11" imgW="139700" imgH="177800" progId="Equation.DSMT4">
                  <p:embed/>
                </p:oleObj>
              </mc:Choice>
              <mc:Fallback>
                <p:oleObj name="" r:id="rId11" imgW="139700" imgH="177800" progId="Equation.DSMT4">
                  <p:embed/>
                  <p:pic>
                    <p:nvPicPr>
                      <p:cNvPr id="0" name="图片 7"/>
                      <p:cNvPicPr/>
                      <p:nvPr/>
                    </p:nvPicPr>
                    <p:blipFill>
                      <a:blip r:embed="rId12"/>
                      <a:stretch>
                        <a:fillRect/>
                      </a:stretch>
                    </p:blipFill>
                    <p:spPr>
                      <a:xfrm>
                        <a:off x="5475605" y="732790"/>
                        <a:ext cx="254000" cy="316865"/>
                      </a:xfrm>
                      <a:prstGeom prst="rect">
                        <a:avLst/>
                      </a:prstGeom>
                      <a:noFill/>
                      <a:ln w="38100">
                        <a:noFill/>
                        <a:miter/>
                      </a:ln>
                    </p:spPr>
                  </p:pic>
                </p:oleObj>
              </mc:Fallback>
            </mc:AlternateContent>
          </a:graphicData>
        </a:graphic>
      </p:graphicFrame>
      <p:graphicFrame>
        <p:nvGraphicFramePr>
          <p:cNvPr id="14" name="对象 -2147482504"/>
          <p:cNvGraphicFramePr>
            <a:graphicFrameLocks noChangeAspect="1"/>
          </p:cNvGraphicFramePr>
          <p:nvPr/>
        </p:nvGraphicFramePr>
        <p:xfrm>
          <a:off x="8902065" y="1661160"/>
          <a:ext cx="936625" cy="427355"/>
        </p:xfrm>
        <a:graphic>
          <a:graphicData uri="http://schemas.openxmlformats.org/presentationml/2006/ole">
            <mc:AlternateContent xmlns:mc="http://schemas.openxmlformats.org/markup-compatibility/2006">
              <mc:Choice xmlns:v="urn:schemas-microsoft-com:vml" Requires="v">
                <p:oleObj spid="_x0000_s15" name="" r:id="rId13" imgW="596900" imgH="279400" progId="Equation.DSMT4">
                  <p:embed/>
                </p:oleObj>
              </mc:Choice>
              <mc:Fallback>
                <p:oleObj name="" r:id="rId13" imgW="596900" imgH="279400" progId="Equation.DSMT4">
                  <p:embed/>
                  <p:pic>
                    <p:nvPicPr>
                      <p:cNvPr id="0" name="图片 8"/>
                      <p:cNvPicPr/>
                      <p:nvPr/>
                    </p:nvPicPr>
                    <p:blipFill>
                      <a:blip r:embed="rId14"/>
                      <a:stretch>
                        <a:fillRect/>
                      </a:stretch>
                    </p:blipFill>
                    <p:spPr>
                      <a:xfrm>
                        <a:off x="8902065" y="1661160"/>
                        <a:ext cx="936625" cy="427355"/>
                      </a:xfrm>
                      <a:prstGeom prst="rect">
                        <a:avLst/>
                      </a:prstGeom>
                      <a:noFill/>
                      <a:ln w="38100">
                        <a:noFill/>
                        <a:miter/>
                      </a:ln>
                    </p:spPr>
                  </p:pic>
                </p:oleObj>
              </mc:Fallback>
            </mc:AlternateContent>
          </a:graphicData>
        </a:graphic>
      </p:graphicFrame>
      <p:graphicFrame>
        <p:nvGraphicFramePr>
          <p:cNvPr id="16" name="对象 -2147482503"/>
          <p:cNvGraphicFramePr>
            <a:graphicFrameLocks noChangeAspect="1"/>
          </p:cNvGraphicFramePr>
          <p:nvPr/>
        </p:nvGraphicFramePr>
        <p:xfrm>
          <a:off x="4511675" y="2656205"/>
          <a:ext cx="1965960" cy="557530"/>
        </p:xfrm>
        <a:graphic>
          <a:graphicData uri="http://schemas.openxmlformats.org/presentationml/2006/ole">
            <mc:AlternateContent xmlns:mc="http://schemas.openxmlformats.org/markup-compatibility/2006">
              <mc:Choice xmlns:v="urn:schemas-microsoft-com:vml" Requires="v">
                <p:oleObj spid="_x0000_s17" name="" r:id="rId15" imgW="1511300" imgH="431800" progId="Equation.DSMT4">
                  <p:embed/>
                </p:oleObj>
              </mc:Choice>
              <mc:Fallback>
                <p:oleObj name="" r:id="rId15" imgW="1511300" imgH="431800" progId="Equation.DSMT4">
                  <p:embed/>
                  <p:pic>
                    <p:nvPicPr>
                      <p:cNvPr id="0" name="图片 9"/>
                      <p:cNvPicPr/>
                      <p:nvPr/>
                    </p:nvPicPr>
                    <p:blipFill>
                      <a:blip r:embed="rId16"/>
                      <a:stretch>
                        <a:fillRect/>
                      </a:stretch>
                    </p:blipFill>
                    <p:spPr>
                      <a:xfrm>
                        <a:off x="4511675" y="2656205"/>
                        <a:ext cx="1965960" cy="557530"/>
                      </a:xfrm>
                      <a:prstGeom prst="rect">
                        <a:avLst/>
                      </a:prstGeom>
                      <a:noFill/>
                      <a:ln w="38100">
                        <a:noFill/>
                        <a:miter/>
                      </a:ln>
                    </p:spPr>
                  </p:pic>
                </p:oleObj>
              </mc:Fallback>
            </mc:AlternateContent>
          </a:graphicData>
        </a:graphic>
      </p:graphicFrame>
      <p:graphicFrame>
        <p:nvGraphicFramePr>
          <p:cNvPr id="18" name="对象 -2147482502"/>
          <p:cNvGraphicFramePr>
            <a:graphicFrameLocks noChangeAspect="1"/>
          </p:cNvGraphicFramePr>
          <p:nvPr/>
        </p:nvGraphicFramePr>
        <p:xfrm>
          <a:off x="8430260" y="2785745"/>
          <a:ext cx="2313940" cy="292735"/>
        </p:xfrm>
        <a:graphic>
          <a:graphicData uri="http://schemas.openxmlformats.org/presentationml/2006/ole">
            <mc:AlternateContent xmlns:mc="http://schemas.openxmlformats.org/markup-compatibility/2006">
              <mc:Choice xmlns:v="urn:schemas-microsoft-com:vml" Requires="v">
                <p:oleObj spid="_x0000_s19" name="" r:id="rId17" imgW="2159000" imgH="279400" progId="Equation.DSMT4">
                  <p:embed/>
                </p:oleObj>
              </mc:Choice>
              <mc:Fallback>
                <p:oleObj name="" r:id="rId17" imgW="2159000" imgH="279400" progId="Equation.DSMT4">
                  <p:embed/>
                  <p:pic>
                    <p:nvPicPr>
                      <p:cNvPr id="0" name="图片 10"/>
                      <p:cNvPicPr/>
                      <p:nvPr/>
                    </p:nvPicPr>
                    <p:blipFill>
                      <a:blip r:embed="rId18"/>
                      <a:stretch>
                        <a:fillRect/>
                      </a:stretch>
                    </p:blipFill>
                    <p:spPr>
                      <a:xfrm>
                        <a:off x="8430260" y="2785745"/>
                        <a:ext cx="2313940" cy="292735"/>
                      </a:xfrm>
                      <a:prstGeom prst="rect">
                        <a:avLst/>
                      </a:prstGeom>
                      <a:noFill/>
                      <a:ln w="38100">
                        <a:noFill/>
                        <a:miter/>
                      </a:ln>
                    </p:spPr>
                  </p:pic>
                </p:oleObj>
              </mc:Fallback>
            </mc:AlternateContent>
          </a:graphicData>
        </a:graphic>
      </p:graphicFrame>
      <p:graphicFrame>
        <p:nvGraphicFramePr>
          <p:cNvPr id="20" name="对象 -2147482501"/>
          <p:cNvGraphicFramePr>
            <a:graphicFrameLocks noChangeAspect="1"/>
          </p:cNvGraphicFramePr>
          <p:nvPr/>
        </p:nvGraphicFramePr>
        <p:xfrm>
          <a:off x="11256010" y="3194050"/>
          <a:ext cx="277495" cy="341630"/>
        </p:xfrm>
        <a:graphic>
          <a:graphicData uri="http://schemas.openxmlformats.org/presentationml/2006/ole">
            <mc:AlternateContent xmlns:mc="http://schemas.openxmlformats.org/markup-compatibility/2006">
              <mc:Choice xmlns:v="urn:schemas-microsoft-com:vml" Requires="v">
                <p:oleObj spid="_x0000_s21" name="" r:id="rId19" imgW="190500" imgH="228600" progId="Equation.DSMT4">
                  <p:embed/>
                </p:oleObj>
              </mc:Choice>
              <mc:Fallback>
                <p:oleObj name="" r:id="rId19" imgW="190500" imgH="228600" progId="Equation.DSMT4">
                  <p:embed/>
                  <p:pic>
                    <p:nvPicPr>
                      <p:cNvPr id="0" name="图片 11"/>
                      <p:cNvPicPr/>
                      <p:nvPr/>
                    </p:nvPicPr>
                    <p:blipFill>
                      <a:blip r:embed="rId20"/>
                      <a:stretch>
                        <a:fillRect/>
                      </a:stretch>
                    </p:blipFill>
                    <p:spPr>
                      <a:xfrm>
                        <a:off x="11256010" y="3194050"/>
                        <a:ext cx="277495" cy="341630"/>
                      </a:xfrm>
                      <a:prstGeom prst="rect">
                        <a:avLst/>
                      </a:prstGeom>
                      <a:noFill/>
                      <a:ln w="38100">
                        <a:noFill/>
                        <a:miter/>
                      </a:ln>
                    </p:spPr>
                  </p:pic>
                </p:oleObj>
              </mc:Fallback>
            </mc:AlternateContent>
          </a:graphicData>
        </a:graphic>
      </p:graphicFrame>
      <p:graphicFrame>
        <p:nvGraphicFramePr>
          <p:cNvPr id="22" name="对象 -2147482500"/>
          <p:cNvGraphicFramePr>
            <a:graphicFrameLocks noChangeAspect="1"/>
          </p:cNvGraphicFramePr>
          <p:nvPr/>
        </p:nvGraphicFramePr>
        <p:xfrm>
          <a:off x="3663315" y="4009390"/>
          <a:ext cx="295275" cy="363220"/>
        </p:xfrm>
        <a:graphic>
          <a:graphicData uri="http://schemas.openxmlformats.org/presentationml/2006/ole">
            <mc:AlternateContent xmlns:mc="http://schemas.openxmlformats.org/markup-compatibility/2006">
              <mc:Choice xmlns:v="urn:schemas-microsoft-com:vml" Requires="v">
                <p:oleObj spid="_x0000_s23" name="" r:id="rId21" imgW="190500" imgH="228600" progId="Equation.DSMT4">
                  <p:embed/>
                </p:oleObj>
              </mc:Choice>
              <mc:Fallback>
                <p:oleObj name="" r:id="rId21" imgW="190500" imgH="228600" progId="Equation.DSMT4">
                  <p:embed/>
                  <p:pic>
                    <p:nvPicPr>
                      <p:cNvPr id="0" name="图片 12"/>
                      <p:cNvPicPr/>
                      <p:nvPr/>
                    </p:nvPicPr>
                    <p:blipFill>
                      <a:blip r:embed="rId20"/>
                      <a:stretch>
                        <a:fillRect/>
                      </a:stretch>
                    </p:blipFill>
                    <p:spPr>
                      <a:xfrm>
                        <a:off x="3663315" y="4009390"/>
                        <a:ext cx="295275" cy="363220"/>
                      </a:xfrm>
                      <a:prstGeom prst="rect">
                        <a:avLst/>
                      </a:prstGeom>
                      <a:noFill/>
                      <a:ln w="38100">
                        <a:noFill/>
                        <a:miter/>
                      </a:ln>
                    </p:spPr>
                  </p:pic>
                </p:oleObj>
              </mc:Fallback>
            </mc:AlternateContent>
          </a:graphicData>
        </a:graphic>
      </p:graphicFrame>
      <p:graphicFrame>
        <p:nvGraphicFramePr>
          <p:cNvPr id="24" name="对象 23"/>
          <p:cNvGraphicFramePr>
            <a:graphicFrameLocks noChangeAspect="1"/>
          </p:cNvGraphicFramePr>
          <p:nvPr/>
        </p:nvGraphicFramePr>
        <p:xfrm>
          <a:off x="3663315" y="4846955"/>
          <a:ext cx="295275" cy="363220"/>
        </p:xfrm>
        <a:graphic>
          <a:graphicData uri="http://schemas.openxmlformats.org/presentationml/2006/ole">
            <mc:AlternateContent xmlns:mc="http://schemas.openxmlformats.org/markup-compatibility/2006">
              <mc:Choice xmlns:v="urn:schemas-microsoft-com:vml" Requires="v">
                <p:oleObj spid="_x0000_s25" name="" r:id="rId22" imgW="190500" imgH="228600" progId="Equation.DSMT4">
                  <p:embed/>
                </p:oleObj>
              </mc:Choice>
              <mc:Fallback>
                <p:oleObj name="" r:id="rId22" imgW="190500" imgH="228600" progId="Equation.DSMT4">
                  <p:embed/>
                  <p:pic>
                    <p:nvPicPr>
                      <p:cNvPr id="0" name="图片 14"/>
                      <p:cNvPicPr/>
                      <p:nvPr/>
                    </p:nvPicPr>
                    <p:blipFill>
                      <a:blip r:embed="rId20"/>
                      <a:stretch>
                        <a:fillRect/>
                      </a:stretch>
                    </p:blipFill>
                    <p:spPr>
                      <a:xfrm>
                        <a:off x="3663315" y="4846955"/>
                        <a:ext cx="295275" cy="363220"/>
                      </a:xfrm>
                      <a:prstGeom prst="rect">
                        <a:avLst/>
                      </a:prstGeom>
                      <a:noFill/>
                      <a:ln w="38100">
                        <a:noFill/>
                        <a:miter/>
                      </a:ln>
                    </p:spPr>
                  </p:pic>
                </p:oleObj>
              </mc:Fallback>
            </mc:AlternateContent>
          </a:graphicData>
        </a:graphic>
      </p:graphicFrame>
      <p:graphicFrame>
        <p:nvGraphicFramePr>
          <p:cNvPr id="26" name="对象 -2147482498"/>
          <p:cNvGraphicFramePr>
            <a:graphicFrameLocks noChangeAspect="1"/>
          </p:cNvGraphicFramePr>
          <p:nvPr/>
        </p:nvGraphicFramePr>
        <p:xfrm>
          <a:off x="5729605" y="4814570"/>
          <a:ext cx="1644650" cy="395605"/>
        </p:xfrm>
        <a:graphic>
          <a:graphicData uri="http://schemas.openxmlformats.org/presentationml/2006/ole">
            <mc:AlternateContent xmlns:mc="http://schemas.openxmlformats.org/markup-compatibility/2006">
              <mc:Choice xmlns:v="urn:schemas-microsoft-com:vml" Requires="v">
                <p:oleObj spid="_x0000_s27" name="" r:id="rId23" imgW="1130300" imgH="279400" progId="Equation.DSMT4">
                  <p:embed/>
                </p:oleObj>
              </mc:Choice>
              <mc:Fallback>
                <p:oleObj name="" r:id="rId23" imgW="1130300" imgH="279400" progId="Equation.DSMT4">
                  <p:embed/>
                  <p:pic>
                    <p:nvPicPr>
                      <p:cNvPr id="0" name="图片 15"/>
                      <p:cNvPicPr/>
                      <p:nvPr/>
                    </p:nvPicPr>
                    <p:blipFill>
                      <a:blip r:embed="rId24"/>
                      <a:stretch>
                        <a:fillRect/>
                      </a:stretch>
                    </p:blipFill>
                    <p:spPr>
                      <a:xfrm>
                        <a:off x="5729605" y="4814570"/>
                        <a:ext cx="1644650" cy="395605"/>
                      </a:xfrm>
                      <a:prstGeom prst="rect">
                        <a:avLst/>
                      </a:prstGeom>
                      <a:noFill/>
                      <a:ln w="38100">
                        <a:noFill/>
                        <a:miter/>
                      </a:ln>
                    </p:spPr>
                  </p:pic>
                </p:oleObj>
              </mc:Fallback>
            </mc:AlternateContent>
          </a:graphicData>
        </a:graphic>
      </p:graphicFrame>
      <p:graphicFrame>
        <p:nvGraphicFramePr>
          <p:cNvPr id="28" name="对象 -2147482497"/>
          <p:cNvGraphicFramePr>
            <a:graphicFrameLocks noChangeAspect="1"/>
          </p:cNvGraphicFramePr>
          <p:nvPr/>
        </p:nvGraphicFramePr>
        <p:xfrm>
          <a:off x="8430260" y="4814570"/>
          <a:ext cx="304165" cy="357505"/>
        </p:xfrm>
        <a:graphic>
          <a:graphicData uri="http://schemas.openxmlformats.org/presentationml/2006/ole">
            <mc:AlternateContent xmlns:mc="http://schemas.openxmlformats.org/markup-compatibility/2006">
              <mc:Choice xmlns:v="urn:schemas-microsoft-com:vml" Requires="v">
                <p:oleObj spid="_x0000_s29" name="" r:id="rId25" imgW="203200" imgH="228600" progId="Equation.DSMT4">
                  <p:embed/>
                </p:oleObj>
              </mc:Choice>
              <mc:Fallback>
                <p:oleObj name="" r:id="rId25" imgW="203200" imgH="228600" progId="Equation.DSMT4">
                  <p:embed/>
                  <p:pic>
                    <p:nvPicPr>
                      <p:cNvPr id="0" name="图片 16"/>
                      <p:cNvPicPr/>
                      <p:nvPr/>
                    </p:nvPicPr>
                    <p:blipFill>
                      <a:blip r:embed="rId26"/>
                      <a:stretch>
                        <a:fillRect/>
                      </a:stretch>
                    </p:blipFill>
                    <p:spPr>
                      <a:xfrm>
                        <a:off x="8430260" y="4814570"/>
                        <a:ext cx="304165" cy="357505"/>
                      </a:xfrm>
                      <a:prstGeom prst="rect">
                        <a:avLst/>
                      </a:prstGeom>
                      <a:noFill/>
                      <a:ln w="38100">
                        <a:noFill/>
                        <a:miter/>
                      </a:ln>
                    </p:spPr>
                  </p:pic>
                </p:oleObj>
              </mc:Fallback>
            </mc:AlternateContent>
          </a:graphicData>
        </a:graphic>
      </p:graphicFrame>
      <p:graphicFrame>
        <p:nvGraphicFramePr>
          <p:cNvPr id="30" name="对象 -2147482496"/>
          <p:cNvGraphicFramePr>
            <a:graphicFrameLocks noChangeAspect="1"/>
          </p:cNvGraphicFramePr>
          <p:nvPr/>
        </p:nvGraphicFramePr>
        <p:xfrm>
          <a:off x="9167495" y="3047683"/>
          <a:ext cx="177800" cy="234315"/>
        </p:xfrm>
        <a:graphic>
          <a:graphicData uri="http://schemas.openxmlformats.org/presentationml/2006/ole">
            <mc:AlternateContent xmlns:mc="http://schemas.openxmlformats.org/markup-compatibility/2006">
              <mc:Choice xmlns:v="urn:schemas-microsoft-com:vml" Requires="v">
                <p:oleObj spid="_x0000_s31" name="" r:id="rId27" imgW="177800" imgH="228600" progId="Equation.DSMT4">
                  <p:embed/>
                </p:oleObj>
              </mc:Choice>
              <mc:Fallback>
                <p:oleObj name="" r:id="rId27" imgW="177800" imgH="228600" progId="Equation.DSMT4">
                  <p:embed/>
                  <p:pic>
                    <p:nvPicPr>
                      <p:cNvPr id="0" name="图片 17"/>
                      <p:cNvPicPr/>
                      <p:nvPr/>
                    </p:nvPicPr>
                    <p:blipFill>
                      <a:blip r:embed="rId28"/>
                      <a:stretch>
                        <a:fillRect/>
                      </a:stretch>
                    </p:blipFill>
                    <p:spPr>
                      <a:xfrm>
                        <a:off x="9167495" y="3047683"/>
                        <a:ext cx="177800" cy="234315"/>
                      </a:xfrm>
                      <a:prstGeom prst="rect">
                        <a:avLst/>
                      </a:prstGeom>
                      <a:noFill/>
                      <a:ln w="38100">
                        <a:noFill/>
                        <a:miter/>
                      </a:ln>
                    </p:spPr>
                  </p:pic>
                </p:oleObj>
              </mc:Fallback>
            </mc:AlternateContent>
          </a:graphicData>
        </a:graphic>
      </p:graphicFrame>
      <p:graphicFrame>
        <p:nvGraphicFramePr>
          <p:cNvPr id="32" name="对象 -2147482495"/>
          <p:cNvGraphicFramePr>
            <a:graphicFrameLocks noChangeAspect="1"/>
          </p:cNvGraphicFramePr>
          <p:nvPr/>
        </p:nvGraphicFramePr>
        <p:xfrm>
          <a:off x="4580890" y="5315585"/>
          <a:ext cx="288925" cy="355600"/>
        </p:xfrm>
        <a:graphic>
          <a:graphicData uri="http://schemas.openxmlformats.org/presentationml/2006/ole">
            <mc:AlternateContent xmlns:mc="http://schemas.openxmlformats.org/markup-compatibility/2006">
              <mc:Choice xmlns:v="urn:schemas-microsoft-com:vml" Requires="v">
                <p:oleObj spid="_x0000_s33" name="" r:id="rId29" imgW="190500" imgH="228600" progId="Equation.DSMT4">
                  <p:embed/>
                </p:oleObj>
              </mc:Choice>
              <mc:Fallback>
                <p:oleObj name="" r:id="rId29" imgW="190500" imgH="228600" progId="Equation.DSMT4">
                  <p:embed/>
                  <p:pic>
                    <p:nvPicPr>
                      <p:cNvPr id="0" name="图片 18"/>
                      <p:cNvPicPr/>
                      <p:nvPr/>
                    </p:nvPicPr>
                    <p:blipFill>
                      <a:blip r:embed="rId30"/>
                      <a:stretch>
                        <a:fillRect/>
                      </a:stretch>
                    </p:blipFill>
                    <p:spPr>
                      <a:xfrm>
                        <a:off x="4580890" y="5315585"/>
                        <a:ext cx="288925" cy="355600"/>
                      </a:xfrm>
                      <a:prstGeom prst="rect">
                        <a:avLst/>
                      </a:prstGeom>
                      <a:noFill/>
                      <a:ln w="38100">
                        <a:noFill/>
                        <a:miter/>
                      </a:ln>
                    </p:spPr>
                  </p:pic>
                </p:oleObj>
              </mc:Fallback>
            </mc:AlternateContent>
          </a:graphicData>
        </a:graphic>
      </p:graphicFrame>
      <p:graphicFrame>
        <p:nvGraphicFramePr>
          <p:cNvPr id="34" name="对象 -2147482494"/>
          <p:cNvGraphicFramePr>
            <a:graphicFrameLocks noChangeAspect="1"/>
          </p:cNvGraphicFramePr>
          <p:nvPr/>
        </p:nvGraphicFramePr>
        <p:xfrm>
          <a:off x="9167495" y="5245735"/>
          <a:ext cx="207010" cy="311150"/>
        </p:xfrm>
        <a:graphic>
          <a:graphicData uri="http://schemas.openxmlformats.org/presentationml/2006/ole">
            <mc:AlternateContent xmlns:mc="http://schemas.openxmlformats.org/markup-compatibility/2006">
              <mc:Choice xmlns:v="urn:schemas-microsoft-com:vml" Requires="v">
                <p:oleObj spid="_x0000_s35" name="" r:id="rId31" imgW="165100" imgH="228600" progId="Equation.DSMT4">
                  <p:embed/>
                </p:oleObj>
              </mc:Choice>
              <mc:Fallback>
                <p:oleObj name="" r:id="rId31" imgW="165100" imgH="228600" progId="Equation.DSMT4">
                  <p:embed/>
                  <p:pic>
                    <p:nvPicPr>
                      <p:cNvPr id="0" name="图片 19"/>
                      <p:cNvPicPr/>
                      <p:nvPr/>
                    </p:nvPicPr>
                    <p:blipFill>
                      <a:blip r:embed="rId32"/>
                      <a:stretch>
                        <a:fillRect/>
                      </a:stretch>
                    </p:blipFill>
                    <p:spPr>
                      <a:xfrm>
                        <a:off x="9167495" y="5245735"/>
                        <a:ext cx="207010" cy="311150"/>
                      </a:xfrm>
                      <a:prstGeom prst="rect">
                        <a:avLst/>
                      </a:prstGeom>
                      <a:noFill/>
                      <a:ln w="38100">
                        <a:noFill/>
                        <a:miter/>
                      </a:ln>
                    </p:spPr>
                  </p:pic>
                </p:oleObj>
              </mc:Fallback>
            </mc:AlternateContent>
          </a:graphicData>
        </a:graphic>
      </p:graphicFrame>
      <p:graphicFrame>
        <p:nvGraphicFramePr>
          <p:cNvPr id="36" name="对象 35"/>
          <p:cNvGraphicFramePr>
            <a:graphicFrameLocks noChangeAspect="1"/>
          </p:cNvGraphicFramePr>
          <p:nvPr/>
        </p:nvGraphicFramePr>
        <p:xfrm>
          <a:off x="6028690" y="5245735"/>
          <a:ext cx="288290" cy="432435"/>
        </p:xfrm>
        <a:graphic>
          <a:graphicData uri="http://schemas.openxmlformats.org/presentationml/2006/ole">
            <mc:AlternateContent xmlns:mc="http://schemas.openxmlformats.org/markup-compatibility/2006">
              <mc:Choice xmlns:v="urn:schemas-microsoft-com:vml" Requires="v">
                <p:oleObj spid="_x0000_s37" name="" r:id="rId33" imgW="165100" imgH="228600" progId="Equation.DSMT4">
                  <p:embed/>
                </p:oleObj>
              </mc:Choice>
              <mc:Fallback>
                <p:oleObj name="" r:id="rId33" imgW="165100" imgH="228600" progId="Equation.DSMT4">
                  <p:embed/>
                  <p:pic>
                    <p:nvPicPr>
                      <p:cNvPr id="0" name="图片 21"/>
                      <p:cNvPicPr/>
                      <p:nvPr/>
                    </p:nvPicPr>
                    <p:blipFill>
                      <a:blip r:embed="rId32"/>
                      <a:stretch>
                        <a:fillRect/>
                      </a:stretch>
                    </p:blipFill>
                    <p:spPr>
                      <a:xfrm>
                        <a:off x="6028690" y="5245735"/>
                        <a:ext cx="288290" cy="432435"/>
                      </a:xfrm>
                      <a:prstGeom prst="rect">
                        <a:avLst/>
                      </a:prstGeom>
                      <a:noFill/>
                      <a:ln w="38100">
                        <a:noFill/>
                        <a:miter/>
                      </a:ln>
                    </p:spPr>
                  </p:pic>
                </p:oleObj>
              </mc:Fallback>
            </mc:AlternateContent>
          </a:graphicData>
        </a:graphic>
      </p:graphicFrame>
      <p:graphicFrame>
        <p:nvGraphicFramePr>
          <p:cNvPr id="38" name="对象 -2147482492"/>
          <p:cNvGraphicFramePr>
            <a:graphicFrameLocks noChangeAspect="1"/>
          </p:cNvGraphicFramePr>
          <p:nvPr/>
        </p:nvGraphicFramePr>
        <p:xfrm>
          <a:off x="10915015" y="5283835"/>
          <a:ext cx="340995" cy="449580"/>
        </p:xfrm>
        <a:graphic>
          <a:graphicData uri="http://schemas.openxmlformats.org/presentationml/2006/ole">
            <mc:AlternateContent xmlns:mc="http://schemas.openxmlformats.org/markup-compatibility/2006">
              <mc:Choice xmlns:v="urn:schemas-microsoft-com:vml" Requires="v">
                <p:oleObj spid="_x0000_s39" name="" r:id="rId34" imgW="177800" imgH="228600" progId="Equation.DSMT4">
                  <p:embed/>
                </p:oleObj>
              </mc:Choice>
              <mc:Fallback>
                <p:oleObj name="" r:id="rId34" imgW="177800" imgH="228600" progId="Equation.DSMT4">
                  <p:embed/>
                  <p:pic>
                    <p:nvPicPr>
                      <p:cNvPr id="0" name="图片 22"/>
                      <p:cNvPicPr/>
                      <p:nvPr/>
                    </p:nvPicPr>
                    <p:blipFill>
                      <a:blip r:embed="rId35"/>
                      <a:stretch>
                        <a:fillRect/>
                      </a:stretch>
                    </p:blipFill>
                    <p:spPr>
                      <a:xfrm>
                        <a:off x="10915015" y="5283835"/>
                        <a:ext cx="340995" cy="449580"/>
                      </a:xfrm>
                      <a:prstGeom prst="rect">
                        <a:avLst/>
                      </a:prstGeom>
                      <a:noFill/>
                      <a:ln w="38100">
                        <a:noFill/>
                        <a:miter/>
                      </a:ln>
                    </p:spPr>
                  </p:pic>
                </p:oleObj>
              </mc:Fallback>
            </mc:AlternateContent>
          </a:graphicData>
        </a:graphic>
      </p:graphicFrame>
      <p:graphicFrame>
        <p:nvGraphicFramePr>
          <p:cNvPr id="40" name="对象 -2147482491"/>
          <p:cNvGraphicFramePr>
            <a:graphicFrameLocks noChangeAspect="1"/>
          </p:cNvGraphicFramePr>
          <p:nvPr/>
        </p:nvGraphicFramePr>
        <p:xfrm>
          <a:off x="2373630" y="5172075"/>
          <a:ext cx="289560" cy="381635"/>
        </p:xfrm>
        <a:graphic>
          <a:graphicData uri="http://schemas.openxmlformats.org/presentationml/2006/ole">
            <mc:AlternateContent xmlns:mc="http://schemas.openxmlformats.org/markup-compatibility/2006">
              <mc:Choice xmlns:v="urn:schemas-microsoft-com:vml" Requires="v">
                <p:oleObj spid="_x0000_s41" name="" r:id="rId36" imgW="177800" imgH="228600" progId="Equation.DSMT4">
                  <p:embed/>
                </p:oleObj>
              </mc:Choice>
              <mc:Fallback>
                <p:oleObj name="" r:id="rId36" imgW="177800" imgH="228600" progId="Equation.DSMT4">
                  <p:embed/>
                  <p:pic>
                    <p:nvPicPr>
                      <p:cNvPr id="0" name="图片 23"/>
                      <p:cNvPicPr/>
                      <p:nvPr/>
                    </p:nvPicPr>
                    <p:blipFill>
                      <a:blip r:embed="rId37"/>
                      <a:stretch>
                        <a:fillRect/>
                      </a:stretch>
                    </p:blipFill>
                    <p:spPr>
                      <a:xfrm>
                        <a:off x="2373630" y="5172075"/>
                        <a:ext cx="289560" cy="381635"/>
                      </a:xfrm>
                      <a:prstGeom prst="rect">
                        <a:avLst/>
                      </a:prstGeom>
                      <a:noFill/>
                      <a:ln w="38100">
                        <a:noFill/>
                        <a:miter/>
                      </a:ln>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979295" y="276225"/>
            <a:ext cx="9870440" cy="6180455"/>
          </a:xfrm>
        </p:spPr>
        <p:txBody>
          <a:bodyPr/>
          <a:p>
            <a:pPr marL="0" indent="0">
              <a:buNone/>
            </a:pPr>
            <a:r>
              <a:rPr lang="zh-CN" altLang="en-US" sz="2800">
                <a:latin typeface="楷体" panose="02010609060101010101" charset="-122"/>
                <a:ea typeface="楷体" panose="02010609060101010101" charset="-122"/>
              </a:rPr>
              <a:t>  （5）对于未知类别的样本X，对每个类别  分别计算         。样本X被认为属于类别  ，当且仅当                    ，     ，   ，也就是说样本X被指派到使          取得最大值的类别  。</a:t>
            </a:r>
            <a:endParaRPr lang="zh-CN" altLang="en-US" sz="2800">
              <a:latin typeface="楷体" panose="02010609060101010101" charset="-122"/>
              <a:ea typeface="楷体" panose="02010609060101010101" charset="-122"/>
            </a:endParaRPr>
          </a:p>
          <a:p>
            <a:pPr marL="0" indent="0">
              <a:buNone/>
            </a:pPr>
            <a:endParaRPr lang="zh-CN" altLang="en-US" sz="2800">
              <a:latin typeface="楷体" panose="02010609060101010101" charset="-122"/>
              <a:ea typeface="楷体" panose="02010609060101010101" charset="-122"/>
            </a:endParaRPr>
          </a:p>
          <a:p>
            <a:pPr marL="0" indent="0">
              <a:buNone/>
            </a:pPr>
            <a:r>
              <a:rPr lang="zh-CN" altLang="en-US" sz="2800" b="1">
                <a:solidFill>
                  <a:srgbClr val="C00000"/>
                </a:solidFill>
                <a:latin typeface="楷体" panose="02010609060101010101" charset="-122"/>
                <a:ea typeface="楷体" panose="02010609060101010101" charset="-122"/>
              </a:rPr>
              <a:t>  朴素贝叶斯分类模型的算法描述如下</a:t>
            </a:r>
            <a:r>
              <a:rPr lang="zh-CN" altLang="en-US" sz="2800">
                <a:latin typeface="楷体" panose="02010609060101010101" charset="-122"/>
                <a:ea typeface="楷体" panose="02010609060101010101" charset="-122"/>
              </a:rPr>
              <a:t>：</a:t>
            </a:r>
            <a:endParaRPr lang="zh-CN" altLang="en-US" sz="2800">
              <a:latin typeface="楷体" panose="02010609060101010101" charset="-122"/>
              <a:ea typeface="楷体" panose="02010609060101010101" charset="-122"/>
            </a:endParaRPr>
          </a:p>
          <a:p>
            <a:pPr marL="0" indent="0">
              <a:buNone/>
            </a:pPr>
            <a:r>
              <a:rPr lang="zh-CN" altLang="en-US" sz="2800">
                <a:latin typeface="楷体" panose="02010609060101010101" charset="-122"/>
                <a:ea typeface="楷体" panose="02010609060101010101" charset="-122"/>
              </a:rPr>
              <a:t>  （1）对训练样本数据集和测试样本数据集进行离散化处理和缺失值处理；</a:t>
            </a:r>
            <a:endParaRPr lang="zh-CN" altLang="en-US" sz="2800">
              <a:latin typeface="楷体" panose="02010609060101010101" charset="-122"/>
              <a:ea typeface="楷体" panose="02010609060101010101" charset="-122"/>
            </a:endParaRPr>
          </a:p>
          <a:p>
            <a:pPr marL="0" indent="0">
              <a:buNone/>
            </a:pPr>
            <a:r>
              <a:rPr lang="zh-CN" altLang="en-US" sz="2800">
                <a:latin typeface="楷体" panose="02010609060101010101" charset="-122"/>
                <a:ea typeface="楷体" panose="02010609060101010101" charset="-122"/>
              </a:rPr>
              <a:t>  （2）扫描训练样本数据集，分别统计训练集中类别  的个数  和属于类别   的样本中属性   取值为  的实例样本个数  ，构成统计表；</a:t>
            </a:r>
            <a:endParaRPr lang="zh-CN" altLang="en-US" sz="2800">
              <a:latin typeface="楷体" panose="02010609060101010101" charset="-122"/>
              <a:ea typeface="楷体" panose="02010609060101010101" charset="-122"/>
            </a:endParaRPr>
          </a:p>
        </p:txBody>
      </p:sp>
      <p:graphicFrame>
        <p:nvGraphicFramePr>
          <p:cNvPr id="42" name="对象 41"/>
          <p:cNvGraphicFramePr>
            <a:graphicFrameLocks noChangeAspect="1"/>
          </p:cNvGraphicFramePr>
          <p:nvPr/>
        </p:nvGraphicFramePr>
        <p:xfrm>
          <a:off x="8879205" y="276225"/>
          <a:ext cx="299720" cy="394970"/>
        </p:xfrm>
        <a:graphic>
          <a:graphicData uri="http://schemas.openxmlformats.org/presentationml/2006/ole">
            <mc:AlternateContent xmlns:mc="http://schemas.openxmlformats.org/markup-compatibility/2006">
              <mc:Choice xmlns:v="urn:schemas-microsoft-com:vml" Requires="v">
                <p:oleObj spid="_x0000_s43" name="" r:id="rId1" imgW="177800" imgH="228600" progId="Equation.DSMT4">
                  <p:embed/>
                </p:oleObj>
              </mc:Choice>
              <mc:Fallback>
                <p:oleObj name="" r:id="rId1" imgW="177800" imgH="228600" progId="Equation.DSMT4">
                  <p:embed/>
                  <p:pic>
                    <p:nvPicPr>
                      <p:cNvPr id="0" name="图片 25"/>
                      <p:cNvPicPr/>
                      <p:nvPr/>
                    </p:nvPicPr>
                    <p:blipFill>
                      <a:blip r:embed="rId2"/>
                      <a:stretch>
                        <a:fillRect/>
                      </a:stretch>
                    </p:blipFill>
                    <p:spPr>
                      <a:xfrm>
                        <a:off x="8879205" y="276225"/>
                        <a:ext cx="299720" cy="394970"/>
                      </a:xfrm>
                      <a:prstGeom prst="rect">
                        <a:avLst/>
                      </a:prstGeom>
                      <a:noFill/>
                      <a:ln w="38100">
                        <a:noFill/>
                        <a:miter/>
                      </a:ln>
                    </p:spPr>
                  </p:pic>
                </p:oleObj>
              </mc:Fallback>
            </mc:AlternateContent>
          </a:graphicData>
        </a:graphic>
      </p:graphicFrame>
      <p:graphicFrame>
        <p:nvGraphicFramePr>
          <p:cNvPr id="44" name="对象 -2147482329"/>
          <p:cNvGraphicFramePr>
            <a:graphicFrameLocks noChangeAspect="1"/>
          </p:cNvGraphicFramePr>
          <p:nvPr/>
        </p:nvGraphicFramePr>
        <p:xfrm>
          <a:off x="2579370" y="775970"/>
          <a:ext cx="1251585" cy="342900"/>
        </p:xfrm>
        <a:graphic>
          <a:graphicData uri="http://schemas.openxmlformats.org/presentationml/2006/ole">
            <mc:AlternateContent xmlns:mc="http://schemas.openxmlformats.org/markup-compatibility/2006">
              <mc:Choice xmlns:v="urn:schemas-microsoft-com:vml" Requires="v">
                <p:oleObj spid="_x0000_s45" name="" r:id="rId3" imgW="989965" imgH="279400" progId="Equation.DSMT4">
                  <p:embed/>
                </p:oleObj>
              </mc:Choice>
              <mc:Fallback>
                <p:oleObj name="" r:id="rId3" imgW="989965" imgH="279400" progId="Equation.DSMT4">
                  <p:embed/>
                  <p:pic>
                    <p:nvPicPr>
                      <p:cNvPr id="0" name="图片 26"/>
                      <p:cNvPicPr/>
                      <p:nvPr/>
                    </p:nvPicPr>
                    <p:blipFill>
                      <a:blip r:embed="rId4"/>
                      <a:stretch>
                        <a:fillRect/>
                      </a:stretch>
                    </p:blipFill>
                    <p:spPr>
                      <a:xfrm>
                        <a:off x="2579370" y="775970"/>
                        <a:ext cx="1251585" cy="342900"/>
                      </a:xfrm>
                      <a:prstGeom prst="rect">
                        <a:avLst/>
                      </a:prstGeom>
                      <a:noFill/>
                      <a:ln w="38100">
                        <a:noFill/>
                        <a:miter/>
                      </a:ln>
                    </p:spPr>
                  </p:pic>
                </p:oleObj>
              </mc:Fallback>
            </mc:AlternateContent>
          </a:graphicData>
        </a:graphic>
      </p:graphicFrame>
      <p:graphicFrame>
        <p:nvGraphicFramePr>
          <p:cNvPr id="46" name="对象 -2147482489"/>
          <p:cNvGraphicFramePr>
            <a:graphicFrameLocks noChangeAspect="1"/>
          </p:cNvGraphicFramePr>
          <p:nvPr/>
        </p:nvGraphicFramePr>
        <p:xfrm>
          <a:off x="7802880" y="830580"/>
          <a:ext cx="264795" cy="349250"/>
        </p:xfrm>
        <a:graphic>
          <a:graphicData uri="http://schemas.openxmlformats.org/presentationml/2006/ole">
            <mc:AlternateContent xmlns:mc="http://schemas.openxmlformats.org/markup-compatibility/2006">
              <mc:Choice xmlns:v="urn:schemas-microsoft-com:vml" Requires="v">
                <p:oleObj spid="_x0000_s47" name="" r:id="rId5" imgW="177800" imgH="228600" progId="Equation.DSMT4">
                  <p:embed/>
                </p:oleObj>
              </mc:Choice>
              <mc:Fallback>
                <p:oleObj name="" r:id="rId5" imgW="177800" imgH="228600" progId="Equation.DSMT4">
                  <p:embed/>
                  <p:pic>
                    <p:nvPicPr>
                      <p:cNvPr id="0" name="图片 27"/>
                      <p:cNvPicPr/>
                      <p:nvPr/>
                    </p:nvPicPr>
                    <p:blipFill>
                      <a:blip r:embed="rId2"/>
                      <a:stretch>
                        <a:fillRect/>
                      </a:stretch>
                    </p:blipFill>
                    <p:spPr>
                      <a:xfrm>
                        <a:off x="7802880" y="830580"/>
                        <a:ext cx="264795" cy="349250"/>
                      </a:xfrm>
                      <a:prstGeom prst="rect">
                        <a:avLst/>
                      </a:prstGeom>
                      <a:noFill/>
                      <a:ln w="38100">
                        <a:noFill/>
                        <a:miter/>
                      </a:ln>
                    </p:spPr>
                  </p:pic>
                </p:oleObj>
              </mc:Fallback>
            </mc:AlternateContent>
          </a:graphicData>
        </a:graphic>
      </p:graphicFrame>
      <p:graphicFrame>
        <p:nvGraphicFramePr>
          <p:cNvPr id="48" name="对象 -2147482488"/>
          <p:cNvGraphicFramePr>
            <a:graphicFrameLocks noChangeAspect="1"/>
          </p:cNvGraphicFramePr>
          <p:nvPr/>
        </p:nvGraphicFramePr>
        <p:xfrm>
          <a:off x="2515235" y="1179830"/>
          <a:ext cx="2988310" cy="425450"/>
        </p:xfrm>
        <a:graphic>
          <a:graphicData uri="http://schemas.openxmlformats.org/presentationml/2006/ole">
            <mc:AlternateContent xmlns:mc="http://schemas.openxmlformats.org/markup-compatibility/2006">
              <mc:Choice xmlns:v="urn:schemas-microsoft-com:vml" Requires="v">
                <p:oleObj spid="_x0000_s49" name="" r:id="rId6" imgW="2133600" imgH="304800" progId="Equation.DSMT4">
                  <p:embed/>
                </p:oleObj>
              </mc:Choice>
              <mc:Fallback>
                <p:oleObj name="" r:id="rId6" imgW="2133600" imgH="304800" progId="Equation.DSMT4">
                  <p:embed/>
                  <p:pic>
                    <p:nvPicPr>
                      <p:cNvPr id="0" name="图片 28"/>
                      <p:cNvPicPr/>
                      <p:nvPr/>
                    </p:nvPicPr>
                    <p:blipFill>
                      <a:blip r:embed="rId7"/>
                      <a:stretch>
                        <a:fillRect/>
                      </a:stretch>
                    </p:blipFill>
                    <p:spPr>
                      <a:xfrm>
                        <a:off x="2515235" y="1179830"/>
                        <a:ext cx="2988310" cy="425450"/>
                      </a:xfrm>
                      <a:prstGeom prst="rect">
                        <a:avLst/>
                      </a:prstGeom>
                      <a:noFill/>
                      <a:ln w="38100">
                        <a:noFill/>
                        <a:miter/>
                      </a:ln>
                    </p:spPr>
                  </p:pic>
                </p:oleObj>
              </mc:Fallback>
            </mc:AlternateContent>
          </a:graphicData>
        </a:graphic>
      </p:graphicFrame>
      <p:graphicFrame>
        <p:nvGraphicFramePr>
          <p:cNvPr id="50" name="对象 -2147482487"/>
          <p:cNvGraphicFramePr>
            <a:graphicFrameLocks noChangeAspect="1"/>
          </p:cNvGraphicFramePr>
          <p:nvPr/>
        </p:nvGraphicFramePr>
        <p:xfrm>
          <a:off x="6121400" y="1179830"/>
          <a:ext cx="1174750" cy="403225"/>
        </p:xfrm>
        <a:graphic>
          <a:graphicData uri="http://schemas.openxmlformats.org/presentationml/2006/ole">
            <mc:AlternateContent xmlns:mc="http://schemas.openxmlformats.org/markup-compatibility/2006">
              <mc:Choice xmlns:v="urn:schemas-microsoft-com:vml" Requires="v">
                <p:oleObj spid="_x0000_s51" name="" r:id="rId8" imgW="584200" imgH="203200" progId="Equation.DSMT4">
                  <p:embed/>
                </p:oleObj>
              </mc:Choice>
              <mc:Fallback>
                <p:oleObj name="" r:id="rId8" imgW="584200" imgH="203200" progId="Equation.DSMT4">
                  <p:embed/>
                  <p:pic>
                    <p:nvPicPr>
                      <p:cNvPr id="0" name="图片 29"/>
                      <p:cNvPicPr/>
                      <p:nvPr/>
                    </p:nvPicPr>
                    <p:blipFill>
                      <a:blip r:embed="rId9"/>
                      <a:stretch>
                        <a:fillRect/>
                      </a:stretch>
                    </p:blipFill>
                    <p:spPr>
                      <a:xfrm>
                        <a:off x="6121400" y="1179830"/>
                        <a:ext cx="1174750" cy="403225"/>
                      </a:xfrm>
                      <a:prstGeom prst="rect">
                        <a:avLst/>
                      </a:prstGeom>
                      <a:noFill/>
                      <a:ln w="38100">
                        <a:noFill/>
                        <a:miter/>
                      </a:ln>
                    </p:spPr>
                  </p:pic>
                </p:oleObj>
              </mc:Fallback>
            </mc:AlternateContent>
          </a:graphicData>
        </a:graphic>
      </p:graphicFrame>
      <p:graphicFrame>
        <p:nvGraphicFramePr>
          <p:cNvPr id="52" name="对象 -2147482486"/>
          <p:cNvGraphicFramePr>
            <a:graphicFrameLocks noChangeAspect="1"/>
          </p:cNvGraphicFramePr>
          <p:nvPr/>
        </p:nvGraphicFramePr>
        <p:xfrm>
          <a:off x="7379970" y="1169035"/>
          <a:ext cx="687705" cy="414020"/>
        </p:xfrm>
        <a:graphic>
          <a:graphicData uri="http://schemas.openxmlformats.org/presentationml/2006/ole">
            <mc:AlternateContent xmlns:mc="http://schemas.openxmlformats.org/markup-compatibility/2006">
              <mc:Choice xmlns:v="urn:schemas-microsoft-com:vml" Requires="v">
                <p:oleObj spid="_x0000_s53" name="" r:id="rId10" imgW="317500" imgH="190500" progId="Equation.DSMT4">
                  <p:embed/>
                </p:oleObj>
              </mc:Choice>
              <mc:Fallback>
                <p:oleObj name="" r:id="rId10" imgW="317500" imgH="190500" progId="Equation.DSMT4">
                  <p:embed/>
                  <p:pic>
                    <p:nvPicPr>
                      <p:cNvPr id="0" name="图片 30"/>
                      <p:cNvPicPr/>
                      <p:nvPr/>
                    </p:nvPicPr>
                    <p:blipFill>
                      <a:blip r:embed="rId11"/>
                      <a:stretch>
                        <a:fillRect/>
                      </a:stretch>
                    </p:blipFill>
                    <p:spPr>
                      <a:xfrm>
                        <a:off x="7379970" y="1169035"/>
                        <a:ext cx="687705" cy="414020"/>
                      </a:xfrm>
                      <a:prstGeom prst="rect">
                        <a:avLst/>
                      </a:prstGeom>
                      <a:noFill/>
                      <a:ln w="38100">
                        <a:noFill/>
                        <a:miter/>
                      </a:ln>
                    </p:spPr>
                  </p:pic>
                </p:oleObj>
              </mc:Fallback>
            </mc:AlternateContent>
          </a:graphicData>
        </a:graphic>
      </p:graphicFrame>
      <p:graphicFrame>
        <p:nvGraphicFramePr>
          <p:cNvPr id="54" name="对象 -2147482485"/>
          <p:cNvGraphicFramePr>
            <a:graphicFrameLocks noChangeAspect="1"/>
          </p:cNvGraphicFramePr>
          <p:nvPr/>
        </p:nvGraphicFramePr>
        <p:xfrm>
          <a:off x="3161665" y="1605280"/>
          <a:ext cx="1567180" cy="429260"/>
        </p:xfrm>
        <a:graphic>
          <a:graphicData uri="http://schemas.openxmlformats.org/presentationml/2006/ole">
            <mc:AlternateContent xmlns:mc="http://schemas.openxmlformats.org/markup-compatibility/2006">
              <mc:Choice xmlns:v="urn:schemas-microsoft-com:vml" Requires="v">
                <p:oleObj spid="_x0000_s55" name="" r:id="rId12" imgW="989965" imgH="279400" progId="Equation.DSMT4">
                  <p:embed/>
                </p:oleObj>
              </mc:Choice>
              <mc:Fallback>
                <p:oleObj name="" r:id="rId12" imgW="989965" imgH="279400" progId="Equation.DSMT4">
                  <p:embed/>
                  <p:pic>
                    <p:nvPicPr>
                      <p:cNvPr id="0" name="图片 31"/>
                      <p:cNvPicPr/>
                      <p:nvPr/>
                    </p:nvPicPr>
                    <p:blipFill>
                      <a:blip r:embed="rId13"/>
                      <a:stretch>
                        <a:fillRect/>
                      </a:stretch>
                    </p:blipFill>
                    <p:spPr>
                      <a:xfrm>
                        <a:off x="3161665" y="1605280"/>
                        <a:ext cx="1567180" cy="429260"/>
                      </a:xfrm>
                      <a:prstGeom prst="rect">
                        <a:avLst/>
                      </a:prstGeom>
                      <a:noFill/>
                      <a:ln w="38100">
                        <a:noFill/>
                        <a:miter/>
                      </a:ln>
                    </p:spPr>
                  </p:pic>
                </p:oleObj>
              </mc:Fallback>
            </mc:AlternateContent>
          </a:graphicData>
        </a:graphic>
      </p:graphicFrame>
      <p:graphicFrame>
        <p:nvGraphicFramePr>
          <p:cNvPr id="56" name="对象 -2147482484"/>
          <p:cNvGraphicFramePr>
            <a:graphicFrameLocks noChangeAspect="1"/>
          </p:cNvGraphicFramePr>
          <p:nvPr/>
        </p:nvGraphicFramePr>
        <p:xfrm>
          <a:off x="7696835" y="1605280"/>
          <a:ext cx="305435" cy="403225"/>
        </p:xfrm>
        <a:graphic>
          <a:graphicData uri="http://schemas.openxmlformats.org/presentationml/2006/ole">
            <mc:AlternateContent xmlns:mc="http://schemas.openxmlformats.org/markup-compatibility/2006">
              <mc:Choice xmlns:v="urn:schemas-microsoft-com:vml" Requires="v">
                <p:oleObj spid="_x0000_s57" name="" r:id="rId14" imgW="177800" imgH="228600" progId="Equation.DSMT4">
                  <p:embed/>
                </p:oleObj>
              </mc:Choice>
              <mc:Fallback>
                <p:oleObj name="" r:id="rId14" imgW="177800" imgH="228600" progId="Equation.DSMT4">
                  <p:embed/>
                  <p:pic>
                    <p:nvPicPr>
                      <p:cNvPr id="0" name="图片 32"/>
                      <p:cNvPicPr/>
                      <p:nvPr/>
                    </p:nvPicPr>
                    <p:blipFill>
                      <a:blip r:embed="rId2"/>
                      <a:stretch>
                        <a:fillRect/>
                      </a:stretch>
                    </p:blipFill>
                    <p:spPr>
                      <a:xfrm>
                        <a:off x="7696835" y="1605280"/>
                        <a:ext cx="305435" cy="403225"/>
                      </a:xfrm>
                      <a:prstGeom prst="rect">
                        <a:avLst/>
                      </a:prstGeom>
                      <a:noFill/>
                      <a:ln w="38100">
                        <a:noFill/>
                        <a:miter/>
                      </a:ln>
                    </p:spPr>
                  </p:pic>
                </p:oleObj>
              </mc:Fallback>
            </mc:AlternateContent>
          </a:graphicData>
        </a:graphic>
      </p:graphicFrame>
      <p:graphicFrame>
        <p:nvGraphicFramePr>
          <p:cNvPr id="58" name="对象 -2147482483"/>
          <p:cNvGraphicFramePr>
            <a:graphicFrameLocks noChangeAspect="1"/>
          </p:cNvGraphicFramePr>
          <p:nvPr/>
        </p:nvGraphicFramePr>
        <p:xfrm>
          <a:off x="10488295" y="4281170"/>
          <a:ext cx="299720" cy="394970"/>
        </p:xfrm>
        <a:graphic>
          <a:graphicData uri="http://schemas.openxmlformats.org/presentationml/2006/ole">
            <mc:AlternateContent xmlns:mc="http://schemas.openxmlformats.org/markup-compatibility/2006">
              <mc:Choice xmlns:v="urn:schemas-microsoft-com:vml" Requires="v">
                <p:oleObj spid="_x0000_s59" name="" r:id="rId15" imgW="177800" imgH="228600" progId="Equation.DSMT4">
                  <p:embed/>
                </p:oleObj>
              </mc:Choice>
              <mc:Fallback>
                <p:oleObj name="" r:id="rId15" imgW="177800" imgH="228600" progId="Equation.DSMT4">
                  <p:embed/>
                  <p:pic>
                    <p:nvPicPr>
                      <p:cNvPr id="0" name="图片 33"/>
                      <p:cNvPicPr/>
                      <p:nvPr/>
                    </p:nvPicPr>
                    <p:blipFill>
                      <a:blip r:embed="rId16"/>
                      <a:stretch>
                        <a:fillRect/>
                      </a:stretch>
                    </p:blipFill>
                    <p:spPr>
                      <a:xfrm>
                        <a:off x="10488295" y="4281170"/>
                        <a:ext cx="299720" cy="394970"/>
                      </a:xfrm>
                      <a:prstGeom prst="rect">
                        <a:avLst/>
                      </a:prstGeom>
                      <a:noFill/>
                      <a:ln w="38100">
                        <a:noFill/>
                        <a:miter/>
                      </a:ln>
                    </p:spPr>
                  </p:pic>
                </p:oleObj>
              </mc:Fallback>
            </mc:AlternateContent>
          </a:graphicData>
        </a:graphic>
      </p:graphicFrame>
      <p:graphicFrame>
        <p:nvGraphicFramePr>
          <p:cNvPr id="60" name="对象 -2147482482"/>
          <p:cNvGraphicFramePr>
            <a:graphicFrameLocks noChangeAspect="1"/>
          </p:cNvGraphicFramePr>
          <p:nvPr/>
        </p:nvGraphicFramePr>
        <p:xfrm>
          <a:off x="2427605" y="4676140"/>
          <a:ext cx="290830" cy="448945"/>
        </p:xfrm>
        <a:graphic>
          <a:graphicData uri="http://schemas.openxmlformats.org/presentationml/2006/ole">
            <mc:AlternateContent xmlns:mc="http://schemas.openxmlformats.org/markup-compatibility/2006">
              <mc:Choice xmlns:v="urn:schemas-microsoft-com:vml" Requires="v">
                <p:oleObj spid="_x0000_s61" name="" r:id="rId17" imgW="152400" imgH="228600" progId="Equation.DSMT4">
                  <p:embed/>
                </p:oleObj>
              </mc:Choice>
              <mc:Fallback>
                <p:oleObj name="" r:id="rId17" imgW="152400" imgH="228600" progId="Equation.DSMT4">
                  <p:embed/>
                  <p:pic>
                    <p:nvPicPr>
                      <p:cNvPr id="0" name="图片 34"/>
                      <p:cNvPicPr/>
                      <p:nvPr/>
                    </p:nvPicPr>
                    <p:blipFill>
                      <a:blip r:embed="rId18"/>
                      <a:stretch>
                        <a:fillRect/>
                      </a:stretch>
                    </p:blipFill>
                    <p:spPr>
                      <a:xfrm>
                        <a:off x="2427605" y="4676140"/>
                        <a:ext cx="290830" cy="448945"/>
                      </a:xfrm>
                      <a:prstGeom prst="rect">
                        <a:avLst/>
                      </a:prstGeom>
                      <a:noFill/>
                      <a:ln w="38100">
                        <a:noFill/>
                        <a:miter/>
                      </a:ln>
                    </p:spPr>
                  </p:pic>
                </p:oleObj>
              </mc:Fallback>
            </mc:AlternateContent>
          </a:graphicData>
        </a:graphic>
      </p:graphicFrame>
      <p:graphicFrame>
        <p:nvGraphicFramePr>
          <p:cNvPr id="62" name="对象 -2147482481"/>
          <p:cNvGraphicFramePr>
            <a:graphicFrameLocks noChangeAspect="1"/>
          </p:cNvGraphicFramePr>
          <p:nvPr/>
        </p:nvGraphicFramePr>
        <p:xfrm>
          <a:off x="4551045" y="4676140"/>
          <a:ext cx="295910" cy="389890"/>
        </p:xfrm>
        <a:graphic>
          <a:graphicData uri="http://schemas.openxmlformats.org/presentationml/2006/ole">
            <mc:AlternateContent xmlns:mc="http://schemas.openxmlformats.org/markup-compatibility/2006">
              <mc:Choice xmlns:v="urn:schemas-microsoft-com:vml" Requires="v">
                <p:oleObj spid="_x0000_s63" name="" r:id="rId19" imgW="177800" imgH="228600" progId="Equation.DSMT4">
                  <p:embed/>
                </p:oleObj>
              </mc:Choice>
              <mc:Fallback>
                <p:oleObj name="" r:id="rId19" imgW="177800" imgH="228600" progId="Equation.DSMT4">
                  <p:embed/>
                  <p:pic>
                    <p:nvPicPr>
                      <p:cNvPr id="0" name="图片 35"/>
                      <p:cNvPicPr/>
                      <p:nvPr/>
                    </p:nvPicPr>
                    <p:blipFill>
                      <a:blip r:embed="rId20"/>
                      <a:stretch>
                        <a:fillRect/>
                      </a:stretch>
                    </p:blipFill>
                    <p:spPr>
                      <a:xfrm>
                        <a:off x="4551045" y="4676140"/>
                        <a:ext cx="295910" cy="389890"/>
                      </a:xfrm>
                      <a:prstGeom prst="rect">
                        <a:avLst/>
                      </a:prstGeom>
                      <a:noFill/>
                      <a:ln w="38100">
                        <a:noFill/>
                        <a:miter/>
                      </a:ln>
                    </p:spPr>
                  </p:pic>
                </p:oleObj>
              </mc:Fallback>
            </mc:AlternateContent>
          </a:graphicData>
        </a:graphic>
      </p:graphicFrame>
      <p:graphicFrame>
        <p:nvGraphicFramePr>
          <p:cNvPr id="64" name="对象 -2147482480"/>
          <p:cNvGraphicFramePr>
            <a:graphicFrameLocks noChangeAspect="1"/>
          </p:cNvGraphicFramePr>
          <p:nvPr/>
        </p:nvGraphicFramePr>
        <p:xfrm>
          <a:off x="7379970" y="4676140"/>
          <a:ext cx="317500" cy="390525"/>
        </p:xfrm>
        <a:graphic>
          <a:graphicData uri="http://schemas.openxmlformats.org/presentationml/2006/ole">
            <mc:AlternateContent xmlns:mc="http://schemas.openxmlformats.org/markup-compatibility/2006">
              <mc:Choice xmlns:v="urn:schemas-microsoft-com:vml" Requires="v">
                <p:oleObj spid="_x0000_s65" name="" r:id="rId21" imgW="190500" imgH="228600" progId="Equation.DSMT4">
                  <p:embed/>
                </p:oleObj>
              </mc:Choice>
              <mc:Fallback>
                <p:oleObj name="" r:id="rId21" imgW="190500" imgH="228600" progId="Equation.DSMT4">
                  <p:embed/>
                  <p:pic>
                    <p:nvPicPr>
                      <p:cNvPr id="0" name="图片 36"/>
                      <p:cNvPicPr/>
                      <p:nvPr/>
                    </p:nvPicPr>
                    <p:blipFill>
                      <a:blip r:embed="rId22"/>
                      <a:stretch>
                        <a:fillRect/>
                      </a:stretch>
                    </p:blipFill>
                    <p:spPr>
                      <a:xfrm>
                        <a:off x="7379970" y="4676140"/>
                        <a:ext cx="317500" cy="390525"/>
                      </a:xfrm>
                      <a:prstGeom prst="rect">
                        <a:avLst/>
                      </a:prstGeom>
                      <a:noFill/>
                      <a:ln w="38100">
                        <a:noFill/>
                        <a:miter/>
                      </a:ln>
                    </p:spPr>
                  </p:pic>
                </p:oleObj>
              </mc:Fallback>
            </mc:AlternateContent>
          </a:graphicData>
        </a:graphic>
      </p:graphicFrame>
      <p:graphicFrame>
        <p:nvGraphicFramePr>
          <p:cNvPr id="66" name="对象 -2147482479"/>
          <p:cNvGraphicFramePr>
            <a:graphicFrameLocks noChangeAspect="1"/>
          </p:cNvGraphicFramePr>
          <p:nvPr/>
        </p:nvGraphicFramePr>
        <p:xfrm>
          <a:off x="8879205" y="4676140"/>
          <a:ext cx="299720" cy="449580"/>
        </p:xfrm>
        <a:graphic>
          <a:graphicData uri="http://schemas.openxmlformats.org/presentationml/2006/ole">
            <mc:AlternateContent xmlns:mc="http://schemas.openxmlformats.org/markup-compatibility/2006">
              <mc:Choice xmlns:v="urn:schemas-microsoft-com:vml" Requires="v">
                <p:oleObj spid="_x0000_s67" name="" r:id="rId23" imgW="165100" imgH="228600" progId="Equation.DSMT4">
                  <p:embed/>
                </p:oleObj>
              </mc:Choice>
              <mc:Fallback>
                <p:oleObj name="" r:id="rId23" imgW="165100" imgH="228600" progId="Equation.DSMT4">
                  <p:embed/>
                  <p:pic>
                    <p:nvPicPr>
                      <p:cNvPr id="0" name="图片 37"/>
                      <p:cNvPicPr/>
                      <p:nvPr/>
                    </p:nvPicPr>
                    <p:blipFill>
                      <a:blip r:embed="rId24"/>
                      <a:stretch>
                        <a:fillRect/>
                      </a:stretch>
                    </p:blipFill>
                    <p:spPr>
                      <a:xfrm>
                        <a:off x="8879205" y="4676140"/>
                        <a:ext cx="299720" cy="449580"/>
                      </a:xfrm>
                      <a:prstGeom prst="rect">
                        <a:avLst/>
                      </a:prstGeom>
                      <a:noFill/>
                      <a:ln w="38100">
                        <a:noFill/>
                        <a:miter/>
                      </a:ln>
                    </p:spPr>
                  </p:pic>
                </p:oleObj>
              </mc:Fallback>
            </mc:AlternateContent>
          </a:graphicData>
        </a:graphic>
      </p:graphicFrame>
      <p:graphicFrame>
        <p:nvGraphicFramePr>
          <p:cNvPr id="68" name="对象 -2147482478"/>
          <p:cNvGraphicFramePr>
            <a:graphicFrameLocks noChangeAspect="1"/>
          </p:cNvGraphicFramePr>
          <p:nvPr/>
        </p:nvGraphicFramePr>
        <p:xfrm>
          <a:off x="2467610" y="5125720"/>
          <a:ext cx="338455" cy="397510"/>
        </p:xfrm>
        <a:graphic>
          <a:graphicData uri="http://schemas.openxmlformats.org/presentationml/2006/ole">
            <mc:AlternateContent xmlns:mc="http://schemas.openxmlformats.org/markup-compatibility/2006">
              <mc:Choice xmlns:v="urn:schemas-microsoft-com:vml" Requires="v">
                <p:oleObj spid="_x0000_s69" name="" r:id="rId25" imgW="203200" imgH="228600" progId="Equation.DSMT4">
                  <p:embed/>
                </p:oleObj>
              </mc:Choice>
              <mc:Fallback>
                <p:oleObj name="" r:id="rId25" imgW="203200" imgH="228600" progId="Equation.DSMT4">
                  <p:embed/>
                  <p:pic>
                    <p:nvPicPr>
                      <p:cNvPr id="0" name="图片 38"/>
                      <p:cNvPicPr/>
                      <p:nvPr/>
                    </p:nvPicPr>
                    <p:blipFill>
                      <a:blip r:embed="rId26"/>
                      <a:stretch>
                        <a:fillRect/>
                      </a:stretch>
                    </p:blipFill>
                    <p:spPr>
                      <a:xfrm>
                        <a:off x="2467610" y="5125720"/>
                        <a:ext cx="338455" cy="397510"/>
                      </a:xfrm>
                      <a:prstGeom prst="rect">
                        <a:avLst/>
                      </a:prstGeom>
                      <a:noFill/>
                      <a:ln w="38100">
                        <a:noFill/>
                        <a:miter/>
                      </a:ln>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366520" y="998220"/>
            <a:ext cx="10015220" cy="3933825"/>
          </a:xfrm>
        </p:spPr>
        <p:txBody>
          <a:bodyPr/>
          <a:p>
            <a:pPr marL="0" indent="0">
              <a:buNone/>
            </a:pPr>
            <a:r>
              <a:rPr lang="en-US" altLang="zh-CN" sz="2800">
                <a:latin typeface="楷体" panose="02010609060101010101" charset="-122"/>
                <a:ea typeface="楷体" panose="02010609060101010101" charset="-122"/>
                <a:cs typeface="楷体" panose="02010609060101010101" charset="-122"/>
                <a:sym typeface="+mn-ea"/>
              </a:rPr>
              <a:t>  （3）计算先验概率         和条件概率             ，构成概率表；</a:t>
            </a:r>
            <a:endParaRPr lang="en-US" altLang="zh-CN" sz="2800">
              <a:latin typeface="楷体" panose="02010609060101010101" charset="-122"/>
              <a:ea typeface="楷体" panose="02010609060101010101" charset="-122"/>
              <a:cs typeface="楷体" panose="02010609060101010101" charset="-122"/>
            </a:endParaRPr>
          </a:p>
          <a:p>
            <a:pPr marL="0" indent="0">
              <a:buNone/>
            </a:pPr>
            <a:r>
              <a:rPr lang="en-US" altLang="zh-CN" sz="2800">
                <a:latin typeface="楷体" panose="02010609060101010101" charset="-122"/>
                <a:ea typeface="楷体" panose="02010609060101010101" charset="-122"/>
                <a:cs typeface="楷体" panose="02010609060101010101" charset="-122"/>
                <a:sym typeface="+mn-ea"/>
              </a:rPr>
              <a:t>  （4）构建分类模型                  </a:t>
            </a:r>
            <a:endParaRPr lang="en-US" altLang="zh-CN" sz="2800">
              <a:latin typeface="楷体" panose="02010609060101010101" charset="-122"/>
              <a:ea typeface="楷体" panose="02010609060101010101" charset="-122"/>
              <a:cs typeface="楷体" panose="02010609060101010101" charset="-122"/>
            </a:endParaRPr>
          </a:p>
          <a:p>
            <a:pPr marL="0" indent="0">
              <a:buNone/>
            </a:pPr>
            <a:r>
              <a:rPr lang="en-US" altLang="zh-CN" sz="2800">
                <a:latin typeface="楷体" panose="02010609060101010101" charset="-122"/>
                <a:ea typeface="楷体" panose="02010609060101010101" charset="-122"/>
                <a:cs typeface="楷体" panose="02010609060101010101" charset="-122"/>
                <a:sym typeface="+mn-ea"/>
              </a:rPr>
              <a:t>  （5）扫描待分类的样本数据集，调用已得到的统计表、概率表以及构建好的分类准则，得出分类结果。</a:t>
            </a:r>
            <a:endParaRPr lang="en-US" altLang="zh-CN" sz="2800">
              <a:latin typeface="楷体" panose="02010609060101010101" charset="-122"/>
              <a:ea typeface="楷体" panose="02010609060101010101" charset="-122"/>
              <a:cs typeface="楷体" panose="02010609060101010101" charset="-122"/>
            </a:endParaRPr>
          </a:p>
          <a:p>
            <a:endParaRPr lang="en-US" altLang="zh-CN" sz="2800">
              <a:latin typeface="楷体" panose="02010609060101010101" charset="-122"/>
              <a:ea typeface="楷体" panose="02010609060101010101" charset="-122"/>
              <a:cs typeface="楷体" panose="02010609060101010101" charset="-122"/>
            </a:endParaRPr>
          </a:p>
        </p:txBody>
      </p:sp>
      <p:graphicFrame>
        <p:nvGraphicFramePr>
          <p:cNvPr id="4" name="对象 -2147482477"/>
          <p:cNvGraphicFramePr>
            <a:graphicFrameLocks noChangeAspect="1"/>
          </p:cNvGraphicFramePr>
          <p:nvPr/>
        </p:nvGraphicFramePr>
        <p:xfrm>
          <a:off x="4904105" y="998220"/>
          <a:ext cx="1390650" cy="412750"/>
        </p:xfrm>
        <a:graphic>
          <a:graphicData uri="http://schemas.openxmlformats.org/presentationml/2006/ole">
            <mc:AlternateContent xmlns:mc="http://schemas.openxmlformats.org/markup-compatibility/2006">
              <mc:Choice xmlns:v="urn:schemas-microsoft-com:vml" Requires="v">
                <p:oleObj spid="_x0000_s3076" name="" r:id="rId1" imgW="862965" imgH="254000" progId="Equation.DSMT4">
                  <p:embed/>
                </p:oleObj>
              </mc:Choice>
              <mc:Fallback>
                <p:oleObj name="" r:id="rId1" imgW="862965" imgH="254000" progId="Equation.DSMT4">
                  <p:embed/>
                  <p:pic>
                    <p:nvPicPr>
                      <p:cNvPr id="0" name="图片 3075"/>
                      <p:cNvPicPr/>
                      <p:nvPr/>
                    </p:nvPicPr>
                    <p:blipFill>
                      <a:blip r:embed="rId2"/>
                      <a:stretch>
                        <a:fillRect/>
                      </a:stretch>
                    </p:blipFill>
                    <p:spPr>
                      <a:xfrm>
                        <a:off x="4904105" y="998220"/>
                        <a:ext cx="1390650" cy="412750"/>
                      </a:xfrm>
                      <a:prstGeom prst="rect">
                        <a:avLst/>
                      </a:prstGeom>
                      <a:noFill/>
                      <a:ln w="38100">
                        <a:noFill/>
                        <a:miter/>
                      </a:ln>
                    </p:spPr>
                  </p:pic>
                </p:oleObj>
              </mc:Fallback>
            </mc:AlternateContent>
          </a:graphicData>
        </a:graphic>
      </p:graphicFrame>
      <p:graphicFrame>
        <p:nvGraphicFramePr>
          <p:cNvPr id="5" name="对象 -2147482476"/>
          <p:cNvGraphicFramePr>
            <a:graphicFrameLocks noChangeAspect="1"/>
          </p:cNvGraphicFramePr>
          <p:nvPr/>
        </p:nvGraphicFramePr>
        <p:xfrm>
          <a:off x="8314055" y="998220"/>
          <a:ext cx="2174875" cy="412750"/>
        </p:xfrm>
        <a:graphic>
          <a:graphicData uri="http://schemas.openxmlformats.org/presentationml/2006/ole">
            <mc:AlternateContent xmlns:mc="http://schemas.openxmlformats.org/markup-compatibility/2006">
              <mc:Choice xmlns:v="urn:schemas-microsoft-com:vml" Requires="v">
                <p:oleObj spid="_x0000_s6" name="" r:id="rId3" imgW="1435100" imgH="279400" progId="Equation.DSMT4">
                  <p:embed/>
                </p:oleObj>
              </mc:Choice>
              <mc:Fallback>
                <p:oleObj name="" r:id="rId3" imgW="1435100" imgH="279400" progId="Equation.DSMT4">
                  <p:embed/>
                  <p:pic>
                    <p:nvPicPr>
                      <p:cNvPr id="0" name="图片 3"/>
                      <p:cNvPicPr/>
                      <p:nvPr/>
                    </p:nvPicPr>
                    <p:blipFill>
                      <a:blip r:embed="rId4"/>
                      <a:stretch>
                        <a:fillRect/>
                      </a:stretch>
                    </p:blipFill>
                    <p:spPr>
                      <a:xfrm>
                        <a:off x="8314055" y="998220"/>
                        <a:ext cx="2174875" cy="412750"/>
                      </a:xfrm>
                      <a:prstGeom prst="rect">
                        <a:avLst/>
                      </a:prstGeom>
                      <a:noFill/>
                      <a:ln w="38100">
                        <a:noFill/>
                        <a:miter/>
                      </a:ln>
                    </p:spPr>
                  </p:pic>
                </p:oleObj>
              </mc:Fallback>
            </mc:AlternateContent>
          </a:graphicData>
        </a:graphic>
      </p:graphicFrame>
      <p:graphicFrame>
        <p:nvGraphicFramePr>
          <p:cNvPr id="7" name="对象 -2147482475"/>
          <p:cNvGraphicFramePr>
            <a:graphicFrameLocks noChangeAspect="1"/>
          </p:cNvGraphicFramePr>
          <p:nvPr/>
        </p:nvGraphicFramePr>
        <p:xfrm>
          <a:off x="5243830" y="2014855"/>
          <a:ext cx="3384550" cy="558800"/>
        </p:xfrm>
        <a:graphic>
          <a:graphicData uri="http://schemas.openxmlformats.org/presentationml/2006/ole">
            <mc:AlternateContent xmlns:mc="http://schemas.openxmlformats.org/markup-compatibility/2006">
              <mc:Choice xmlns:v="urn:schemas-microsoft-com:vml" Requires="v">
                <p:oleObj spid="_x0000_s8" name="" r:id="rId5" imgW="2019300" imgH="330200" progId="Equation.DSMT4">
                  <p:embed/>
                </p:oleObj>
              </mc:Choice>
              <mc:Fallback>
                <p:oleObj name="" r:id="rId5" imgW="2019300" imgH="330200" progId="Equation.DSMT4">
                  <p:embed/>
                  <p:pic>
                    <p:nvPicPr>
                      <p:cNvPr id="0" name="图片 4"/>
                      <p:cNvPicPr/>
                      <p:nvPr/>
                    </p:nvPicPr>
                    <p:blipFill>
                      <a:blip r:embed="rId6"/>
                      <a:stretch>
                        <a:fillRect/>
                      </a:stretch>
                    </p:blipFill>
                    <p:spPr>
                      <a:xfrm>
                        <a:off x="5243830" y="2014855"/>
                        <a:ext cx="3384550" cy="558800"/>
                      </a:xfrm>
                      <a:prstGeom prst="rect">
                        <a:avLst/>
                      </a:prstGeom>
                      <a:noFill/>
                      <a:ln w="38100">
                        <a:noFill/>
                        <a:miter/>
                      </a:ln>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906270" y="654050"/>
            <a:ext cx="9925685" cy="6600190"/>
          </a:xfrm>
        </p:spPr>
        <p:txBody>
          <a:bodyPr>
            <a:noAutofit/>
          </a:bodyPr>
          <a:p>
            <a:pPr marL="0" indent="0">
              <a:buNone/>
            </a:pPr>
            <a:r>
              <a:rPr lang="en-US" altLang="zh-CN" sz="3600">
                <a:latin typeface="楷体" panose="02010609060101010101" charset="-122"/>
                <a:ea typeface="楷体" panose="02010609060101010101" charset="-122"/>
                <a:cs typeface="楷体" panose="02010609060101010101" charset="-122"/>
              </a:rPr>
              <a:t>5.2.2贝叶斯信念网</a:t>
            </a:r>
            <a:endParaRPr lang="en-US" altLang="zh-CN" sz="3600">
              <a:latin typeface="楷体" panose="02010609060101010101" charset="-122"/>
              <a:ea typeface="楷体" panose="02010609060101010101" charset="-122"/>
              <a:cs typeface="楷体" panose="02010609060101010101" charset="-122"/>
            </a:endParaRPr>
          </a:p>
          <a:p>
            <a:pPr marL="0" indent="0">
              <a:buNone/>
            </a:pPr>
            <a:r>
              <a:rPr lang="en-US" altLang="zh-CN" sz="3600">
                <a:latin typeface="楷体" panose="02010609060101010101" charset="-122"/>
                <a:ea typeface="楷体" panose="02010609060101010101" charset="-122"/>
                <a:cs typeface="楷体" panose="02010609060101010101" charset="-122"/>
              </a:rPr>
              <a:t>  朴素贝叶斯分类器的条件独立假设似乎太严格了，特别是对那些属性之间有一定相关性的分类问题。下面介绍一种更灵活的类条件概率      的建模方法。该方法不要求给定类的所有属性条件独立，而是</a:t>
            </a:r>
            <a:r>
              <a:rPr lang="en-US" altLang="zh-CN" sz="3600" b="1">
                <a:latin typeface="楷体" panose="02010609060101010101" charset="-122"/>
                <a:ea typeface="楷体" panose="02010609060101010101" charset="-122"/>
                <a:cs typeface="楷体" panose="02010609060101010101" charset="-122"/>
              </a:rPr>
              <a:t>允许指定哪些属性条件独立</a:t>
            </a:r>
            <a:r>
              <a:rPr lang="en-US" altLang="zh-CN" sz="3600">
                <a:latin typeface="楷体" panose="02010609060101010101" charset="-122"/>
                <a:ea typeface="楷体" panose="02010609060101010101" charset="-122"/>
                <a:cs typeface="楷体" panose="02010609060101010101" charset="-122"/>
              </a:rPr>
              <a:t>。</a:t>
            </a:r>
            <a:endParaRPr lang="en-US" altLang="zh-CN" sz="3600">
              <a:latin typeface="楷体" panose="02010609060101010101" charset="-122"/>
              <a:ea typeface="楷体" panose="02010609060101010101" charset="-122"/>
              <a:cs typeface="楷体" panose="02010609060101010101" charset="-122"/>
            </a:endParaRPr>
          </a:p>
          <a:p>
            <a:pPr marL="0" indent="0">
              <a:buNone/>
            </a:pPr>
            <a:r>
              <a:rPr lang="en-US" altLang="zh-CN" sz="2400">
                <a:latin typeface="楷体" panose="02010609060101010101" charset="-122"/>
                <a:ea typeface="楷体" panose="02010609060101010101" charset="-122"/>
                <a:cs typeface="楷体" panose="02010609060101010101" charset="-122"/>
              </a:rPr>
              <a:t> </a:t>
            </a:r>
            <a:endParaRPr lang="zh-CN" altLang="en-US" sz="2400">
              <a:latin typeface="楷体" panose="02010609060101010101" charset="-122"/>
              <a:ea typeface="楷体" panose="02010609060101010101" charset="-122"/>
              <a:cs typeface="楷体" panose="02010609060101010101" charset="-122"/>
            </a:endParaRPr>
          </a:p>
        </p:txBody>
      </p:sp>
      <p:graphicFrame>
        <p:nvGraphicFramePr>
          <p:cNvPr id="8" name="对象 -2147482474"/>
          <p:cNvGraphicFramePr>
            <a:graphicFrameLocks noChangeAspect="1"/>
          </p:cNvGraphicFramePr>
          <p:nvPr/>
        </p:nvGraphicFramePr>
        <p:xfrm>
          <a:off x="10490200" y="2457450"/>
          <a:ext cx="1179830" cy="568325"/>
        </p:xfrm>
        <a:graphic>
          <a:graphicData uri="http://schemas.openxmlformats.org/presentationml/2006/ole">
            <mc:AlternateContent xmlns:mc="http://schemas.openxmlformats.org/markup-compatibility/2006">
              <mc:Choice xmlns:v="urn:schemas-microsoft-com:vml" Requires="v">
                <p:oleObj spid="_x0000_s9" name="" r:id="rId1" imgW="558800" imgH="279400" progId="Equation.DSMT4">
                  <p:embed/>
                </p:oleObj>
              </mc:Choice>
              <mc:Fallback>
                <p:oleObj name="" r:id="rId1" imgW="558800" imgH="279400" progId="Equation.DSMT4">
                  <p:embed/>
                  <p:pic>
                    <p:nvPicPr>
                      <p:cNvPr id="0" name="图片 5"/>
                      <p:cNvPicPr/>
                      <p:nvPr/>
                    </p:nvPicPr>
                    <p:blipFill>
                      <a:blip r:embed="rId2"/>
                      <a:stretch>
                        <a:fillRect/>
                      </a:stretch>
                    </p:blipFill>
                    <p:spPr>
                      <a:xfrm>
                        <a:off x="10490200" y="2457450"/>
                        <a:ext cx="1179830" cy="568325"/>
                      </a:xfrm>
                      <a:prstGeom prst="rect">
                        <a:avLst/>
                      </a:prstGeom>
                      <a:noFill/>
                      <a:ln w="38100">
                        <a:noFill/>
                        <a:miter/>
                      </a:ln>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297940" y="1226185"/>
            <a:ext cx="10206355" cy="4719320"/>
          </a:xfrm>
        </p:spPr>
        <p:txBody>
          <a:bodyPr>
            <a:noAutofit/>
          </a:bodyPr>
          <a:p>
            <a:pPr marL="0" indent="0">
              <a:buNone/>
            </a:pPr>
            <a:r>
              <a:rPr lang="en-US" altLang="zh-CN" sz="2400">
                <a:latin typeface="楷体" panose="02010609060101010101" charset="-122"/>
                <a:ea typeface="楷体" panose="02010609060101010101" charset="-122"/>
                <a:cs typeface="楷体" panose="02010609060101010101" charset="-122"/>
                <a:sym typeface="+mn-ea"/>
              </a:rPr>
              <a:t> </a:t>
            </a:r>
            <a:r>
              <a:rPr lang="en-US" altLang="zh-CN" sz="2400" b="1">
                <a:latin typeface="楷体" panose="02010609060101010101" charset="-122"/>
                <a:ea typeface="楷体" panose="02010609060101010101" charset="-122"/>
                <a:cs typeface="楷体" panose="02010609060101010101" charset="-122"/>
                <a:sym typeface="+mn-ea"/>
              </a:rPr>
              <a:t>1.</a:t>
            </a:r>
            <a:r>
              <a:rPr lang="zh-CN" altLang="en-US" sz="2400" b="1">
                <a:latin typeface="楷体" panose="02010609060101010101" charset="-122"/>
                <a:ea typeface="楷体" panose="02010609060101010101" charset="-122"/>
                <a:cs typeface="楷体" panose="02010609060101010101" charset="-122"/>
                <a:sym typeface="+mn-ea"/>
              </a:rPr>
              <a:t>模型表示</a:t>
            </a:r>
            <a:endParaRPr lang="zh-CN" altLang="en-US" sz="2400" b="1">
              <a:latin typeface="楷体" panose="02010609060101010101" charset="-122"/>
              <a:ea typeface="楷体" panose="02010609060101010101" charset="-122"/>
              <a:cs typeface="楷体" panose="02010609060101010101" charset="-122"/>
            </a:endParaRPr>
          </a:p>
          <a:p>
            <a:pPr marL="0" indent="0">
              <a:buNone/>
            </a:pPr>
            <a:r>
              <a:rPr lang="zh-CN" altLang="en-US" sz="2400" b="1">
                <a:latin typeface="楷体" panose="02010609060101010101" charset="-122"/>
                <a:ea typeface="楷体" panose="02010609060101010101" charset="-122"/>
                <a:cs typeface="楷体" panose="02010609060101010101" charset="-122"/>
                <a:sym typeface="+mn-ea"/>
              </a:rPr>
              <a:t>  </a:t>
            </a:r>
            <a:r>
              <a:rPr lang="zh-CN" altLang="en-US" sz="2800" b="1">
                <a:solidFill>
                  <a:srgbClr val="C00000"/>
                </a:solidFill>
                <a:latin typeface="楷体" panose="02010609060101010101" charset="-122"/>
                <a:ea typeface="楷体" panose="02010609060101010101" charset="-122"/>
                <a:cs typeface="楷体" panose="02010609060101010101" charset="-122"/>
                <a:sym typeface="+mn-ea"/>
              </a:rPr>
              <a:t>贝叶斯信念网络</a:t>
            </a:r>
            <a:r>
              <a:rPr lang="zh-CN" altLang="en-US" sz="2800">
                <a:latin typeface="楷体" panose="02010609060101010101" charset="-122"/>
                <a:ea typeface="楷体" panose="02010609060101010101" charset="-122"/>
                <a:cs typeface="楷体" panose="02010609060101010101" charset="-122"/>
                <a:sym typeface="+mn-ea"/>
              </a:rPr>
              <a:t>（Bayesian Belief Networks，BBN）,简称贝叶斯网络，用图形表示一组随机变量之间的概率关系。贝叶斯网络有两个主要成分：</a:t>
            </a:r>
            <a:endParaRPr lang="zh-CN" altLang="en-US" sz="2800">
              <a:latin typeface="楷体" panose="02010609060101010101" charset="-122"/>
              <a:ea typeface="楷体" panose="02010609060101010101" charset="-122"/>
              <a:cs typeface="楷体" panose="02010609060101010101" charset="-122"/>
            </a:endParaRPr>
          </a:p>
          <a:p>
            <a:pPr marL="0" indent="0">
              <a:buNone/>
            </a:pPr>
            <a:r>
              <a:rPr lang="zh-CN" altLang="en-US" sz="2800">
                <a:latin typeface="楷体" panose="02010609060101010101" charset="-122"/>
                <a:ea typeface="楷体" panose="02010609060101010101" charset="-122"/>
                <a:cs typeface="楷体" panose="02010609060101010101" charset="-122"/>
                <a:sym typeface="+mn-ea"/>
              </a:rPr>
              <a:t>  （1）一个有向无环图（Directed  Acyclic Graph，DAG），表示变量之间的依赖关系。</a:t>
            </a:r>
            <a:endParaRPr lang="zh-CN" altLang="en-US" sz="2800">
              <a:latin typeface="楷体" panose="02010609060101010101" charset="-122"/>
              <a:ea typeface="楷体" panose="02010609060101010101" charset="-122"/>
              <a:cs typeface="楷体" panose="02010609060101010101" charset="-122"/>
            </a:endParaRPr>
          </a:p>
          <a:p>
            <a:pPr marL="0" indent="0">
              <a:buNone/>
            </a:pPr>
            <a:r>
              <a:rPr lang="zh-CN" altLang="en-US" sz="2800">
                <a:latin typeface="楷体" panose="02010609060101010101" charset="-122"/>
                <a:ea typeface="楷体" panose="02010609060101010101" charset="-122"/>
                <a:cs typeface="楷体" panose="02010609060101010101" charset="-122"/>
                <a:sym typeface="+mn-ea"/>
              </a:rPr>
              <a:t>  （2）一个概率表，把各结点和它的直接父结点关联起来。</a:t>
            </a:r>
            <a:endParaRPr lang="zh-CN" altLang="en-US" sz="2800">
              <a:latin typeface="楷体" panose="02010609060101010101" charset="-122"/>
              <a:ea typeface="楷体" panose="02010609060101010101" charset="-122"/>
              <a:cs typeface="楷体" panose="02010609060101010101" charset="-122"/>
            </a:endParaRPr>
          </a:p>
          <a:p>
            <a:pPr marL="0" indent="0">
              <a:buNone/>
            </a:pPr>
            <a:endParaRPr lang="zh-CN" altLang="en-US" sz="2800">
              <a:latin typeface="楷体" panose="02010609060101010101" charset="-122"/>
              <a:ea typeface="楷体" panose="02010609060101010101" charset="-122"/>
              <a:cs typeface="楷体" panose="02010609060101010101" charset="-122"/>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770062" y="666750"/>
            <a:ext cx="8915400" cy="3777622"/>
          </a:xfrm>
        </p:spPr>
        <p:txBody>
          <a:bodyPr/>
          <a:p>
            <a:r>
              <a:rPr lang="zh-CN" altLang="en-US" sz="2800">
                <a:latin typeface="楷体" panose="02010609060101010101" charset="-122"/>
                <a:ea typeface="楷体" panose="02010609060101010101" charset="-122"/>
                <a:cs typeface="楷体" panose="02010609060101010101" charset="-122"/>
                <a:sym typeface="+mn-ea"/>
              </a:rPr>
              <a:t>考虑三个随机变量</a:t>
            </a:r>
            <a:r>
              <a:rPr lang="en-US" altLang="zh-CN" sz="2800">
                <a:latin typeface="楷体" panose="02010609060101010101" charset="-122"/>
                <a:ea typeface="楷体" panose="02010609060101010101" charset="-122"/>
                <a:cs typeface="楷体" panose="02010609060101010101" charset="-122"/>
                <a:sym typeface="+mn-ea"/>
              </a:rPr>
              <a:t>A</a:t>
            </a:r>
            <a:r>
              <a:rPr lang="zh-CN" altLang="en-US" sz="2800">
                <a:latin typeface="楷体" panose="02010609060101010101" charset="-122"/>
                <a:ea typeface="楷体" panose="02010609060101010101" charset="-122"/>
                <a:cs typeface="楷体" panose="02010609060101010101" charset="-122"/>
                <a:sym typeface="+mn-ea"/>
              </a:rPr>
              <a:t>、</a:t>
            </a:r>
            <a:r>
              <a:rPr lang="en-US" altLang="zh-CN" sz="2800">
                <a:latin typeface="楷体" panose="02010609060101010101" charset="-122"/>
                <a:ea typeface="楷体" panose="02010609060101010101" charset="-122"/>
                <a:cs typeface="楷体" panose="02010609060101010101" charset="-122"/>
                <a:sym typeface="+mn-ea"/>
              </a:rPr>
              <a:t>B</a:t>
            </a:r>
            <a:r>
              <a:rPr lang="zh-CN" altLang="en-US" sz="2800">
                <a:latin typeface="楷体" panose="02010609060101010101" charset="-122"/>
                <a:ea typeface="楷体" panose="02010609060101010101" charset="-122"/>
                <a:cs typeface="楷体" panose="02010609060101010101" charset="-122"/>
                <a:sym typeface="+mn-ea"/>
              </a:rPr>
              <a:t>和</a:t>
            </a:r>
            <a:r>
              <a:rPr lang="en-US" altLang="zh-CN" sz="2800">
                <a:latin typeface="楷体" panose="02010609060101010101" charset="-122"/>
                <a:ea typeface="楷体" panose="02010609060101010101" charset="-122"/>
                <a:cs typeface="楷体" panose="02010609060101010101" charset="-122"/>
                <a:sym typeface="+mn-ea"/>
              </a:rPr>
              <a:t>C</a:t>
            </a:r>
            <a:r>
              <a:rPr lang="zh-CN" altLang="en-US" sz="2800">
                <a:latin typeface="楷体" panose="02010609060101010101" charset="-122"/>
                <a:ea typeface="楷体" panose="02010609060101010101" charset="-122"/>
                <a:cs typeface="楷体" panose="02010609060101010101" charset="-122"/>
                <a:sym typeface="+mn-ea"/>
              </a:rPr>
              <a:t>，其中</a:t>
            </a:r>
            <a:r>
              <a:rPr lang="en-US" altLang="zh-CN" sz="2800">
                <a:latin typeface="楷体" panose="02010609060101010101" charset="-122"/>
                <a:ea typeface="楷体" panose="02010609060101010101" charset="-122"/>
                <a:cs typeface="楷体" panose="02010609060101010101" charset="-122"/>
                <a:sym typeface="+mn-ea"/>
              </a:rPr>
              <a:t>A</a:t>
            </a:r>
            <a:r>
              <a:rPr lang="zh-CN" altLang="en-US" sz="2800">
                <a:latin typeface="楷体" panose="02010609060101010101" charset="-122"/>
                <a:ea typeface="楷体" panose="02010609060101010101" charset="-122"/>
                <a:cs typeface="楷体" panose="02010609060101010101" charset="-122"/>
                <a:sym typeface="+mn-ea"/>
              </a:rPr>
              <a:t>和</a:t>
            </a:r>
            <a:r>
              <a:rPr lang="en-US" altLang="zh-CN" sz="2800">
                <a:latin typeface="楷体" panose="02010609060101010101" charset="-122"/>
                <a:ea typeface="楷体" panose="02010609060101010101" charset="-122"/>
                <a:cs typeface="楷体" panose="02010609060101010101" charset="-122"/>
                <a:sym typeface="+mn-ea"/>
              </a:rPr>
              <a:t>B</a:t>
            </a:r>
            <a:r>
              <a:rPr lang="zh-CN" altLang="en-US" sz="2800">
                <a:latin typeface="楷体" panose="02010609060101010101" charset="-122"/>
                <a:ea typeface="楷体" panose="02010609060101010101" charset="-122"/>
                <a:cs typeface="楷体" panose="02010609060101010101" charset="-122"/>
                <a:sym typeface="+mn-ea"/>
              </a:rPr>
              <a:t>相互独立，并且都直接影响第三个变量</a:t>
            </a:r>
            <a:r>
              <a:rPr lang="en-US" altLang="zh-CN" sz="2800">
                <a:latin typeface="楷体" panose="02010609060101010101" charset="-122"/>
                <a:ea typeface="楷体" panose="02010609060101010101" charset="-122"/>
                <a:cs typeface="楷体" panose="02010609060101010101" charset="-122"/>
                <a:sym typeface="+mn-ea"/>
              </a:rPr>
              <a:t>C</a:t>
            </a:r>
            <a:r>
              <a:rPr lang="zh-CN" altLang="en-US" sz="2800">
                <a:latin typeface="楷体" panose="02010609060101010101" charset="-122"/>
                <a:ea typeface="楷体" panose="02010609060101010101" charset="-122"/>
                <a:cs typeface="楷体" panose="02010609060101010101" charset="-122"/>
                <a:sym typeface="+mn-ea"/>
              </a:rPr>
              <a:t>。三个之间的关系可以用图5-2（a）中的有向无环图概括。图中每个结点表示一个变量，每条弧表示变量之间的依赖关系，如果从</a:t>
            </a:r>
            <a:r>
              <a:rPr lang="en-US" altLang="zh-CN" sz="2800">
                <a:latin typeface="楷体" panose="02010609060101010101" charset="-122"/>
                <a:ea typeface="楷体" panose="02010609060101010101" charset="-122"/>
                <a:cs typeface="楷体" panose="02010609060101010101" charset="-122"/>
                <a:sym typeface="+mn-ea"/>
              </a:rPr>
              <a:t>X</a:t>
            </a:r>
            <a:r>
              <a:rPr lang="zh-CN" altLang="en-US" sz="2800">
                <a:latin typeface="楷体" panose="02010609060101010101" charset="-122"/>
                <a:ea typeface="楷体" panose="02010609060101010101" charset="-122"/>
                <a:cs typeface="楷体" panose="02010609060101010101" charset="-122"/>
                <a:sym typeface="+mn-ea"/>
              </a:rPr>
              <a:t>到</a:t>
            </a:r>
            <a:r>
              <a:rPr lang="en-US" altLang="zh-CN" sz="2800">
                <a:latin typeface="楷体" panose="02010609060101010101" charset="-122"/>
                <a:ea typeface="楷体" panose="02010609060101010101" charset="-122"/>
                <a:cs typeface="楷体" panose="02010609060101010101" charset="-122"/>
                <a:sym typeface="+mn-ea"/>
              </a:rPr>
              <a:t>Y</a:t>
            </a:r>
            <a:r>
              <a:rPr lang="zh-CN" altLang="en-US" sz="2800">
                <a:latin typeface="楷体" panose="02010609060101010101" charset="-122"/>
                <a:ea typeface="楷体" panose="02010609060101010101" charset="-122"/>
                <a:cs typeface="楷体" panose="02010609060101010101" charset="-122"/>
                <a:sym typeface="+mn-ea"/>
              </a:rPr>
              <a:t>有一条有向弧，则</a:t>
            </a:r>
            <a:r>
              <a:rPr lang="en-US" altLang="zh-CN" sz="2800">
                <a:latin typeface="楷体" panose="02010609060101010101" charset="-122"/>
                <a:ea typeface="楷体" panose="02010609060101010101" charset="-122"/>
                <a:cs typeface="楷体" panose="02010609060101010101" charset="-122"/>
                <a:sym typeface="+mn-ea"/>
              </a:rPr>
              <a:t>X</a:t>
            </a:r>
            <a:r>
              <a:rPr lang="zh-CN" altLang="en-US" sz="2800">
                <a:latin typeface="楷体" panose="02010609060101010101" charset="-122"/>
                <a:ea typeface="楷体" panose="02010609060101010101" charset="-122"/>
                <a:cs typeface="楷体" panose="02010609060101010101" charset="-122"/>
                <a:sym typeface="+mn-ea"/>
              </a:rPr>
              <a:t>是</a:t>
            </a:r>
            <a:r>
              <a:rPr lang="en-US" altLang="zh-CN" sz="2800">
                <a:latin typeface="楷体" panose="02010609060101010101" charset="-122"/>
                <a:ea typeface="楷体" panose="02010609060101010101" charset="-122"/>
                <a:cs typeface="楷体" panose="02010609060101010101" charset="-122"/>
                <a:sym typeface="+mn-ea"/>
              </a:rPr>
              <a:t>Y</a:t>
            </a:r>
            <a:r>
              <a:rPr lang="zh-CN" altLang="en-US" sz="2800">
                <a:latin typeface="楷体" panose="02010609060101010101" charset="-122"/>
                <a:ea typeface="楷体" panose="02010609060101010101" charset="-122"/>
                <a:cs typeface="楷体" panose="02010609060101010101" charset="-122"/>
                <a:sym typeface="+mn-ea"/>
              </a:rPr>
              <a:t>的父母，</a:t>
            </a:r>
            <a:r>
              <a:rPr lang="en-US" altLang="zh-CN" sz="2800">
                <a:latin typeface="楷体" panose="02010609060101010101" charset="-122"/>
                <a:ea typeface="楷体" panose="02010609060101010101" charset="-122"/>
                <a:cs typeface="楷体" panose="02010609060101010101" charset="-122"/>
                <a:sym typeface="+mn-ea"/>
              </a:rPr>
              <a:t>Y</a:t>
            </a:r>
            <a:r>
              <a:rPr lang="zh-CN" altLang="en-US" sz="2800">
                <a:latin typeface="楷体" panose="02010609060101010101" charset="-122"/>
                <a:ea typeface="楷体" panose="02010609060101010101" charset="-122"/>
                <a:cs typeface="楷体" panose="02010609060101010101" charset="-122"/>
                <a:sym typeface="+mn-ea"/>
              </a:rPr>
              <a:t>是</a:t>
            </a:r>
            <a:r>
              <a:rPr lang="en-US" altLang="zh-CN" sz="2800">
                <a:latin typeface="楷体" panose="02010609060101010101" charset="-122"/>
                <a:ea typeface="楷体" panose="02010609060101010101" charset="-122"/>
                <a:cs typeface="楷体" panose="02010609060101010101" charset="-122"/>
                <a:sym typeface="+mn-ea"/>
              </a:rPr>
              <a:t>X</a:t>
            </a:r>
            <a:r>
              <a:rPr lang="zh-CN" altLang="en-US" sz="2800">
                <a:latin typeface="楷体" panose="02010609060101010101" charset="-122"/>
                <a:ea typeface="楷体" panose="02010609060101010101" charset="-122"/>
                <a:cs typeface="楷体" panose="02010609060101010101" charset="-122"/>
                <a:sym typeface="+mn-ea"/>
              </a:rPr>
              <a:t>的子女，另外，如果网络中存在一条从</a:t>
            </a:r>
            <a:r>
              <a:rPr lang="en-US" altLang="zh-CN" sz="2800">
                <a:latin typeface="楷体" panose="02010609060101010101" charset="-122"/>
                <a:ea typeface="楷体" panose="02010609060101010101" charset="-122"/>
                <a:cs typeface="楷体" panose="02010609060101010101" charset="-122"/>
                <a:sym typeface="+mn-ea"/>
              </a:rPr>
              <a:t>X</a:t>
            </a:r>
            <a:r>
              <a:rPr lang="zh-CN" altLang="en-US" sz="2800">
                <a:latin typeface="楷体" panose="02010609060101010101" charset="-122"/>
                <a:ea typeface="楷体" panose="02010609060101010101" charset="-122"/>
                <a:cs typeface="楷体" panose="02010609060101010101" charset="-122"/>
                <a:sym typeface="+mn-ea"/>
              </a:rPr>
              <a:t>到</a:t>
            </a:r>
            <a:r>
              <a:rPr lang="en-US" altLang="zh-CN" sz="2800">
                <a:latin typeface="楷体" panose="02010609060101010101" charset="-122"/>
                <a:ea typeface="楷体" panose="02010609060101010101" charset="-122"/>
                <a:cs typeface="楷体" panose="02010609060101010101" charset="-122"/>
                <a:sym typeface="+mn-ea"/>
              </a:rPr>
              <a:t>Z</a:t>
            </a:r>
            <a:r>
              <a:rPr lang="zh-CN" altLang="en-US" sz="2800">
                <a:latin typeface="楷体" panose="02010609060101010101" charset="-122"/>
                <a:ea typeface="楷体" panose="02010609060101010101" charset="-122"/>
                <a:cs typeface="楷体" panose="02010609060101010101" charset="-122"/>
                <a:sym typeface="+mn-ea"/>
              </a:rPr>
              <a:t>的有向路径，则</a:t>
            </a:r>
            <a:r>
              <a:rPr lang="en-US" altLang="zh-CN" sz="2800">
                <a:latin typeface="楷体" panose="02010609060101010101" charset="-122"/>
                <a:ea typeface="楷体" panose="02010609060101010101" charset="-122"/>
                <a:cs typeface="楷体" panose="02010609060101010101" charset="-122"/>
                <a:sym typeface="+mn-ea"/>
              </a:rPr>
              <a:t>X</a:t>
            </a:r>
            <a:r>
              <a:rPr lang="zh-CN" altLang="en-US" sz="2800">
                <a:latin typeface="楷体" panose="02010609060101010101" charset="-122"/>
                <a:ea typeface="楷体" panose="02010609060101010101" charset="-122"/>
                <a:cs typeface="楷体" panose="02010609060101010101" charset="-122"/>
                <a:sym typeface="+mn-ea"/>
              </a:rPr>
              <a:t>是</a:t>
            </a:r>
            <a:r>
              <a:rPr lang="en-US" altLang="zh-CN" sz="2800">
                <a:latin typeface="楷体" panose="02010609060101010101" charset="-122"/>
                <a:ea typeface="楷体" panose="02010609060101010101" charset="-122"/>
                <a:cs typeface="楷体" panose="02010609060101010101" charset="-122"/>
                <a:sym typeface="+mn-ea"/>
              </a:rPr>
              <a:t>Z</a:t>
            </a:r>
            <a:r>
              <a:rPr lang="zh-CN" altLang="en-US" sz="2800">
                <a:latin typeface="楷体" panose="02010609060101010101" charset="-122"/>
                <a:ea typeface="楷体" panose="02010609060101010101" charset="-122"/>
                <a:cs typeface="楷体" panose="02010609060101010101" charset="-122"/>
                <a:sym typeface="+mn-ea"/>
              </a:rPr>
              <a:t>的祖先，而</a:t>
            </a:r>
            <a:r>
              <a:rPr lang="en-US" altLang="zh-CN" sz="2800">
                <a:latin typeface="楷体" panose="02010609060101010101" charset="-122"/>
                <a:ea typeface="楷体" panose="02010609060101010101" charset="-122"/>
                <a:cs typeface="楷体" panose="02010609060101010101" charset="-122"/>
                <a:sym typeface="+mn-ea"/>
              </a:rPr>
              <a:t>Z</a:t>
            </a:r>
            <a:r>
              <a:rPr lang="zh-CN" altLang="en-US" sz="2800">
                <a:latin typeface="楷体" panose="02010609060101010101" charset="-122"/>
                <a:ea typeface="楷体" panose="02010609060101010101" charset="-122"/>
                <a:cs typeface="楷体" panose="02010609060101010101" charset="-122"/>
                <a:sym typeface="+mn-ea"/>
              </a:rPr>
              <a:t>是</a:t>
            </a:r>
            <a:r>
              <a:rPr lang="en-US" altLang="zh-CN" sz="2800">
                <a:latin typeface="楷体" panose="02010609060101010101" charset="-122"/>
                <a:ea typeface="楷体" panose="02010609060101010101" charset="-122"/>
                <a:cs typeface="楷体" panose="02010609060101010101" charset="-122"/>
                <a:sym typeface="+mn-ea"/>
              </a:rPr>
              <a:t>X</a:t>
            </a:r>
            <a:r>
              <a:rPr lang="zh-CN" altLang="en-US" sz="2800">
                <a:latin typeface="楷体" panose="02010609060101010101" charset="-122"/>
                <a:ea typeface="楷体" panose="02010609060101010101" charset="-122"/>
                <a:cs typeface="楷体" panose="02010609060101010101" charset="-122"/>
                <a:sym typeface="+mn-ea"/>
              </a:rPr>
              <a:t>的后代。例如，在图5-2（b）中，</a:t>
            </a:r>
            <a:r>
              <a:rPr lang="en-US" altLang="zh-CN" sz="2800">
                <a:latin typeface="楷体" panose="02010609060101010101" charset="-122"/>
                <a:ea typeface="楷体" panose="02010609060101010101" charset="-122"/>
                <a:cs typeface="楷体" panose="02010609060101010101" charset="-122"/>
                <a:sym typeface="+mn-ea"/>
              </a:rPr>
              <a:t>D</a:t>
            </a:r>
            <a:r>
              <a:rPr lang="zh-CN" altLang="en-US" sz="2800">
                <a:latin typeface="楷体" panose="02010609060101010101" charset="-122"/>
                <a:ea typeface="楷体" panose="02010609060101010101" charset="-122"/>
                <a:cs typeface="楷体" panose="02010609060101010101" charset="-122"/>
                <a:sym typeface="+mn-ea"/>
              </a:rPr>
              <a:t>是</a:t>
            </a:r>
            <a:r>
              <a:rPr lang="en-US" altLang="zh-CN" sz="2800">
                <a:latin typeface="楷体" panose="02010609060101010101" charset="-122"/>
                <a:ea typeface="楷体" panose="02010609060101010101" charset="-122"/>
                <a:cs typeface="楷体" panose="02010609060101010101" charset="-122"/>
                <a:sym typeface="+mn-ea"/>
              </a:rPr>
              <a:t>B</a:t>
            </a:r>
            <a:r>
              <a:rPr lang="zh-CN" altLang="en-US" sz="2800">
                <a:latin typeface="楷体" panose="02010609060101010101" charset="-122"/>
                <a:ea typeface="楷体" panose="02010609060101010101" charset="-122"/>
                <a:cs typeface="楷体" panose="02010609060101010101" charset="-122"/>
                <a:sym typeface="+mn-ea"/>
              </a:rPr>
              <a:t>的后代，是的祖先，而且</a:t>
            </a:r>
            <a:r>
              <a:rPr lang="en-US" altLang="zh-CN" sz="2800">
                <a:latin typeface="楷体" panose="02010609060101010101" charset="-122"/>
                <a:ea typeface="楷体" panose="02010609060101010101" charset="-122"/>
                <a:cs typeface="楷体" panose="02010609060101010101" charset="-122"/>
                <a:sym typeface="+mn-ea"/>
              </a:rPr>
              <a:t>B</a:t>
            </a:r>
            <a:r>
              <a:rPr lang="zh-CN" altLang="en-US" sz="2800">
                <a:latin typeface="楷体" panose="02010609060101010101" charset="-122"/>
                <a:ea typeface="楷体" panose="02010609060101010101" charset="-122"/>
                <a:cs typeface="楷体" panose="02010609060101010101" charset="-122"/>
                <a:sym typeface="+mn-ea"/>
              </a:rPr>
              <a:t>和</a:t>
            </a:r>
            <a:r>
              <a:rPr lang="en-US" altLang="zh-CN" sz="2800">
                <a:latin typeface="楷体" panose="02010609060101010101" charset="-122"/>
                <a:ea typeface="楷体" panose="02010609060101010101" charset="-122"/>
                <a:cs typeface="楷体" panose="02010609060101010101" charset="-122"/>
                <a:sym typeface="+mn-ea"/>
              </a:rPr>
              <a:t>D</a:t>
            </a:r>
            <a:r>
              <a:rPr lang="zh-CN" altLang="en-US" sz="2800">
                <a:latin typeface="楷体" panose="02010609060101010101" charset="-122"/>
                <a:ea typeface="楷体" panose="02010609060101010101" charset="-122"/>
                <a:cs typeface="楷体" panose="02010609060101010101" charset="-122"/>
                <a:sym typeface="+mn-ea"/>
              </a:rPr>
              <a:t>都不是</a:t>
            </a:r>
            <a:r>
              <a:rPr lang="en-US" altLang="zh-CN" sz="2800">
                <a:latin typeface="楷体" panose="02010609060101010101" charset="-122"/>
                <a:ea typeface="楷体" panose="02010609060101010101" charset="-122"/>
                <a:cs typeface="楷体" panose="02010609060101010101" charset="-122"/>
                <a:sym typeface="+mn-ea"/>
              </a:rPr>
              <a:t>A</a:t>
            </a:r>
            <a:r>
              <a:rPr lang="zh-CN" altLang="en-US" sz="2800">
                <a:latin typeface="楷体" panose="02010609060101010101" charset="-122"/>
                <a:ea typeface="楷体" panose="02010609060101010101" charset="-122"/>
                <a:cs typeface="楷体" panose="02010609060101010101" charset="-122"/>
                <a:sym typeface="+mn-ea"/>
              </a:rPr>
              <a:t>的后代结点。</a:t>
            </a:r>
            <a:endParaRPr lang="zh-CN" altLang="en-US" sz="2800">
              <a:latin typeface="楷体" panose="02010609060101010101" charset="-122"/>
              <a:ea typeface="楷体" panose="02010609060101010101" charset="-122"/>
              <a:cs typeface="楷体" panose="02010609060101010101" charset="-122"/>
              <a:sym typeface="+mn-ea"/>
            </a:endParaRPr>
          </a:p>
          <a:p>
            <a:endParaRPr lang="zh-CN" altLang="en-US" sz="2800">
              <a:latin typeface="楷体" panose="02010609060101010101" charset="-122"/>
              <a:ea typeface="楷体" panose="02010609060101010101" charset="-122"/>
              <a:cs typeface="楷体" panose="02010609060101010101" charset="-122"/>
              <a:sym typeface="+mn-ea"/>
            </a:endParaRPr>
          </a:p>
        </p:txBody>
      </p:sp>
      <p:graphicFrame>
        <p:nvGraphicFramePr>
          <p:cNvPr id="4" name="对象 -2147482448"/>
          <p:cNvGraphicFramePr>
            <a:graphicFrameLocks noChangeAspect="1"/>
          </p:cNvGraphicFramePr>
          <p:nvPr/>
        </p:nvGraphicFramePr>
        <p:xfrm>
          <a:off x="2129155" y="4444365"/>
          <a:ext cx="9090025" cy="2150110"/>
        </p:xfrm>
        <a:graphic>
          <a:graphicData uri="http://schemas.openxmlformats.org/presentationml/2006/ole">
            <mc:AlternateContent xmlns:mc="http://schemas.openxmlformats.org/markup-compatibility/2006">
              <mc:Choice xmlns:v="urn:schemas-microsoft-com:vml" Requires="v">
                <p:oleObj spid="_x0000_s3076" name="" r:id="rId1" imgW="5276215" imgH="1586230" progId="Word.Document.8">
                  <p:embed/>
                </p:oleObj>
              </mc:Choice>
              <mc:Fallback>
                <p:oleObj name="" r:id="rId1" imgW="5276215" imgH="1586230" progId="Word.Document.8">
                  <p:embed/>
                  <p:pic>
                    <p:nvPicPr>
                      <p:cNvPr id="0" name="图片 3075"/>
                      <p:cNvPicPr/>
                      <p:nvPr/>
                    </p:nvPicPr>
                    <p:blipFill>
                      <a:blip r:embed="rId2"/>
                      <a:stretch>
                        <a:fillRect/>
                      </a:stretch>
                    </p:blipFill>
                    <p:spPr>
                      <a:xfrm>
                        <a:off x="2129155" y="4444365"/>
                        <a:ext cx="9090025" cy="2150110"/>
                      </a:xfrm>
                      <a:prstGeom prst="rect">
                        <a:avLst/>
                      </a:prstGeom>
                      <a:noFill/>
                      <a:ln w="38100">
                        <a:noFill/>
                        <a:miter/>
                      </a:ln>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681480" y="393700"/>
            <a:ext cx="10426700" cy="6464300"/>
          </a:xfrm>
        </p:spPr>
        <p:txBody>
          <a:bodyPr/>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r>
              <a:rPr lang="zh-CN" altLang="en-US" sz="2400">
                <a:latin typeface="楷体" panose="02010609060101010101" charset="-122"/>
                <a:ea typeface="楷体" panose="02010609060101010101" charset="-122"/>
                <a:cs typeface="楷体" panose="02010609060101010101" charset="-122"/>
              </a:rPr>
              <a:t>  贝叶斯网络有一个重要的性质，即贝叶斯网络中的一个结点，如果它的父母结点已知，则它条件独立于它的所有非后代结点。图5-2（b）中给定变量C,则</a:t>
            </a:r>
            <a:r>
              <a:rPr lang="zh-CN" altLang="en-US" sz="2400">
                <a:latin typeface="楷体" panose="02010609060101010101" charset="-122"/>
                <a:ea typeface="楷体" panose="02010609060101010101" charset="-122"/>
                <a:cs typeface="楷体" panose="02010609060101010101" charset="-122"/>
              </a:rPr>
              <a:t>A条件独立于B和D,因为B和D都是A的非后代结点。朴素贝叶斯分类器中的条件独立假设也可以用贝叶斯网络来表示，如图5-2（c）所示，其中y是目标类，</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rPr>
              <a:t>         是属性集。</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rPr>
              <a:t>  在贝叶斯信念网中，除了网络拓扑结构要求的条件独立性外，每个结点还关联一个概率表。如果结点X没有父母结点，则表中只包含先验概率    </a:t>
            </a:r>
            <a:r>
              <a:rPr lang="en-US" altLang="zh-CN" sz="2400">
                <a:latin typeface="楷体" panose="02010609060101010101" charset="-122"/>
                <a:ea typeface="楷体" panose="02010609060101010101" charset="-122"/>
                <a:cs typeface="楷体" panose="02010609060101010101" charset="-122"/>
              </a:rPr>
              <a:t>,，如果结点X只有一个父母结点Y，则表中包含条件概率      ，如果结点X有多个父母结点         ，则表中包含条件概率      </a:t>
            </a:r>
            <a:r>
              <a:rPr lang="en-US" altLang="zh-CN" sz="2000">
                <a:latin typeface="楷体" panose="02010609060101010101" charset="-122"/>
                <a:ea typeface="楷体" panose="02010609060101010101" charset="-122"/>
                <a:cs typeface="楷体" panose="02010609060101010101" charset="-122"/>
              </a:rPr>
              <a:t>      </a:t>
            </a:r>
            <a:r>
              <a:rPr lang="zh-CN" altLang="en-US" sz="2000">
                <a:latin typeface="楷体" panose="02010609060101010101" charset="-122"/>
                <a:ea typeface="楷体" panose="02010609060101010101" charset="-122"/>
                <a:cs typeface="楷体" panose="02010609060101010101" charset="-122"/>
              </a:rPr>
              <a:t>。</a:t>
            </a:r>
            <a:endParaRPr lang="zh-CN" altLang="en-US" sz="2000">
              <a:latin typeface="楷体" panose="02010609060101010101" charset="-122"/>
              <a:ea typeface="楷体" panose="02010609060101010101" charset="-122"/>
              <a:cs typeface="楷体" panose="02010609060101010101" charset="-122"/>
            </a:endParaRPr>
          </a:p>
          <a:p>
            <a:pPr marL="0" indent="0">
              <a:buNone/>
            </a:pPr>
            <a:r>
              <a:rPr lang="zh-CN" altLang="en-US" sz="2000">
                <a:latin typeface="楷体" panose="02010609060101010101" charset="-122"/>
                <a:ea typeface="楷体" panose="02010609060101010101" charset="-122"/>
                <a:cs typeface="楷体" panose="02010609060101010101" charset="-122"/>
              </a:rPr>
              <a:t> </a:t>
            </a:r>
            <a:endParaRPr lang="zh-CN" altLang="en-US" sz="2000">
              <a:latin typeface="楷体" panose="02010609060101010101" charset="-122"/>
              <a:ea typeface="楷体" panose="02010609060101010101" charset="-122"/>
              <a:cs typeface="楷体" panose="02010609060101010101" charset="-122"/>
            </a:endParaRPr>
          </a:p>
        </p:txBody>
      </p:sp>
      <p:graphicFrame>
        <p:nvGraphicFramePr>
          <p:cNvPr id="4" name="对象 -2147482447"/>
          <p:cNvGraphicFramePr>
            <a:graphicFrameLocks noChangeAspect="1"/>
          </p:cNvGraphicFramePr>
          <p:nvPr/>
        </p:nvGraphicFramePr>
        <p:xfrm>
          <a:off x="1692910" y="4070985"/>
          <a:ext cx="1428115" cy="366395"/>
        </p:xfrm>
        <a:graphic>
          <a:graphicData uri="http://schemas.openxmlformats.org/presentationml/2006/ole">
            <mc:AlternateContent xmlns:mc="http://schemas.openxmlformats.org/markup-compatibility/2006">
              <mc:Choice xmlns:v="urn:schemas-microsoft-com:vml" Requires="v">
                <p:oleObj spid="_x0000_s5" name="" r:id="rId1" imgW="1002665" imgH="254000" progId="Equation.DSMT4">
                  <p:embed/>
                </p:oleObj>
              </mc:Choice>
              <mc:Fallback>
                <p:oleObj name="" r:id="rId1" imgW="1002665" imgH="254000" progId="Equation.DSMT4">
                  <p:embed/>
                  <p:pic>
                    <p:nvPicPr>
                      <p:cNvPr id="0" name="图片 3"/>
                      <p:cNvPicPr/>
                      <p:nvPr/>
                    </p:nvPicPr>
                    <p:blipFill>
                      <a:blip r:embed="rId2"/>
                      <a:stretch>
                        <a:fillRect/>
                      </a:stretch>
                    </p:blipFill>
                    <p:spPr>
                      <a:xfrm>
                        <a:off x="1692910" y="4070985"/>
                        <a:ext cx="1428115" cy="366395"/>
                      </a:xfrm>
                      <a:prstGeom prst="rect">
                        <a:avLst/>
                      </a:prstGeom>
                      <a:noFill/>
                      <a:ln w="38100">
                        <a:noFill/>
                        <a:miter/>
                      </a:ln>
                    </p:spPr>
                  </p:pic>
                </p:oleObj>
              </mc:Fallback>
            </mc:AlternateContent>
          </a:graphicData>
        </a:graphic>
      </p:graphicFrame>
      <p:graphicFrame>
        <p:nvGraphicFramePr>
          <p:cNvPr id="6" name="对象 -2147482446"/>
          <p:cNvGraphicFramePr>
            <a:graphicFrameLocks noChangeAspect="1"/>
          </p:cNvGraphicFramePr>
          <p:nvPr/>
        </p:nvGraphicFramePr>
        <p:xfrm>
          <a:off x="10800080" y="4924425"/>
          <a:ext cx="528955" cy="318770"/>
        </p:xfrm>
        <a:graphic>
          <a:graphicData uri="http://schemas.openxmlformats.org/presentationml/2006/ole">
            <mc:AlternateContent xmlns:mc="http://schemas.openxmlformats.org/markup-compatibility/2006">
              <mc:Choice xmlns:v="urn:schemas-microsoft-com:vml" Requires="v">
                <p:oleObj spid="_x0000_s7" name="" r:id="rId3" imgW="419100" imgH="254000" progId="Equation.DSMT4">
                  <p:embed/>
                </p:oleObj>
              </mc:Choice>
              <mc:Fallback>
                <p:oleObj name="" r:id="rId3" imgW="419100" imgH="254000" progId="Equation.DSMT4">
                  <p:embed/>
                  <p:pic>
                    <p:nvPicPr>
                      <p:cNvPr id="0" name="图片 4"/>
                      <p:cNvPicPr/>
                      <p:nvPr/>
                    </p:nvPicPr>
                    <p:blipFill>
                      <a:blip r:embed="rId4"/>
                      <a:stretch>
                        <a:fillRect/>
                      </a:stretch>
                    </p:blipFill>
                    <p:spPr>
                      <a:xfrm>
                        <a:off x="10800080" y="4924425"/>
                        <a:ext cx="528955" cy="318770"/>
                      </a:xfrm>
                      <a:prstGeom prst="rect">
                        <a:avLst/>
                      </a:prstGeom>
                      <a:noFill/>
                      <a:ln w="38100">
                        <a:noFill/>
                        <a:miter/>
                      </a:ln>
                    </p:spPr>
                  </p:pic>
                </p:oleObj>
              </mc:Fallback>
            </mc:AlternateContent>
          </a:graphicData>
        </a:graphic>
      </p:graphicFrame>
      <p:graphicFrame>
        <p:nvGraphicFramePr>
          <p:cNvPr id="8" name="对象 -2147482445"/>
          <p:cNvGraphicFramePr>
            <a:graphicFrameLocks noChangeAspect="1"/>
          </p:cNvGraphicFramePr>
          <p:nvPr/>
        </p:nvGraphicFramePr>
        <p:xfrm>
          <a:off x="8840470" y="5244465"/>
          <a:ext cx="763905" cy="367665"/>
        </p:xfrm>
        <a:graphic>
          <a:graphicData uri="http://schemas.openxmlformats.org/presentationml/2006/ole">
            <mc:AlternateContent xmlns:mc="http://schemas.openxmlformats.org/markup-compatibility/2006">
              <mc:Choice xmlns:v="urn:schemas-microsoft-com:vml" Requires="v">
                <p:oleObj spid="_x0000_s9" name="" r:id="rId5" imgW="558800" imgH="279400" progId="Equation.DSMT4">
                  <p:embed/>
                </p:oleObj>
              </mc:Choice>
              <mc:Fallback>
                <p:oleObj name="" r:id="rId5" imgW="558800" imgH="279400" progId="Equation.DSMT4">
                  <p:embed/>
                  <p:pic>
                    <p:nvPicPr>
                      <p:cNvPr id="0" name="图片 5"/>
                      <p:cNvPicPr/>
                      <p:nvPr/>
                    </p:nvPicPr>
                    <p:blipFill>
                      <a:blip r:embed="rId6"/>
                      <a:stretch>
                        <a:fillRect/>
                      </a:stretch>
                    </p:blipFill>
                    <p:spPr>
                      <a:xfrm>
                        <a:off x="8840470" y="5244465"/>
                        <a:ext cx="763905" cy="367665"/>
                      </a:xfrm>
                      <a:prstGeom prst="rect">
                        <a:avLst/>
                      </a:prstGeom>
                      <a:noFill/>
                      <a:ln w="38100">
                        <a:noFill/>
                        <a:miter/>
                      </a:ln>
                    </p:spPr>
                  </p:pic>
                </p:oleObj>
              </mc:Fallback>
            </mc:AlternateContent>
          </a:graphicData>
        </a:graphic>
      </p:graphicFrame>
      <p:graphicFrame>
        <p:nvGraphicFramePr>
          <p:cNvPr id="10" name="对象 -2147482444"/>
          <p:cNvGraphicFramePr>
            <a:graphicFrameLocks noChangeAspect="1"/>
          </p:cNvGraphicFramePr>
          <p:nvPr/>
        </p:nvGraphicFramePr>
        <p:xfrm>
          <a:off x="3409950" y="5560695"/>
          <a:ext cx="1323975" cy="411480"/>
        </p:xfrm>
        <a:graphic>
          <a:graphicData uri="http://schemas.openxmlformats.org/presentationml/2006/ole">
            <mc:AlternateContent xmlns:mc="http://schemas.openxmlformats.org/markup-compatibility/2006">
              <mc:Choice xmlns:v="urn:schemas-microsoft-com:vml" Requires="v">
                <p:oleObj spid="_x0000_s11" name="" r:id="rId7" imgW="825500" imgH="254000" progId="Equation.DSMT4">
                  <p:embed/>
                </p:oleObj>
              </mc:Choice>
              <mc:Fallback>
                <p:oleObj name="" r:id="rId7" imgW="825500" imgH="254000" progId="Equation.DSMT4">
                  <p:embed/>
                  <p:pic>
                    <p:nvPicPr>
                      <p:cNvPr id="0" name="图片 6"/>
                      <p:cNvPicPr/>
                      <p:nvPr/>
                    </p:nvPicPr>
                    <p:blipFill>
                      <a:blip r:embed="rId8"/>
                      <a:stretch>
                        <a:fillRect/>
                      </a:stretch>
                    </p:blipFill>
                    <p:spPr>
                      <a:xfrm>
                        <a:off x="3409950" y="5560695"/>
                        <a:ext cx="1323975" cy="411480"/>
                      </a:xfrm>
                      <a:prstGeom prst="rect">
                        <a:avLst/>
                      </a:prstGeom>
                      <a:noFill/>
                      <a:ln w="38100">
                        <a:noFill/>
                        <a:miter/>
                      </a:ln>
                    </p:spPr>
                  </p:pic>
                </p:oleObj>
              </mc:Fallback>
            </mc:AlternateContent>
          </a:graphicData>
        </a:graphic>
      </p:graphicFrame>
      <p:graphicFrame>
        <p:nvGraphicFramePr>
          <p:cNvPr id="14" name="对象 -2147482448"/>
          <p:cNvGraphicFramePr>
            <a:graphicFrameLocks noChangeAspect="1"/>
          </p:cNvGraphicFramePr>
          <p:nvPr/>
        </p:nvGraphicFramePr>
        <p:xfrm>
          <a:off x="1960245" y="147955"/>
          <a:ext cx="9090025" cy="2150110"/>
        </p:xfrm>
        <a:graphic>
          <a:graphicData uri="http://schemas.openxmlformats.org/presentationml/2006/ole">
            <mc:AlternateContent xmlns:mc="http://schemas.openxmlformats.org/markup-compatibility/2006">
              <mc:Choice xmlns:v="urn:schemas-microsoft-com:vml" Requires="v">
                <p:oleObj spid="_x0000_s15" name="" r:id="rId9" imgW="5276215" imgH="1586230" progId="Word.Document.8">
                  <p:embed/>
                </p:oleObj>
              </mc:Choice>
              <mc:Fallback>
                <p:oleObj name="" r:id="rId9" imgW="5276215" imgH="1586230" progId="Word.Document.8">
                  <p:embed/>
                  <p:pic>
                    <p:nvPicPr>
                      <p:cNvPr id="0" name="图片 3075"/>
                      <p:cNvPicPr/>
                      <p:nvPr/>
                    </p:nvPicPr>
                    <p:blipFill>
                      <a:blip r:embed="rId10"/>
                      <a:stretch>
                        <a:fillRect/>
                      </a:stretch>
                    </p:blipFill>
                    <p:spPr>
                      <a:xfrm>
                        <a:off x="1960245" y="147955"/>
                        <a:ext cx="9090025" cy="2150110"/>
                      </a:xfrm>
                      <a:prstGeom prst="rect">
                        <a:avLst/>
                      </a:prstGeom>
                      <a:noFill/>
                      <a:ln w="38100">
                        <a:noFill/>
                        <a:miter/>
                      </a:ln>
                    </p:spPr>
                  </p:pic>
                </p:oleObj>
              </mc:Fallback>
            </mc:AlternateContent>
          </a:graphicData>
        </a:graphic>
      </p:graphicFrame>
      <p:graphicFrame>
        <p:nvGraphicFramePr>
          <p:cNvPr id="16" name="对象 -2147482443"/>
          <p:cNvGraphicFramePr>
            <a:graphicFrameLocks noChangeAspect="1"/>
          </p:cNvGraphicFramePr>
          <p:nvPr/>
        </p:nvGraphicFramePr>
        <p:xfrm>
          <a:off x="7780020" y="5622925"/>
          <a:ext cx="1462405" cy="358140"/>
        </p:xfrm>
        <a:graphic>
          <a:graphicData uri="http://schemas.openxmlformats.org/presentationml/2006/ole">
            <mc:AlternateContent xmlns:mc="http://schemas.openxmlformats.org/markup-compatibility/2006">
              <mc:Choice xmlns:v="urn:schemas-microsoft-com:vml" Requires="v">
                <p:oleObj spid="_x0000_s17" name="" r:id="rId11" imgW="1117600" imgH="279400" progId="Equation.DSMT4">
                  <p:embed/>
                </p:oleObj>
              </mc:Choice>
              <mc:Fallback>
                <p:oleObj name="" r:id="rId11" imgW="1117600" imgH="279400" progId="Equation.DSMT4">
                  <p:embed/>
                  <p:pic>
                    <p:nvPicPr>
                      <p:cNvPr id="0" name="图片 7"/>
                      <p:cNvPicPr/>
                      <p:nvPr/>
                    </p:nvPicPr>
                    <p:blipFill>
                      <a:blip r:embed="rId12"/>
                      <a:stretch>
                        <a:fillRect/>
                      </a:stretch>
                    </p:blipFill>
                    <p:spPr>
                      <a:xfrm>
                        <a:off x="7780020" y="5622925"/>
                        <a:ext cx="1462405" cy="358140"/>
                      </a:xfrm>
                      <a:prstGeom prst="rect">
                        <a:avLst/>
                      </a:prstGeom>
                      <a:noFill/>
                      <a:ln w="38100">
                        <a:noFill/>
                        <a:miter/>
                      </a:ln>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578610" y="-183515"/>
            <a:ext cx="10426700" cy="6464300"/>
          </a:xfrm>
        </p:spPr>
        <p:txBody>
          <a:bodyPr/>
          <a:p>
            <a:pPr marL="0" indent="0">
              <a:buNone/>
            </a:pPr>
            <a:endParaRPr lang="zh-CN" altLang="en-US"/>
          </a:p>
          <a:p>
            <a:pPr marL="0" indent="0">
              <a:buNone/>
            </a:pPr>
            <a:r>
              <a:rPr lang="zh-CN" altLang="en-US" sz="2400">
                <a:latin typeface="楷体" panose="02010609060101010101" charset="-122"/>
                <a:ea typeface="楷体" panose="02010609060101010101" charset="-122"/>
                <a:cs typeface="楷体" panose="02010609060101010101" charset="-122"/>
              </a:rPr>
              <a:t>  图5-3所示是贝叶斯网络的一个例子，即对心脏病或心口痛患者建模。假设图中每个变量都是二值的，心脏病结点（HD）的父母结点对应于影响该疾病的危险因素，例如锻炼（E）和饮食（D）等。心脏病结点的子结点对应于该病的症状，如胸痛（CP）和高血压（BP）等。如图5-3所示，心口痛（HB）可能源于不健康的饮食，同时又可能导致胸痛。</a:t>
            </a:r>
            <a:endParaRPr lang="zh-CN" altLang="en-US" sz="2400">
              <a:latin typeface="楷体" panose="02010609060101010101" charset="-122"/>
              <a:ea typeface="楷体" panose="02010609060101010101" charset="-122"/>
              <a:cs typeface="楷体" panose="02010609060101010101" charset="-122"/>
            </a:endParaRPr>
          </a:p>
        </p:txBody>
      </p:sp>
      <p:graphicFrame>
        <p:nvGraphicFramePr>
          <p:cNvPr id="2" name="对象 -2147482442"/>
          <p:cNvGraphicFramePr>
            <a:graphicFrameLocks noChangeAspect="1"/>
          </p:cNvGraphicFramePr>
          <p:nvPr/>
        </p:nvGraphicFramePr>
        <p:xfrm>
          <a:off x="2331720" y="2315845"/>
          <a:ext cx="7527925" cy="4542155"/>
        </p:xfrm>
        <a:graphic>
          <a:graphicData uri="http://schemas.openxmlformats.org/presentationml/2006/ole">
            <mc:AlternateContent xmlns:mc="http://schemas.openxmlformats.org/markup-compatibility/2006">
              <mc:Choice xmlns:v="urn:schemas-microsoft-com:vml" Requires="v">
                <p:oleObj spid="_x0000_s3076" name="" r:id="rId1" imgW="5390515" imgH="3869690" progId="Word.Document.8">
                  <p:embed/>
                </p:oleObj>
              </mc:Choice>
              <mc:Fallback>
                <p:oleObj name="" r:id="rId1" imgW="5390515" imgH="3869690" progId="Word.Document.8">
                  <p:embed/>
                  <p:pic>
                    <p:nvPicPr>
                      <p:cNvPr id="0" name="图片 3075"/>
                      <p:cNvPicPr/>
                      <p:nvPr/>
                    </p:nvPicPr>
                    <p:blipFill>
                      <a:blip r:embed="rId2"/>
                      <a:stretch>
                        <a:fillRect/>
                      </a:stretch>
                    </p:blipFill>
                    <p:spPr>
                      <a:xfrm>
                        <a:off x="2331720" y="2315845"/>
                        <a:ext cx="7527925" cy="4542155"/>
                      </a:xfrm>
                      <a:prstGeom prst="rect">
                        <a:avLst/>
                      </a:prstGeom>
                      <a:noFill/>
                      <a:ln w="38100">
                        <a:noFill/>
                        <a:miter/>
                      </a:ln>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280795" y="723265"/>
            <a:ext cx="10600055" cy="6455410"/>
          </a:xfrm>
        </p:spPr>
        <p:txBody>
          <a:bodyPr/>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r>
              <a:rPr lang="zh-CN" altLang="en-US" sz="2400">
                <a:latin typeface="楷体" panose="02010609060101010101" charset="-122"/>
                <a:ea typeface="楷体" panose="02010609060101010101" charset="-122"/>
              </a:rPr>
              <a:t>  影响疾病的危险因素对应的结点只包含先验概率，而心脏病、心口痛以及它们的相应症状所对应的结点都包含条件概率。为了节省空间，图中省略了一些概率。注意               ，                ，其中  表示与  相反的结果，因此，省略的概率可以很易求得。例如，条件概率：</a:t>
            </a:r>
            <a:endParaRPr lang="zh-CN" altLang="en-US" sz="2400">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r>
              <a:rPr lang="zh-CN" altLang="en-US">
                <a:latin typeface="楷体" panose="02010609060101010101" charset="-122"/>
                <a:ea typeface="楷体" panose="02010609060101010101" charset="-122"/>
              </a:rPr>
              <a:t>  </a:t>
            </a:r>
            <a:endParaRPr lang="zh-CN" altLang="en-US">
              <a:latin typeface="楷体" panose="02010609060101010101" charset="-122"/>
              <a:ea typeface="楷体" panose="02010609060101010101" charset="-122"/>
            </a:endParaRPr>
          </a:p>
        </p:txBody>
      </p:sp>
      <p:graphicFrame>
        <p:nvGraphicFramePr>
          <p:cNvPr id="2" name="对象 -2147482442"/>
          <p:cNvGraphicFramePr>
            <a:graphicFrameLocks noChangeAspect="1"/>
          </p:cNvGraphicFramePr>
          <p:nvPr/>
        </p:nvGraphicFramePr>
        <p:xfrm>
          <a:off x="2504440" y="175895"/>
          <a:ext cx="6828155" cy="4120515"/>
        </p:xfrm>
        <a:graphic>
          <a:graphicData uri="http://schemas.openxmlformats.org/presentationml/2006/ole">
            <mc:AlternateContent xmlns:mc="http://schemas.openxmlformats.org/markup-compatibility/2006">
              <mc:Choice xmlns:v="urn:schemas-microsoft-com:vml" Requires="v">
                <p:oleObj spid="_x0000_s3076" name="" r:id="rId1" imgW="5390515" imgH="3869690" progId="Word.Document.8">
                  <p:embed/>
                </p:oleObj>
              </mc:Choice>
              <mc:Fallback>
                <p:oleObj name="" r:id="rId1" imgW="5390515" imgH="3869690" progId="Word.Document.8">
                  <p:embed/>
                  <p:pic>
                    <p:nvPicPr>
                      <p:cNvPr id="0" name="图片 3075"/>
                      <p:cNvPicPr/>
                      <p:nvPr/>
                    </p:nvPicPr>
                    <p:blipFill>
                      <a:blip r:embed="rId2"/>
                      <a:stretch>
                        <a:fillRect/>
                      </a:stretch>
                    </p:blipFill>
                    <p:spPr>
                      <a:xfrm>
                        <a:off x="2504440" y="175895"/>
                        <a:ext cx="6828155" cy="4120515"/>
                      </a:xfrm>
                      <a:prstGeom prst="rect">
                        <a:avLst/>
                      </a:prstGeom>
                      <a:noFill/>
                      <a:ln w="38100">
                        <a:noFill/>
                        <a:miter/>
                      </a:ln>
                    </p:spPr>
                  </p:pic>
                </p:oleObj>
              </mc:Fallback>
            </mc:AlternateContent>
          </a:graphicData>
        </a:graphic>
      </p:graphicFrame>
      <p:graphicFrame>
        <p:nvGraphicFramePr>
          <p:cNvPr id="4" name="对象 -2147482441"/>
          <p:cNvGraphicFramePr>
            <a:graphicFrameLocks noChangeAspect="1"/>
          </p:cNvGraphicFramePr>
          <p:nvPr/>
        </p:nvGraphicFramePr>
        <p:xfrm>
          <a:off x="3082290" y="5066665"/>
          <a:ext cx="2015490" cy="389255"/>
        </p:xfrm>
        <a:graphic>
          <a:graphicData uri="http://schemas.openxmlformats.org/presentationml/2006/ole">
            <mc:AlternateContent xmlns:mc="http://schemas.openxmlformats.org/markup-compatibility/2006">
              <mc:Choice xmlns:v="urn:schemas-microsoft-com:vml" Requires="v">
                <p:oleObj spid="_x0000_s5" name="" r:id="rId3" imgW="1574800" imgH="304800" progId="Equation.DSMT4">
                  <p:embed/>
                </p:oleObj>
              </mc:Choice>
              <mc:Fallback>
                <p:oleObj name="" r:id="rId3" imgW="1574800" imgH="304800" progId="Equation.DSMT4">
                  <p:embed/>
                  <p:pic>
                    <p:nvPicPr>
                      <p:cNvPr id="0" name="图片 3"/>
                      <p:cNvPicPr/>
                      <p:nvPr/>
                    </p:nvPicPr>
                    <p:blipFill>
                      <a:blip r:embed="rId4"/>
                      <a:stretch>
                        <a:fillRect/>
                      </a:stretch>
                    </p:blipFill>
                    <p:spPr>
                      <a:xfrm>
                        <a:off x="3082290" y="5066665"/>
                        <a:ext cx="2015490" cy="389255"/>
                      </a:xfrm>
                      <a:prstGeom prst="rect">
                        <a:avLst/>
                      </a:prstGeom>
                      <a:noFill/>
                      <a:ln w="38100">
                        <a:noFill/>
                        <a:miter/>
                      </a:ln>
                    </p:spPr>
                  </p:pic>
                </p:oleObj>
              </mc:Fallback>
            </mc:AlternateContent>
          </a:graphicData>
        </a:graphic>
      </p:graphicFrame>
      <p:graphicFrame>
        <p:nvGraphicFramePr>
          <p:cNvPr id="6" name="对象 -2147482440"/>
          <p:cNvGraphicFramePr>
            <a:graphicFrameLocks noChangeAspect="1"/>
          </p:cNvGraphicFramePr>
          <p:nvPr/>
        </p:nvGraphicFramePr>
        <p:xfrm>
          <a:off x="5484495" y="5099685"/>
          <a:ext cx="2634615" cy="431165"/>
        </p:xfrm>
        <a:graphic>
          <a:graphicData uri="http://schemas.openxmlformats.org/presentationml/2006/ole">
            <mc:AlternateContent xmlns:mc="http://schemas.openxmlformats.org/markup-compatibility/2006">
              <mc:Choice xmlns:v="urn:schemas-microsoft-com:vml" Requires="v">
                <p:oleObj spid="_x0000_s7" name="" r:id="rId5" imgW="1854200" imgH="304800" progId="Equation.DSMT4">
                  <p:embed/>
                </p:oleObj>
              </mc:Choice>
              <mc:Fallback>
                <p:oleObj name="" r:id="rId5" imgW="1854200" imgH="304800" progId="Equation.DSMT4">
                  <p:embed/>
                  <p:pic>
                    <p:nvPicPr>
                      <p:cNvPr id="0" name="图片 4"/>
                      <p:cNvPicPr/>
                      <p:nvPr/>
                    </p:nvPicPr>
                    <p:blipFill>
                      <a:blip r:embed="rId6"/>
                      <a:stretch>
                        <a:fillRect/>
                      </a:stretch>
                    </p:blipFill>
                    <p:spPr>
                      <a:xfrm>
                        <a:off x="5484495" y="5099685"/>
                        <a:ext cx="2634615" cy="431165"/>
                      </a:xfrm>
                      <a:prstGeom prst="rect">
                        <a:avLst/>
                      </a:prstGeom>
                      <a:noFill/>
                      <a:ln w="38100">
                        <a:noFill/>
                        <a:miter/>
                      </a:ln>
                    </p:spPr>
                  </p:pic>
                </p:oleObj>
              </mc:Fallback>
            </mc:AlternateContent>
          </a:graphicData>
        </a:graphic>
      </p:graphicFrame>
      <p:graphicFrame>
        <p:nvGraphicFramePr>
          <p:cNvPr id="8" name="对象 -2147482439"/>
          <p:cNvGraphicFramePr>
            <a:graphicFrameLocks noChangeAspect="1"/>
          </p:cNvGraphicFramePr>
          <p:nvPr/>
        </p:nvGraphicFramePr>
        <p:xfrm>
          <a:off x="8910955" y="5066665"/>
          <a:ext cx="245110" cy="447675"/>
        </p:xfrm>
        <a:graphic>
          <a:graphicData uri="http://schemas.openxmlformats.org/presentationml/2006/ole">
            <mc:AlternateContent xmlns:mc="http://schemas.openxmlformats.org/markup-compatibility/2006">
              <mc:Choice xmlns:v="urn:schemas-microsoft-com:vml" Requires="v">
                <p:oleObj spid="_x0000_s9" name="" r:id="rId7" imgW="127000" imgH="215265" progId="Equation.DSMT4">
                  <p:embed/>
                </p:oleObj>
              </mc:Choice>
              <mc:Fallback>
                <p:oleObj name="" r:id="rId7" imgW="127000" imgH="215265" progId="Equation.DSMT4">
                  <p:embed/>
                  <p:pic>
                    <p:nvPicPr>
                      <p:cNvPr id="0" name="图片 5"/>
                      <p:cNvPicPr/>
                      <p:nvPr/>
                    </p:nvPicPr>
                    <p:blipFill>
                      <a:blip r:embed="rId8"/>
                      <a:stretch>
                        <a:fillRect/>
                      </a:stretch>
                    </p:blipFill>
                    <p:spPr>
                      <a:xfrm>
                        <a:off x="8910955" y="5066665"/>
                        <a:ext cx="245110" cy="447675"/>
                      </a:xfrm>
                      <a:prstGeom prst="rect">
                        <a:avLst/>
                      </a:prstGeom>
                      <a:noFill/>
                      <a:ln w="38100">
                        <a:noFill/>
                        <a:miter/>
                      </a:ln>
                    </p:spPr>
                  </p:pic>
                </p:oleObj>
              </mc:Fallback>
            </mc:AlternateContent>
          </a:graphicData>
        </a:graphic>
      </p:graphicFrame>
      <p:graphicFrame>
        <p:nvGraphicFramePr>
          <p:cNvPr id="10" name="对象 -2147482438"/>
          <p:cNvGraphicFramePr>
            <a:graphicFrameLocks noChangeAspect="1"/>
          </p:cNvGraphicFramePr>
          <p:nvPr/>
        </p:nvGraphicFramePr>
        <p:xfrm>
          <a:off x="10021570" y="5167630"/>
          <a:ext cx="208280" cy="245745"/>
        </p:xfrm>
        <a:graphic>
          <a:graphicData uri="http://schemas.openxmlformats.org/presentationml/2006/ole">
            <mc:AlternateContent xmlns:mc="http://schemas.openxmlformats.org/markup-compatibility/2006">
              <mc:Choice xmlns:v="urn:schemas-microsoft-com:vml" Requires="v">
                <p:oleObj spid="_x0000_s11" name="" r:id="rId9" imgW="127000" imgH="139700" progId="Equation.DSMT4">
                  <p:embed/>
                </p:oleObj>
              </mc:Choice>
              <mc:Fallback>
                <p:oleObj name="" r:id="rId9" imgW="127000" imgH="139700" progId="Equation.DSMT4">
                  <p:embed/>
                  <p:pic>
                    <p:nvPicPr>
                      <p:cNvPr id="0" name="图片 6"/>
                      <p:cNvPicPr/>
                      <p:nvPr/>
                    </p:nvPicPr>
                    <p:blipFill>
                      <a:blip r:embed="rId10"/>
                      <a:stretch>
                        <a:fillRect/>
                      </a:stretch>
                    </p:blipFill>
                    <p:spPr>
                      <a:xfrm>
                        <a:off x="10021570" y="5167630"/>
                        <a:ext cx="208280" cy="245745"/>
                      </a:xfrm>
                      <a:prstGeom prst="rect">
                        <a:avLst/>
                      </a:prstGeom>
                      <a:noFill/>
                      <a:ln w="38100">
                        <a:noFill/>
                        <a:miter/>
                      </a:ln>
                    </p:spPr>
                  </p:pic>
                </p:oleObj>
              </mc:Fallback>
            </mc:AlternateContent>
          </a:graphicData>
        </a:graphic>
      </p:graphicFrame>
      <p:graphicFrame>
        <p:nvGraphicFramePr>
          <p:cNvPr id="12" name="对象 -2147482437"/>
          <p:cNvGraphicFramePr>
            <a:graphicFrameLocks noChangeAspect="1"/>
          </p:cNvGraphicFramePr>
          <p:nvPr/>
        </p:nvGraphicFramePr>
        <p:xfrm>
          <a:off x="1280795" y="6142990"/>
          <a:ext cx="7479665" cy="405130"/>
        </p:xfrm>
        <a:graphic>
          <a:graphicData uri="http://schemas.openxmlformats.org/presentationml/2006/ole">
            <mc:AlternateContent xmlns:mc="http://schemas.openxmlformats.org/markup-compatibility/2006">
              <mc:Choice xmlns:v="urn:schemas-microsoft-com:vml" Requires="v">
                <p:oleObj spid="_x0000_s13" name="" r:id="rId11" imgW="5041900" imgH="279400" progId="Equation.DSMT4">
                  <p:embed/>
                </p:oleObj>
              </mc:Choice>
              <mc:Fallback>
                <p:oleObj name="" r:id="rId11" imgW="5041900" imgH="279400" progId="Equation.DSMT4">
                  <p:embed/>
                  <p:pic>
                    <p:nvPicPr>
                      <p:cNvPr id="0" name="图片 7"/>
                      <p:cNvPicPr/>
                      <p:nvPr/>
                    </p:nvPicPr>
                    <p:blipFill>
                      <a:blip r:embed="rId12"/>
                      <a:stretch>
                        <a:fillRect/>
                      </a:stretch>
                    </p:blipFill>
                    <p:spPr>
                      <a:xfrm>
                        <a:off x="1280795" y="6142990"/>
                        <a:ext cx="7479665" cy="405130"/>
                      </a:xfrm>
                      <a:prstGeom prst="rect">
                        <a:avLst/>
                      </a:prstGeom>
                      <a:noFill/>
                      <a:ln w="38100">
                        <a:noFill/>
                        <a:miter/>
                      </a:ln>
                    </p:spPr>
                  </p:pic>
                </p:oleObj>
              </mc:Fallback>
            </mc:AlternateContent>
          </a:graphicData>
        </a:graphic>
      </p:graphicFrame>
      <p:graphicFrame>
        <p:nvGraphicFramePr>
          <p:cNvPr id="14" name="对象 -2147482436"/>
          <p:cNvGraphicFramePr>
            <a:graphicFrameLocks noChangeAspect="1"/>
          </p:cNvGraphicFramePr>
          <p:nvPr/>
        </p:nvGraphicFramePr>
        <p:xfrm>
          <a:off x="8760460" y="6142990"/>
          <a:ext cx="1234440" cy="377825"/>
        </p:xfrm>
        <a:graphic>
          <a:graphicData uri="http://schemas.openxmlformats.org/presentationml/2006/ole">
            <mc:AlternateContent xmlns:mc="http://schemas.openxmlformats.org/markup-compatibility/2006">
              <mc:Choice xmlns:v="urn:schemas-microsoft-com:vml" Requires="v">
                <p:oleObj spid="_x0000_s15" name="" r:id="rId13" imgW="583565" imgH="177800" progId="Equation.DSMT4">
                  <p:embed/>
                </p:oleObj>
              </mc:Choice>
              <mc:Fallback>
                <p:oleObj name="" r:id="rId13" imgW="583565" imgH="177800" progId="Equation.DSMT4">
                  <p:embed/>
                  <p:pic>
                    <p:nvPicPr>
                      <p:cNvPr id="0" name="图片 8"/>
                      <p:cNvPicPr/>
                      <p:nvPr/>
                    </p:nvPicPr>
                    <p:blipFill>
                      <a:blip r:embed="rId14"/>
                      <a:stretch>
                        <a:fillRect/>
                      </a:stretch>
                    </p:blipFill>
                    <p:spPr>
                      <a:xfrm>
                        <a:off x="8760460" y="6142990"/>
                        <a:ext cx="1234440" cy="377825"/>
                      </a:xfrm>
                      <a:prstGeom prst="rect">
                        <a:avLst/>
                      </a:prstGeom>
                      <a:noFill/>
                      <a:ln w="38100">
                        <a:noFill/>
                        <a:miter/>
                      </a:ln>
                    </p:spPr>
                  </p:pic>
                </p:oleObj>
              </mc:Fallback>
            </mc:AlternateContent>
          </a:graphicData>
        </a:graphic>
      </p:graphicFrame>
      <p:graphicFrame>
        <p:nvGraphicFramePr>
          <p:cNvPr id="16" name="对象 -2147482435"/>
          <p:cNvGraphicFramePr>
            <a:graphicFrameLocks noChangeAspect="1"/>
          </p:cNvGraphicFramePr>
          <p:nvPr/>
        </p:nvGraphicFramePr>
        <p:xfrm>
          <a:off x="10229850" y="6142990"/>
          <a:ext cx="812800" cy="336550"/>
        </p:xfrm>
        <a:graphic>
          <a:graphicData uri="http://schemas.openxmlformats.org/presentationml/2006/ole">
            <mc:AlternateContent xmlns:mc="http://schemas.openxmlformats.org/markup-compatibility/2006">
              <mc:Choice xmlns:v="urn:schemas-microsoft-com:vml" Requires="v">
                <p:oleObj spid="_x0000_s17" name="" r:id="rId15" imgW="431165" imgH="177800" progId="Equation.DSMT4">
                  <p:embed/>
                </p:oleObj>
              </mc:Choice>
              <mc:Fallback>
                <p:oleObj name="" r:id="rId15" imgW="431165" imgH="177800" progId="Equation.DSMT4">
                  <p:embed/>
                  <p:pic>
                    <p:nvPicPr>
                      <p:cNvPr id="0" name="图片 9"/>
                      <p:cNvPicPr/>
                      <p:nvPr/>
                    </p:nvPicPr>
                    <p:blipFill>
                      <a:blip r:embed="rId16"/>
                      <a:stretch>
                        <a:fillRect/>
                      </a:stretch>
                    </p:blipFill>
                    <p:spPr>
                      <a:xfrm>
                        <a:off x="10229850" y="6142990"/>
                        <a:ext cx="812800" cy="336550"/>
                      </a:xfrm>
                      <a:prstGeom prst="rect">
                        <a:avLst/>
                      </a:prstGeom>
                      <a:noFill/>
                      <a:ln w="38100">
                        <a:noFill/>
                        <a:miter/>
                      </a:ln>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349375" y="788670"/>
            <a:ext cx="10364470" cy="4039235"/>
          </a:xfrm>
        </p:spPr>
        <p:txBody>
          <a:bodyPr/>
          <a:p>
            <a:pPr marL="0" indent="0">
              <a:buNone/>
            </a:pPr>
            <a:r>
              <a:rPr lang="en-US" altLang="zh-CN" sz="2800" b="1">
                <a:latin typeface="楷体" panose="02010609060101010101" charset="-122"/>
                <a:ea typeface="楷体" panose="02010609060101010101" charset="-122"/>
                <a:sym typeface="+mn-ea"/>
              </a:rPr>
              <a:t>2.</a:t>
            </a:r>
            <a:r>
              <a:rPr lang="zh-CN" altLang="en-US" sz="2800" b="1">
                <a:latin typeface="楷体" panose="02010609060101010101" charset="-122"/>
                <a:ea typeface="楷体" panose="02010609060101010101" charset="-122"/>
                <a:sym typeface="+mn-ea"/>
              </a:rPr>
              <a:t>模型建立</a:t>
            </a:r>
            <a:endParaRPr lang="zh-CN" altLang="en-US" sz="2800" b="1">
              <a:latin typeface="楷体" panose="02010609060101010101" charset="-122"/>
              <a:ea typeface="楷体" panose="02010609060101010101" charset="-122"/>
            </a:endParaRPr>
          </a:p>
          <a:p>
            <a:pPr marL="0" indent="0">
              <a:buNone/>
            </a:pPr>
            <a:r>
              <a:rPr lang="zh-CN" altLang="en-US" sz="2800" b="1">
                <a:latin typeface="楷体" panose="02010609060101010101" charset="-122"/>
                <a:ea typeface="楷体" panose="02010609060101010101" charset="-122"/>
                <a:sym typeface="+mn-ea"/>
              </a:rPr>
              <a:t>  </a:t>
            </a:r>
            <a:r>
              <a:rPr lang="zh-CN" altLang="en-US" sz="2800">
                <a:latin typeface="楷体" panose="02010609060101010101" charset="-122"/>
                <a:ea typeface="楷体" panose="02010609060101010101" charset="-122"/>
                <a:sym typeface="+mn-ea"/>
              </a:rPr>
              <a:t>贝叶斯网络的建模包括两个步骤：</a:t>
            </a:r>
            <a:r>
              <a:rPr lang="zh-CN" altLang="en-US" sz="2800" b="1">
                <a:solidFill>
                  <a:srgbClr val="C00000"/>
                </a:solidFill>
                <a:latin typeface="楷体" panose="02010609060101010101" charset="-122"/>
                <a:ea typeface="楷体" panose="02010609060101010101" charset="-122"/>
                <a:sym typeface="+mn-ea"/>
              </a:rPr>
              <a:t>创建网络结构</a:t>
            </a:r>
            <a:r>
              <a:rPr lang="zh-CN" altLang="en-US" sz="2800">
                <a:latin typeface="楷体" panose="02010609060101010101" charset="-122"/>
                <a:ea typeface="楷体" panose="02010609060101010101" charset="-122"/>
                <a:sym typeface="+mn-ea"/>
              </a:rPr>
              <a:t>以及</a:t>
            </a:r>
            <a:r>
              <a:rPr lang="zh-CN" altLang="en-US" sz="2800" b="1">
                <a:solidFill>
                  <a:srgbClr val="C00000"/>
                </a:solidFill>
                <a:latin typeface="楷体" panose="02010609060101010101" charset="-122"/>
                <a:ea typeface="楷体" panose="02010609060101010101" charset="-122"/>
                <a:sym typeface="+mn-ea"/>
              </a:rPr>
              <a:t>估计每一个结点在概率表中的概率值</a:t>
            </a:r>
            <a:r>
              <a:rPr lang="zh-CN" altLang="en-US" sz="2800">
                <a:latin typeface="楷体" panose="02010609060101010101" charset="-122"/>
                <a:ea typeface="楷体" panose="02010609060101010101" charset="-122"/>
                <a:sym typeface="+mn-ea"/>
              </a:rPr>
              <a:t>。</a:t>
            </a:r>
            <a:r>
              <a:rPr lang="zh-CN" altLang="en-US" sz="2800" b="1">
                <a:latin typeface="楷体" panose="02010609060101010101" charset="-122"/>
                <a:ea typeface="楷体" panose="02010609060101010101" charset="-122"/>
                <a:sym typeface="+mn-ea"/>
              </a:rPr>
              <a:t>网络拓扑结构可以通过对主观的领域专家知识编码获得</a:t>
            </a:r>
            <a:r>
              <a:rPr lang="zh-CN" altLang="en-US" sz="2800">
                <a:latin typeface="楷体" panose="02010609060101010101" charset="-122"/>
                <a:ea typeface="楷体" panose="02010609060101010101" charset="-122"/>
                <a:sym typeface="+mn-ea"/>
              </a:rPr>
              <a:t>，算法5.1给出了归纳贝叶斯网络拓扑结构的一个系统的过程。</a:t>
            </a:r>
            <a:endParaRPr lang="zh-CN" altLang="en-US" sz="2800">
              <a:latin typeface="楷体" panose="02010609060101010101" charset="-122"/>
              <a:ea typeface="楷体" panose="02010609060101010101" charset="-122"/>
            </a:endParaRPr>
          </a:p>
          <a:p>
            <a:endParaRPr lang="zh-CN" altLang="en-US" sz="2800">
              <a:latin typeface="楷体" panose="02010609060101010101" charset="-122"/>
              <a:ea typeface="楷体" panose="02010609060101010101"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887220" y="166370"/>
            <a:ext cx="9980930" cy="6272530"/>
          </a:xfrm>
        </p:spPr>
        <p:txBody>
          <a:bodyPr/>
          <a:p>
            <a:pPr marL="0" indent="0">
              <a:buNone/>
            </a:pPr>
            <a:r>
              <a:rPr lang="en-US" altLang="zh-CN">
                <a:latin typeface="楷体" panose="02010609060101010101" charset="-122"/>
                <a:ea typeface="楷体" panose="02010609060101010101" charset="-122"/>
              </a:rPr>
              <a:t>  </a:t>
            </a:r>
            <a:r>
              <a:rPr lang="zh-CN" altLang="en-US" b="1">
                <a:latin typeface="楷体" panose="02010609060101010101" charset="-122"/>
                <a:ea typeface="楷体" panose="02010609060101010101" charset="-122"/>
              </a:rPr>
              <a:t>算法</a:t>
            </a:r>
            <a:r>
              <a:rPr lang="en-US" altLang="zh-CN" b="1">
                <a:latin typeface="楷体" panose="02010609060101010101" charset="-122"/>
                <a:ea typeface="楷体" panose="02010609060101010101" charset="-122"/>
              </a:rPr>
              <a:t>5.1贝叶斯网络拓扑结构的生成算法</a:t>
            </a:r>
            <a:endParaRPr lang="en-US" altLang="zh-CN" b="1">
              <a:latin typeface="楷体" panose="02010609060101010101" charset="-122"/>
              <a:ea typeface="楷体" panose="02010609060101010101" charset="-122"/>
            </a:endParaRPr>
          </a:p>
          <a:p>
            <a:pPr marL="0" indent="0">
              <a:buNone/>
            </a:pPr>
            <a:r>
              <a:rPr lang="en-US" altLang="zh-CN" b="1">
                <a:latin typeface="楷体" panose="02010609060101010101" charset="-122"/>
                <a:ea typeface="楷体" panose="02010609060101010101" charset="-122"/>
              </a:rPr>
              <a:t>  </a:t>
            </a:r>
            <a:r>
              <a:rPr lang="zh-CN" altLang="en-US">
                <a:latin typeface="楷体" panose="02010609060101010101" charset="-122"/>
                <a:ea typeface="楷体" panose="02010609060101010101" charset="-122"/>
              </a:rPr>
              <a:t>（</a:t>
            </a:r>
            <a:r>
              <a:rPr lang="en-US" altLang="zh-CN">
                <a:latin typeface="楷体" panose="02010609060101010101" charset="-122"/>
                <a:ea typeface="楷体" panose="02010609060101010101" charset="-122"/>
              </a:rPr>
              <a:t>1</a:t>
            </a:r>
            <a:r>
              <a:rPr lang="zh-CN" altLang="en-US">
                <a:latin typeface="楷体" panose="02010609060101010101" charset="-122"/>
                <a:ea typeface="楷体" panose="02010609060101010101" charset="-122"/>
              </a:rPr>
              <a:t>）设            表示变量的一个总体次序；</a:t>
            </a:r>
            <a:endParaRPr lang="zh-CN" altLang="en-US">
              <a:latin typeface="楷体" panose="02010609060101010101" charset="-122"/>
              <a:ea typeface="楷体" panose="02010609060101010101" charset="-122"/>
            </a:endParaRPr>
          </a:p>
          <a:p>
            <a:pPr marL="0" indent="0">
              <a:buNone/>
            </a:pPr>
            <a:r>
              <a:rPr lang="zh-CN" altLang="en-US">
                <a:latin typeface="楷体" panose="02010609060101010101" charset="-122"/>
                <a:ea typeface="楷体" panose="02010609060101010101" charset="-122"/>
              </a:rPr>
              <a:t>  （2）FOR j=1 to d DO</a:t>
            </a:r>
            <a:endParaRPr lang="zh-CN" altLang="en-US">
              <a:latin typeface="楷体" panose="02010609060101010101" charset="-122"/>
              <a:ea typeface="楷体" panose="02010609060101010101" charset="-122"/>
            </a:endParaRPr>
          </a:p>
          <a:p>
            <a:pPr marL="0" indent="0">
              <a:buNone/>
            </a:pPr>
            <a:r>
              <a:rPr lang="zh-CN" altLang="en-US">
                <a:latin typeface="楷体" panose="02010609060101010101" charset="-122"/>
                <a:ea typeface="楷体" panose="02010609060101010101" charset="-122"/>
              </a:rPr>
              <a:t>  （3）令     表示T中第j个次序最高的变量；</a:t>
            </a:r>
            <a:endParaRPr lang="zh-CN" altLang="en-US">
              <a:latin typeface="楷体" panose="02010609060101010101" charset="-122"/>
              <a:ea typeface="楷体" panose="02010609060101010101" charset="-122"/>
            </a:endParaRPr>
          </a:p>
          <a:p>
            <a:pPr marL="0" indent="0">
              <a:buNone/>
            </a:pPr>
            <a:r>
              <a:rPr lang="zh-CN" altLang="en-US">
                <a:latin typeface="楷体" panose="02010609060101010101" charset="-122"/>
                <a:ea typeface="楷体" panose="02010609060101010101" charset="-122"/>
              </a:rPr>
              <a:t>  （4）令                    表示排在     前面的变量的集合；</a:t>
            </a:r>
            <a:endParaRPr lang="zh-CN" altLang="en-US">
              <a:latin typeface="楷体" panose="02010609060101010101" charset="-122"/>
              <a:ea typeface="楷体" panose="02010609060101010101" charset="-122"/>
            </a:endParaRPr>
          </a:p>
          <a:p>
            <a:pPr marL="0" indent="0">
              <a:buNone/>
            </a:pPr>
            <a:r>
              <a:rPr lang="zh-CN" altLang="en-US">
                <a:latin typeface="楷体" panose="02010609060101010101" charset="-122"/>
                <a:ea typeface="楷体" panose="02010609060101010101" charset="-122"/>
              </a:rPr>
              <a:t>  （5）从       中去掉对   没有影响的变量（使用先验知识）；</a:t>
            </a:r>
            <a:endParaRPr lang="zh-CN" altLang="en-US">
              <a:latin typeface="楷体" panose="02010609060101010101" charset="-122"/>
              <a:ea typeface="楷体" panose="02010609060101010101" charset="-122"/>
            </a:endParaRPr>
          </a:p>
          <a:p>
            <a:pPr marL="0" indent="0">
              <a:buNone/>
            </a:pPr>
            <a:r>
              <a:rPr lang="zh-CN" altLang="en-US">
                <a:latin typeface="楷体" panose="02010609060101010101" charset="-122"/>
                <a:ea typeface="楷体" panose="02010609060101010101" charset="-122"/>
              </a:rPr>
              <a:t>  （6）在     和       中剩余的变量之间画弧；</a:t>
            </a:r>
            <a:endParaRPr lang="zh-CN" altLang="en-US">
              <a:latin typeface="楷体" panose="02010609060101010101" charset="-122"/>
              <a:ea typeface="楷体" panose="02010609060101010101" charset="-122"/>
            </a:endParaRPr>
          </a:p>
          <a:p>
            <a:pPr marL="0" indent="0">
              <a:buNone/>
            </a:pPr>
            <a:r>
              <a:rPr lang="zh-CN" altLang="en-US">
                <a:latin typeface="楷体" panose="02010609060101010101" charset="-122"/>
                <a:ea typeface="楷体" panose="02010609060101010101" charset="-122"/>
              </a:rPr>
              <a:t>  （7）END FOR</a:t>
            </a:r>
            <a:endParaRPr lang="zh-CN" altLang="en-US">
              <a:latin typeface="楷体" panose="02010609060101010101" charset="-122"/>
              <a:ea typeface="楷体" panose="02010609060101010101" charset="-122"/>
            </a:endParaRPr>
          </a:p>
          <a:p>
            <a:pPr marL="0" indent="0">
              <a:buNone/>
            </a:pPr>
            <a:r>
              <a:rPr lang="zh-CN" altLang="en-US">
                <a:latin typeface="楷体" panose="02010609060101010101" charset="-122"/>
                <a:ea typeface="楷体" panose="02010609060101010101" charset="-122"/>
              </a:rPr>
              <a:t>  我们用一个例子例解释上述步骤。假设执行步骤（1）后，设变量次序为              ，而现在有以下专家</a:t>
            </a:r>
            <a:r>
              <a:rPr lang="zh-CN" altLang="en-US">
                <a:latin typeface="楷体" panose="02010609060101010101" charset="-122"/>
                <a:ea typeface="楷体" panose="02010609060101010101" charset="-122"/>
              </a:rPr>
              <a:t>知识，根据这些知识，可以从变量D开始，经过步骤（2）到（7），构建贝叶斯网络</a:t>
            </a:r>
            <a:r>
              <a:rPr lang="zh-CN" altLang="en-US">
                <a:latin typeface="楷体" panose="02010609060101010101" charset="-122"/>
                <a:ea typeface="楷体" panose="02010609060101010101" charset="-122"/>
              </a:rPr>
              <a:t>：</a:t>
            </a:r>
            <a:endParaRPr lang="zh-CN" altLang="en-US">
              <a:latin typeface="楷体" panose="02010609060101010101" charset="-122"/>
              <a:ea typeface="楷体" panose="02010609060101010101" charset="-122"/>
            </a:endParaRPr>
          </a:p>
        </p:txBody>
      </p:sp>
      <p:graphicFrame>
        <p:nvGraphicFramePr>
          <p:cNvPr id="2" name="对象 -2147482434"/>
          <p:cNvGraphicFramePr>
            <a:graphicFrameLocks noChangeAspect="1"/>
          </p:cNvGraphicFramePr>
          <p:nvPr/>
        </p:nvGraphicFramePr>
        <p:xfrm>
          <a:off x="3058478" y="632778"/>
          <a:ext cx="1247775" cy="255905"/>
        </p:xfrm>
        <a:graphic>
          <a:graphicData uri="http://schemas.openxmlformats.org/presentationml/2006/ole">
            <mc:AlternateContent xmlns:mc="http://schemas.openxmlformats.org/markup-compatibility/2006">
              <mc:Choice xmlns:v="urn:schemas-microsoft-com:vml" Requires="v">
                <p:oleObj spid="_x0000_s3076" name="" r:id="rId1" imgW="1244600" imgH="254000" progId="Equation.DSMT4">
                  <p:embed/>
                </p:oleObj>
              </mc:Choice>
              <mc:Fallback>
                <p:oleObj name="" r:id="rId1" imgW="1244600" imgH="254000" progId="Equation.DSMT4">
                  <p:embed/>
                  <p:pic>
                    <p:nvPicPr>
                      <p:cNvPr id="0" name="图片 3075"/>
                      <p:cNvPicPr/>
                      <p:nvPr/>
                    </p:nvPicPr>
                    <p:blipFill>
                      <a:blip r:embed="rId2"/>
                      <a:stretch>
                        <a:fillRect/>
                      </a:stretch>
                    </p:blipFill>
                    <p:spPr>
                      <a:xfrm>
                        <a:off x="3058478" y="632778"/>
                        <a:ext cx="1247775" cy="255905"/>
                      </a:xfrm>
                      <a:prstGeom prst="rect">
                        <a:avLst/>
                      </a:prstGeom>
                      <a:noFill/>
                      <a:ln w="38100">
                        <a:noFill/>
                        <a:miter/>
                      </a:ln>
                    </p:spPr>
                  </p:pic>
                </p:oleObj>
              </mc:Fallback>
            </mc:AlternateContent>
          </a:graphicData>
        </a:graphic>
      </p:graphicFrame>
      <p:graphicFrame>
        <p:nvGraphicFramePr>
          <p:cNvPr id="4" name="对象 -2147482433"/>
          <p:cNvGraphicFramePr>
            <a:graphicFrameLocks noChangeAspect="1"/>
          </p:cNvGraphicFramePr>
          <p:nvPr/>
        </p:nvGraphicFramePr>
        <p:xfrm>
          <a:off x="3058795" y="1415733"/>
          <a:ext cx="463550" cy="255905"/>
        </p:xfrm>
        <a:graphic>
          <a:graphicData uri="http://schemas.openxmlformats.org/presentationml/2006/ole">
            <mc:AlternateContent xmlns:mc="http://schemas.openxmlformats.org/markup-compatibility/2006">
              <mc:Choice xmlns:v="urn:schemas-microsoft-com:vml" Requires="v">
                <p:oleObj spid="_x0000_s5" name="" r:id="rId3" imgW="457200" imgH="254000" progId="Equation.DSMT4">
                  <p:embed/>
                </p:oleObj>
              </mc:Choice>
              <mc:Fallback>
                <p:oleObj name="" r:id="rId3" imgW="457200" imgH="254000" progId="Equation.DSMT4">
                  <p:embed/>
                  <p:pic>
                    <p:nvPicPr>
                      <p:cNvPr id="0" name="图片 3"/>
                      <p:cNvPicPr/>
                      <p:nvPr/>
                    </p:nvPicPr>
                    <p:blipFill>
                      <a:blip r:embed="rId4"/>
                      <a:stretch>
                        <a:fillRect/>
                      </a:stretch>
                    </p:blipFill>
                    <p:spPr>
                      <a:xfrm>
                        <a:off x="3058795" y="1415733"/>
                        <a:ext cx="463550" cy="255905"/>
                      </a:xfrm>
                      <a:prstGeom prst="rect">
                        <a:avLst/>
                      </a:prstGeom>
                      <a:noFill/>
                      <a:ln w="38100">
                        <a:noFill/>
                        <a:miter/>
                      </a:ln>
                    </p:spPr>
                  </p:pic>
                </p:oleObj>
              </mc:Fallback>
            </mc:AlternateContent>
          </a:graphicData>
        </a:graphic>
      </p:graphicFrame>
      <p:graphicFrame>
        <p:nvGraphicFramePr>
          <p:cNvPr id="6" name="对象 -2147482432"/>
          <p:cNvGraphicFramePr>
            <a:graphicFrameLocks noChangeAspect="1"/>
          </p:cNvGraphicFramePr>
          <p:nvPr/>
        </p:nvGraphicFramePr>
        <p:xfrm>
          <a:off x="3058478" y="1825943"/>
          <a:ext cx="2179955" cy="255905"/>
        </p:xfrm>
        <a:graphic>
          <a:graphicData uri="http://schemas.openxmlformats.org/presentationml/2006/ole">
            <mc:AlternateContent xmlns:mc="http://schemas.openxmlformats.org/markup-compatibility/2006">
              <mc:Choice xmlns:v="urn:schemas-microsoft-com:vml" Requires="v">
                <p:oleObj spid="_x0000_s7" name="" r:id="rId5" imgW="2184400" imgH="254000" progId="Equation.DSMT4">
                  <p:embed/>
                </p:oleObj>
              </mc:Choice>
              <mc:Fallback>
                <p:oleObj name="" r:id="rId5" imgW="2184400" imgH="254000" progId="Equation.DSMT4">
                  <p:embed/>
                  <p:pic>
                    <p:nvPicPr>
                      <p:cNvPr id="0" name="图片 4"/>
                      <p:cNvPicPr/>
                      <p:nvPr/>
                    </p:nvPicPr>
                    <p:blipFill>
                      <a:blip r:embed="rId6"/>
                      <a:stretch>
                        <a:fillRect/>
                      </a:stretch>
                    </p:blipFill>
                    <p:spPr>
                      <a:xfrm>
                        <a:off x="3058478" y="1825943"/>
                        <a:ext cx="2179955" cy="255905"/>
                      </a:xfrm>
                      <a:prstGeom prst="rect">
                        <a:avLst/>
                      </a:prstGeom>
                      <a:noFill/>
                      <a:ln w="38100">
                        <a:noFill/>
                        <a:miter/>
                      </a:ln>
                    </p:spPr>
                  </p:pic>
                </p:oleObj>
              </mc:Fallback>
            </mc:AlternateContent>
          </a:graphicData>
        </a:graphic>
      </p:graphicFrame>
      <p:graphicFrame>
        <p:nvGraphicFramePr>
          <p:cNvPr id="8" name="对象 -2147482431"/>
          <p:cNvGraphicFramePr>
            <a:graphicFrameLocks noChangeAspect="1"/>
          </p:cNvGraphicFramePr>
          <p:nvPr/>
        </p:nvGraphicFramePr>
        <p:xfrm>
          <a:off x="6256020" y="1825943"/>
          <a:ext cx="463550" cy="255905"/>
        </p:xfrm>
        <a:graphic>
          <a:graphicData uri="http://schemas.openxmlformats.org/presentationml/2006/ole">
            <mc:AlternateContent xmlns:mc="http://schemas.openxmlformats.org/markup-compatibility/2006">
              <mc:Choice xmlns:v="urn:schemas-microsoft-com:vml" Requires="v">
                <p:oleObj spid="_x0000_s9" name="" r:id="rId7" imgW="457200" imgH="254000" progId="Equation.DSMT4">
                  <p:embed/>
                </p:oleObj>
              </mc:Choice>
              <mc:Fallback>
                <p:oleObj name="" r:id="rId7" imgW="457200" imgH="254000" progId="Equation.DSMT4">
                  <p:embed/>
                  <p:pic>
                    <p:nvPicPr>
                      <p:cNvPr id="0" name="图片 5"/>
                      <p:cNvPicPr/>
                      <p:nvPr/>
                    </p:nvPicPr>
                    <p:blipFill>
                      <a:blip r:embed="rId8"/>
                      <a:stretch>
                        <a:fillRect/>
                      </a:stretch>
                    </p:blipFill>
                    <p:spPr>
                      <a:xfrm>
                        <a:off x="6256020" y="1825943"/>
                        <a:ext cx="463550" cy="255905"/>
                      </a:xfrm>
                      <a:prstGeom prst="rect">
                        <a:avLst/>
                      </a:prstGeom>
                      <a:noFill/>
                      <a:ln w="38100">
                        <a:noFill/>
                        <a:miter/>
                      </a:ln>
                    </p:spPr>
                  </p:pic>
                </p:oleObj>
              </mc:Fallback>
            </mc:AlternateContent>
          </a:graphicData>
        </a:graphic>
      </p:graphicFrame>
      <p:graphicFrame>
        <p:nvGraphicFramePr>
          <p:cNvPr id="10" name="对象 -2147482430"/>
          <p:cNvGraphicFramePr>
            <a:graphicFrameLocks noChangeAspect="1"/>
          </p:cNvGraphicFramePr>
          <p:nvPr/>
        </p:nvGraphicFramePr>
        <p:xfrm>
          <a:off x="3058478" y="2225993"/>
          <a:ext cx="680085" cy="255905"/>
        </p:xfrm>
        <a:graphic>
          <a:graphicData uri="http://schemas.openxmlformats.org/presentationml/2006/ole">
            <mc:AlternateContent xmlns:mc="http://schemas.openxmlformats.org/markup-compatibility/2006">
              <mc:Choice xmlns:v="urn:schemas-microsoft-com:vml" Requires="v">
                <p:oleObj spid="_x0000_s11" name="" r:id="rId9" imgW="685800" imgH="254000" progId="Equation.DSMT4">
                  <p:embed/>
                </p:oleObj>
              </mc:Choice>
              <mc:Fallback>
                <p:oleObj name="" r:id="rId9" imgW="685800" imgH="254000" progId="Equation.DSMT4">
                  <p:embed/>
                  <p:pic>
                    <p:nvPicPr>
                      <p:cNvPr id="0" name="图片 6"/>
                      <p:cNvPicPr/>
                      <p:nvPr/>
                    </p:nvPicPr>
                    <p:blipFill>
                      <a:blip r:embed="rId10"/>
                      <a:stretch>
                        <a:fillRect/>
                      </a:stretch>
                    </p:blipFill>
                    <p:spPr>
                      <a:xfrm>
                        <a:off x="3058478" y="2225993"/>
                        <a:ext cx="680085" cy="255905"/>
                      </a:xfrm>
                      <a:prstGeom prst="rect">
                        <a:avLst/>
                      </a:prstGeom>
                      <a:noFill/>
                      <a:ln w="38100">
                        <a:noFill/>
                        <a:miter/>
                      </a:ln>
                    </p:spPr>
                  </p:pic>
                </p:oleObj>
              </mc:Fallback>
            </mc:AlternateContent>
          </a:graphicData>
        </a:graphic>
      </p:graphicFrame>
      <p:graphicFrame>
        <p:nvGraphicFramePr>
          <p:cNvPr id="12" name="对象 -2147482429"/>
          <p:cNvGraphicFramePr>
            <a:graphicFrameLocks noChangeAspect="1"/>
          </p:cNvGraphicFramePr>
          <p:nvPr/>
        </p:nvGraphicFramePr>
        <p:xfrm>
          <a:off x="4783455" y="2243773"/>
          <a:ext cx="220980" cy="238125"/>
        </p:xfrm>
        <a:graphic>
          <a:graphicData uri="http://schemas.openxmlformats.org/presentationml/2006/ole">
            <mc:AlternateContent xmlns:mc="http://schemas.openxmlformats.org/markup-compatibility/2006">
              <mc:Choice xmlns:v="urn:schemas-microsoft-com:vml" Requires="v">
                <p:oleObj spid="_x0000_s13" name="" r:id="rId11" imgW="215900" imgH="241300" progId="Equation.DSMT4">
                  <p:embed/>
                </p:oleObj>
              </mc:Choice>
              <mc:Fallback>
                <p:oleObj name="" r:id="rId11" imgW="215900" imgH="241300" progId="Equation.DSMT4">
                  <p:embed/>
                  <p:pic>
                    <p:nvPicPr>
                      <p:cNvPr id="0" name="图片 7"/>
                      <p:cNvPicPr/>
                      <p:nvPr/>
                    </p:nvPicPr>
                    <p:blipFill>
                      <a:blip r:embed="rId12"/>
                      <a:stretch>
                        <a:fillRect/>
                      </a:stretch>
                    </p:blipFill>
                    <p:spPr>
                      <a:xfrm>
                        <a:off x="4783455" y="2243773"/>
                        <a:ext cx="220980" cy="238125"/>
                      </a:xfrm>
                      <a:prstGeom prst="rect">
                        <a:avLst/>
                      </a:prstGeom>
                      <a:noFill/>
                      <a:ln w="38100">
                        <a:noFill/>
                        <a:miter/>
                      </a:ln>
                    </p:spPr>
                  </p:pic>
                </p:oleObj>
              </mc:Fallback>
            </mc:AlternateContent>
          </a:graphicData>
        </a:graphic>
      </p:graphicFrame>
      <p:graphicFrame>
        <p:nvGraphicFramePr>
          <p:cNvPr id="14" name="对象 -2147482428"/>
          <p:cNvGraphicFramePr>
            <a:graphicFrameLocks noChangeAspect="1"/>
          </p:cNvGraphicFramePr>
          <p:nvPr/>
        </p:nvGraphicFramePr>
        <p:xfrm>
          <a:off x="3058795" y="2617788"/>
          <a:ext cx="463550" cy="255905"/>
        </p:xfrm>
        <a:graphic>
          <a:graphicData uri="http://schemas.openxmlformats.org/presentationml/2006/ole">
            <mc:AlternateContent xmlns:mc="http://schemas.openxmlformats.org/markup-compatibility/2006">
              <mc:Choice xmlns:v="urn:schemas-microsoft-com:vml" Requires="v">
                <p:oleObj spid="_x0000_s15" name="" r:id="rId13" imgW="457200" imgH="254000" progId="Equation.DSMT4">
                  <p:embed/>
                </p:oleObj>
              </mc:Choice>
              <mc:Fallback>
                <p:oleObj name="" r:id="rId13" imgW="457200" imgH="254000" progId="Equation.DSMT4">
                  <p:embed/>
                  <p:pic>
                    <p:nvPicPr>
                      <p:cNvPr id="0" name="图片 8"/>
                      <p:cNvPicPr/>
                      <p:nvPr/>
                    </p:nvPicPr>
                    <p:blipFill>
                      <a:blip r:embed="rId14"/>
                      <a:stretch>
                        <a:fillRect/>
                      </a:stretch>
                    </p:blipFill>
                    <p:spPr>
                      <a:xfrm>
                        <a:off x="3058795" y="2617788"/>
                        <a:ext cx="463550" cy="255905"/>
                      </a:xfrm>
                      <a:prstGeom prst="rect">
                        <a:avLst/>
                      </a:prstGeom>
                      <a:noFill/>
                      <a:ln w="38100">
                        <a:noFill/>
                        <a:miter/>
                      </a:ln>
                    </p:spPr>
                  </p:pic>
                </p:oleObj>
              </mc:Fallback>
            </mc:AlternateContent>
          </a:graphicData>
        </a:graphic>
      </p:graphicFrame>
      <p:graphicFrame>
        <p:nvGraphicFramePr>
          <p:cNvPr id="16" name="对象 -2147482427"/>
          <p:cNvGraphicFramePr>
            <a:graphicFrameLocks noChangeAspect="1"/>
          </p:cNvGraphicFramePr>
          <p:nvPr/>
        </p:nvGraphicFramePr>
        <p:xfrm>
          <a:off x="3880168" y="2617788"/>
          <a:ext cx="680085" cy="255905"/>
        </p:xfrm>
        <a:graphic>
          <a:graphicData uri="http://schemas.openxmlformats.org/presentationml/2006/ole">
            <mc:AlternateContent xmlns:mc="http://schemas.openxmlformats.org/markup-compatibility/2006">
              <mc:Choice xmlns:v="urn:schemas-microsoft-com:vml" Requires="v">
                <p:oleObj spid="_x0000_s17" name="" r:id="rId15" imgW="685800" imgH="254000" progId="Equation.DSMT4">
                  <p:embed/>
                </p:oleObj>
              </mc:Choice>
              <mc:Fallback>
                <p:oleObj name="" r:id="rId15" imgW="685800" imgH="254000" progId="Equation.DSMT4">
                  <p:embed/>
                  <p:pic>
                    <p:nvPicPr>
                      <p:cNvPr id="0" name="图片 9"/>
                      <p:cNvPicPr/>
                      <p:nvPr/>
                    </p:nvPicPr>
                    <p:blipFill>
                      <a:blip r:embed="rId16"/>
                      <a:stretch>
                        <a:fillRect/>
                      </a:stretch>
                    </p:blipFill>
                    <p:spPr>
                      <a:xfrm>
                        <a:off x="3880168" y="2617788"/>
                        <a:ext cx="680085" cy="255905"/>
                      </a:xfrm>
                      <a:prstGeom prst="rect">
                        <a:avLst/>
                      </a:prstGeom>
                      <a:noFill/>
                      <a:ln w="38100">
                        <a:noFill/>
                        <a:miter/>
                      </a:ln>
                    </p:spPr>
                  </p:pic>
                </p:oleObj>
              </mc:Fallback>
            </mc:AlternateContent>
          </a:graphicData>
        </a:graphic>
      </p:graphicFrame>
      <p:graphicFrame>
        <p:nvGraphicFramePr>
          <p:cNvPr id="18" name="对象 -2147482426"/>
          <p:cNvGraphicFramePr>
            <a:graphicFrameLocks noChangeAspect="1"/>
          </p:cNvGraphicFramePr>
          <p:nvPr/>
        </p:nvGraphicFramePr>
        <p:xfrm>
          <a:off x="9404350" y="3436938"/>
          <a:ext cx="1482090" cy="255905"/>
        </p:xfrm>
        <a:graphic>
          <a:graphicData uri="http://schemas.openxmlformats.org/presentationml/2006/ole">
            <mc:AlternateContent xmlns:mc="http://schemas.openxmlformats.org/markup-compatibility/2006">
              <mc:Choice xmlns:v="urn:schemas-microsoft-com:vml" Requires="v">
                <p:oleObj spid="_x0000_s19" name="" r:id="rId17" imgW="1473200" imgH="254000" progId="Equation.DSMT4">
                  <p:embed/>
                </p:oleObj>
              </mc:Choice>
              <mc:Fallback>
                <p:oleObj name="" r:id="rId17" imgW="1473200" imgH="254000" progId="Equation.DSMT4">
                  <p:embed/>
                  <p:pic>
                    <p:nvPicPr>
                      <p:cNvPr id="0" name="图片 10"/>
                      <p:cNvPicPr/>
                      <p:nvPr/>
                    </p:nvPicPr>
                    <p:blipFill>
                      <a:blip r:embed="rId18"/>
                      <a:stretch>
                        <a:fillRect/>
                      </a:stretch>
                    </p:blipFill>
                    <p:spPr>
                      <a:xfrm>
                        <a:off x="9404350" y="3436938"/>
                        <a:ext cx="1482090" cy="255905"/>
                      </a:xfrm>
                      <a:prstGeom prst="rect">
                        <a:avLst/>
                      </a:prstGeom>
                      <a:noFill/>
                      <a:ln w="38100">
                        <a:noFill/>
                        <a:miter/>
                      </a:ln>
                    </p:spPr>
                  </p:pic>
                </p:oleObj>
              </mc:Fallback>
            </mc:AlternateContent>
          </a:graphicData>
        </a:graphic>
      </p:graphicFrame>
      <p:sp>
        <p:nvSpPr>
          <p:cNvPr id="62" name="文本框 61"/>
          <p:cNvSpPr txBox="1"/>
          <p:nvPr/>
        </p:nvSpPr>
        <p:spPr>
          <a:xfrm>
            <a:off x="2737485" y="4336415"/>
            <a:ext cx="5519420" cy="1753235"/>
          </a:xfrm>
          <a:prstGeom prst="rect">
            <a:avLst/>
          </a:prstGeom>
          <a:noFill/>
        </p:spPr>
        <p:txBody>
          <a:bodyPr wrap="square" rtlCol="0">
            <a:spAutoFit/>
          </a:bodyPr>
          <a:p>
            <a:r>
              <a:rPr lang="en-US" altLang="zh-CN" b="1"/>
              <a:t>E</a:t>
            </a:r>
            <a:r>
              <a:rPr lang="zh-CN" altLang="en-US" b="1"/>
              <a:t>会影响</a:t>
            </a:r>
            <a:r>
              <a:rPr lang="en-US" altLang="zh-CN" b="1"/>
              <a:t>HD</a:t>
            </a:r>
            <a:endParaRPr lang="en-US" altLang="zh-CN" b="1"/>
          </a:p>
          <a:p>
            <a:r>
              <a:rPr lang="en-US" altLang="zh-CN" b="1"/>
              <a:t>D</a:t>
            </a:r>
            <a:r>
              <a:rPr lang="zh-CN" altLang="en-US" b="1"/>
              <a:t>会影响</a:t>
            </a:r>
            <a:r>
              <a:rPr lang="en-US" altLang="zh-CN" b="1"/>
              <a:t>HD</a:t>
            </a:r>
            <a:endParaRPr lang="en-US" altLang="zh-CN" b="1"/>
          </a:p>
          <a:p>
            <a:r>
              <a:rPr lang="en-US" altLang="zh-CN" b="1"/>
              <a:t>D</a:t>
            </a:r>
            <a:r>
              <a:rPr lang="zh-CN" altLang="en-US" b="1"/>
              <a:t>会影响</a:t>
            </a:r>
            <a:r>
              <a:rPr lang="en-US" altLang="zh-CN" b="1"/>
              <a:t>Hb</a:t>
            </a:r>
            <a:endParaRPr lang="en-US" altLang="zh-CN" b="1"/>
          </a:p>
          <a:p>
            <a:r>
              <a:rPr lang="en-US" altLang="zh-CN" b="1"/>
              <a:t>HD</a:t>
            </a:r>
            <a:r>
              <a:rPr lang="zh-CN" altLang="en-US" b="1"/>
              <a:t>会影响</a:t>
            </a:r>
            <a:r>
              <a:rPr lang="en-US" altLang="zh-CN" b="1"/>
              <a:t>BP</a:t>
            </a:r>
            <a:endParaRPr lang="en-US" altLang="zh-CN" b="1"/>
          </a:p>
          <a:p>
            <a:r>
              <a:rPr lang="en-US" altLang="zh-CN" b="1"/>
              <a:t>HB</a:t>
            </a:r>
            <a:r>
              <a:rPr lang="zh-CN" altLang="en-US" b="1"/>
              <a:t>会影响</a:t>
            </a:r>
            <a:r>
              <a:rPr lang="en-US" altLang="zh-CN" b="1"/>
              <a:t>CP</a:t>
            </a:r>
            <a:endParaRPr lang="en-US" altLang="zh-CN" b="1"/>
          </a:p>
          <a:p>
            <a:r>
              <a:rPr lang="en-US" altLang="zh-CN" b="1"/>
              <a:t>HD</a:t>
            </a:r>
            <a:r>
              <a:rPr lang="zh-CN" altLang="en-US" b="1"/>
              <a:t>会影响</a:t>
            </a:r>
            <a:r>
              <a:rPr lang="en-US" altLang="zh-CN" b="1"/>
              <a:t>CP</a:t>
            </a:r>
            <a:endParaRPr lang="en-US" altLang="zh-CN" b="1"/>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589212" y="857885"/>
            <a:ext cx="8915400" cy="3777622"/>
          </a:xfrm>
        </p:spPr>
        <p:txBody>
          <a:bodyPr/>
          <a:p>
            <a:r>
              <a:rPr lang="zh-CN" altLang="en-US" sz="2400" b="1"/>
              <a:t>最终获得的 网络拓扑结构</a:t>
            </a:r>
            <a:endParaRPr lang="zh-CN" altLang="en-US" sz="2400" b="1"/>
          </a:p>
        </p:txBody>
      </p:sp>
      <p:graphicFrame>
        <p:nvGraphicFramePr>
          <p:cNvPr id="4" name="对象 -2147482442"/>
          <p:cNvGraphicFramePr>
            <a:graphicFrameLocks noChangeAspect="1"/>
          </p:cNvGraphicFramePr>
          <p:nvPr/>
        </p:nvGraphicFramePr>
        <p:xfrm>
          <a:off x="2331720" y="1704340"/>
          <a:ext cx="7527925" cy="4542155"/>
        </p:xfrm>
        <a:graphic>
          <a:graphicData uri="http://schemas.openxmlformats.org/presentationml/2006/ole">
            <mc:AlternateContent xmlns:mc="http://schemas.openxmlformats.org/markup-compatibility/2006">
              <mc:Choice xmlns:v="urn:schemas-microsoft-com:vml" Requires="v">
                <p:oleObj spid="_x0000_s3076" name="" r:id="rId1" imgW="5390515" imgH="3869690" progId="Word.Document.8">
                  <p:embed/>
                </p:oleObj>
              </mc:Choice>
              <mc:Fallback>
                <p:oleObj name="" r:id="rId1" imgW="5390515" imgH="3869690" progId="Word.Document.8">
                  <p:embed/>
                  <p:pic>
                    <p:nvPicPr>
                      <p:cNvPr id="0" name="图片 3075"/>
                      <p:cNvPicPr/>
                      <p:nvPr/>
                    </p:nvPicPr>
                    <p:blipFill>
                      <a:blip r:embed="rId2"/>
                      <a:stretch>
                        <a:fillRect/>
                      </a:stretch>
                    </p:blipFill>
                    <p:spPr>
                      <a:xfrm>
                        <a:off x="2331720" y="1704340"/>
                        <a:ext cx="7527925" cy="4542155"/>
                      </a:xfrm>
                      <a:prstGeom prst="rect">
                        <a:avLst/>
                      </a:prstGeom>
                      <a:noFill/>
                      <a:ln w="38100">
                        <a:noFill/>
                        <a:miter/>
                      </a:ln>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337310" y="230505"/>
            <a:ext cx="10603865" cy="6276975"/>
          </a:xfrm>
        </p:spPr>
        <p:txBody>
          <a:bodyPr>
            <a:noAutofit/>
          </a:bodyPr>
          <a:p>
            <a:pPr marL="0" indent="0">
              <a:buNone/>
            </a:pPr>
            <a:r>
              <a:rPr lang="en-US" altLang="zh-CN" sz="2800">
                <a:latin typeface="楷体" panose="02010609060101010101" charset="-122"/>
                <a:ea typeface="楷体" panose="02010609060101010101" charset="-122"/>
              </a:rPr>
              <a:t>  基于以上条件概率，创建结点之间的弧      </a:t>
            </a:r>
            <a:r>
              <a:rPr lang="zh-CN" altLang="en-US" sz="2800">
                <a:latin typeface="楷体" panose="02010609060101010101" charset="-122"/>
                <a:ea typeface="楷体" panose="02010609060101010101" charset="-122"/>
              </a:rPr>
              <a:t>、     、     、      、      和      。这些弧构成了图5-3所示的网络结构。</a:t>
            </a:r>
            <a:endParaRPr lang="zh-CN" altLang="en-US" sz="2800">
              <a:latin typeface="楷体" panose="02010609060101010101" charset="-122"/>
              <a:ea typeface="楷体" panose="02010609060101010101" charset="-122"/>
            </a:endParaRPr>
          </a:p>
          <a:p>
            <a:pPr marL="0" indent="0">
              <a:buNone/>
            </a:pPr>
            <a:r>
              <a:rPr lang="zh-CN" altLang="en-US" sz="2800">
                <a:latin typeface="楷体" panose="02010609060101010101" charset="-122"/>
                <a:ea typeface="楷体" panose="02010609060101010101" charset="-122"/>
              </a:rPr>
              <a:t>  算法5.1保证生成的拓扑结构不包括环，这一点的证明也很简单，如果存在环，那么至少有一条弧从低序结点指向高序结点，并且至少存在另一条弧从高序结点指向低序结点，由于算法5.1不允许从低序结点到高序结点的弧存在，因此拓扑结构中不存在环。</a:t>
            </a:r>
            <a:endParaRPr lang="zh-CN" altLang="en-US" sz="2800">
              <a:latin typeface="楷体" panose="02010609060101010101" charset="-122"/>
              <a:ea typeface="楷体" panose="02010609060101010101" charset="-122"/>
            </a:endParaRPr>
          </a:p>
          <a:p>
            <a:pPr marL="0" indent="0">
              <a:buNone/>
            </a:pPr>
            <a:endParaRPr lang="zh-CN" altLang="en-US" sz="2800">
              <a:latin typeface="楷体" panose="02010609060101010101" charset="-122"/>
              <a:ea typeface="楷体" panose="02010609060101010101" charset="-122"/>
            </a:endParaRPr>
          </a:p>
        </p:txBody>
      </p:sp>
      <p:graphicFrame>
        <p:nvGraphicFramePr>
          <p:cNvPr id="2" name="对象 -2147482416"/>
          <p:cNvGraphicFramePr>
            <a:graphicFrameLocks noChangeAspect="1"/>
          </p:cNvGraphicFramePr>
          <p:nvPr/>
        </p:nvGraphicFramePr>
        <p:xfrm>
          <a:off x="1929130" y="862648"/>
          <a:ext cx="567690" cy="255905"/>
        </p:xfrm>
        <a:graphic>
          <a:graphicData uri="http://schemas.openxmlformats.org/presentationml/2006/ole">
            <mc:AlternateContent xmlns:mc="http://schemas.openxmlformats.org/markup-compatibility/2006">
              <mc:Choice xmlns:v="urn:schemas-microsoft-com:vml" Requires="v">
                <p:oleObj spid="_x0000_s3076" name="" r:id="rId1" imgW="558800" imgH="254000" progId="Equation.DSMT4">
                  <p:embed/>
                </p:oleObj>
              </mc:Choice>
              <mc:Fallback>
                <p:oleObj name="" r:id="rId1" imgW="558800" imgH="254000" progId="Equation.DSMT4">
                  <p:embed/>
                  <p:pic>
                    <p:nvPicPr>
                      <p:cNvPr id="0" name="图片 3075"/>
                      <p:cNvPicPr/>
                      <p:nvPr/>
                    </p:nvPicPr>
                    <p:blipFill>
                      <a:blip r:embed="rId2"/>
                      <a:stretch>
                        <a:fillRect/>
                      </a:stretch>
                    </p:blipFill>
                    <p:spPr>
                      <a:xfrm>
                        <a:off x="1929130" y="862648"/>
                        <a:ext cx="567690" cy="255905"/>
                      </a:xfrm>
                      <a:prstGeom prst="rect">
                        <a:avLst/>
                      </a:prstGeom>
                      <a:noFill/>
                      <a:ln w="38100">
                        <a:noFill/>
                        <a:miter/>
                      </a:ln>
                    </p:spPr>
                  </p:pic>
                </p:oleObj>
              </mc:Fallback>
            </mc:AlternateContent>
          </a:graphicData>
        </a:graphic>
      </p:graphicFrame>
      <p:graphicFrame>
        <p:nvGraphicFramePr>
          <p:cNvPr id="4" name="对象 -2147482415"/>
          <p:cNvGraphicFramePr>
            <a:graphicFrameLocks noChangeAspect="1"/>
          </p:cNvGraphicFramePr>
          <p:nvPr/>
        </p:nvGraphicFramePr>
        <p:xfrm>
          <a:off x="3331528" y="862648"/>
          <a:ext cx="572135" cy="255905"/>
        </p:xfrm>
        <a:graphic>
          <a:graphicData uri="http://schemas.openxmlformats.org/presentationml/2006/ole">
            <mc:AlternateContent xmlns:mc="http://schemas.openxmlformats.org/markup-compatibility/2006">
              <mc:Choice xmlns:v="urn:schemas-microsoft-com:vml" Requires="v">
                <p:oleObj spid="_x0000_s5" name="" r:id="rId3" imgW="571500" imgH="254000" progId="Equation.DSMT4">
                  <p:embed/>
                </p:oleObj>
              </mc:Choice>
              <mc:Fallback>
                <p:oleObj name="" r:id="rId3" imgW="571500" imgH="254000" progId="Equation.DSMT4">
                  <p:embed/>
                  <p:pic>
                    <p:nvPicPr>
                      <p:cNvPr id="0" name="图片 3"/>
                      <p:cNvPicPr/>
                      <p:nvPr/>
                    </p:nvPicPr>
                    <p:blipFill>
                      <a:blip r:embed="rId4"/>
                      <a:stretch>
                        <a:fillRect/>
                      </a:stretch>
                    </p:blipFill>
                    <p:spPr>
                      <a:xfrm>
                        <a:off x="3331528" y="862648"/>
                        <a:ext cx="572135" cy="255905"/>
                      </a:xfrm>
                      <a:prstGeom prst="rect">
                        <a:avLst/>
                      </a:prstGeom>
                      <a:noFill/>
                      <a:ln w="38100">
                        <a:noFill/>
                        <a:miter/>
                      </a:ln>
                    </p:spPr>
                  </p:pic>
                </p:oleObj>
              </mc:Fallback>
            </mc:AlternateContent>
          </a:graphicData>
        </a:graphic>
      </p:graphicFrame>
      <p:graphicFrame>
        <p:nvGraphicFramePr>
          <p:cNvPr id="6" name="对象 -2147482414"/>
          <p:cNvGraphicFramePr>
            <a:graphicFrameLocks noChangeAspect="1"/>
          </p:cNvGraphicFramePr>
          <p:nvPr/>
        </p:nvGraphicFramePr>
        <p:xfrm>
          <a:off x="4597718" y="862648"/>
          <a:ext cx="532765" cy="255905"/>
        </p:xfrm>
        <a:graphic>
          <a:graphicData uri="http://schemas.openxmlformats.org/presentationml/2006/ole">
            <mc:AlternateContent xmlns:mc="http://schemas.openxmlformats.org/markup-compatibility/2006">
              <mc:Choice xmlns:v="urn:schemas-microsoft-com:vml" Requires="v">
                <p:oleObj spid="_x0000_s7" name="" r:id="rId5" imgW="533400" imgH="254000" progId="Equation.DSMT4">
                  <p:embed/>
                </p:oleObj>
              </mc:Choice>
              <mc:Fallback>
                <p:oleObj name="" r:id="rId5" imgW="533400" imgH="254000" progId="Equation.DSMT4">
                  <p:embed/>
                  <p:pic>
                    <p:nvPicPr>
                      <p:cNvPr id="0" name="图片 4"/>
                      <p:cNvPicPr/>
                      <p:nvPr/>
                    </p:nvPicPr>
                    <p:blipFill>
                      <a:blip r:embed="rId6"/>
                      <a:stretch>
                        <a:fillRect/>
                      </a:stretch>
                    </p:blipFill>
                    <p:spPr>
                      <a:xfrm>
                        <a:off x="4597718" y="862648"/>
                        <a:ext cx="532765" cy="255905"/>
                      </a:xfrm>
                      <a:prstGeom prst="rect">
                        <a:avLst/>
                      </a:prstGeom>
                      <a:noFill/>
                      <a:ln w="38100">
                        <a:noFill/>
                        <a:miter/>
                      </a:ln>
                    </p:spPr>
                  </p:pic>
                </p:oleObj>
              </mc:Fallback>
            </mc:AlternateContent>
          </a:graphicData>
        </a:graphic>
      </p:graphicFrame>
      <p:graphicFrame>
        <p:nvGraphicFramePr>
          <p:cNvPr id="8" name="对象 -2147482413"/>
          <p:cNvGraphicFramePr>
            <a:graphicFrameLocks noChangeAspect="1"/>
          </p:cNvGraphicFramePr>
          <p:nvPr/>
        </p:nvGraphicFramePr>
        <p:xfrm>
          <a:off x="5645150" y="862648"/>
          <a:ext cx="641350" cy="255905"/>
        </p:xfrm>
        <a:graphic>
          <a:graphicData uri="http://schemas.openxmlformats.org/presentationml/2006/ole">
            <mc:AlternateContent xmlns:mc="http://schemas.openxmlformats.org/markup-compatibility/2006">
              <mc:Choice xmlns:v="urn:schemas-microsoft-com:vml" Requires="v">
                <p:oleObj spid="_x0000_s9" name="" r:id="rId7" imgW="647700" imgH="254000" progId="Equation.DSMT4">
                  <p:embed/>
                </p:oleObj>
              </mc:Choice>
              <mc:Fallback>
                <p:oleObj name="" r:id="rId7" imgW="647700" imgH="254000" progId="Equation.DSMT4">
                  <p:embed/>
                  <p:pic>
                    <p:nvPicPr>
                      <p:cNvPr id="0" name="图片 5"/>
                      <p:cNvPicPr/>
                      <p:nvPr/>
                    </p:nvPicPr>
                    <p:blipFill>
                      <a:blip r:embed="rId8"/>
                      <a:stretch>
                        <a:fillRect/>
                      </a:stretch>
                    </p:blipFill>
                    <p:spPr>
                      <a:xfrm>
                        <a:off x="5645150" y="862648"/>
                        <a:ext cx="641350" cy="255905"/>
                      </a:xfrm>
                      <a:prstGeom prst="rect">
                        <a:avLst/>
                      </a:prstGeom>
                      <a:noFill/>
                      <a:ln w="38100">
                        <a:noFill/>
                        <a:miter/>
                      </a:ln>
                    </p:spPr>
                  </p:pic>
                </p:oleObj>
              </mc:Fallback>
            </mc:AlternateContent>
          </a:graphicData>
        </a:graphic>
      </p:graphicFrame>
      <p:graphicFrame>
        <p:nvGraphicFramePr>
          <p:cNvPr id="10" name="对象 -2147482412"/>
          <p:cNvGraphicFramePr>
            <a:graphicFrameLocks noChangeAspect="1"/>
          </p:cNvGraphicFramePr>
          <p:nvPr/>
        </p:nvGraphicFramePr>
        <p:xfrm>
          <a:off x="7314565" y="862648"/>
          <a:ext cx="610870" cy="255905"/>
        </p:xfrm>
        <a:graphic>
          <a:graphicData uri="http://schemas.openxmlformats.org/presentationml/2006/ole">
            <mc:AlternateContent xmlns:mc="http://schemas.openxmlformats.org/markup-compatibility/2006">
              <mc:Choice xmlns:v="urn:schemas-microsoft-com:vml" Requires="v">
                <p:oleObj spid="_x0000_s11" name="" r:id="rId9" imgW="609600" imgH="254000" progId="Equation.DSMT4">
                  <p:embed/>
                </p:oleObj>
              </mc:Choice>
              <mc:Fallback>
                <p:oleObj name="" r:id="rId9" imgW="609600" imgH="254000" progId="Equation.DSMT4">
                  <p:embed/>
                  <p:pic>
                    <p:nvPicPr>
                      <p:cNvPr id="0" name="图片 6"/>
                      <p:cNvPicPr/>
                      <p:nvPr/>
                    </p:nvPicPr>
                    <p:blipFill>
                      <a:blip r:embed="rId10"/>
                      <a:stretch>
                        <a:fillRect/>
                      </a:stretch>
                    </p:blipFill>
                    <p:spPr>
                      <a:xfrm>
                        <a:off x="7314565" y="862648"/>
                        <a:ext cx="610870" cy="255905"/>
                      </a:xfrm>
                      <a:prstGeom prst="rect">
                        <a:avLst/>
                      </a:prstGeom>
                      <a:noFill/>
                      <a:ln w="38100">
                        <a:noFill/>
                        <a:miter/>
                      </a:ln>
                    </p:spPr>
                  </p:pic>
                </p:oleObj>
              </mc:Fallback>
            </mc:AlternateContent>
          </a:graphicData>
        </a:graphic>
      </p:graphicFrame>
      <p:graphicFrame>
        <p:nvGraphicFramePr>
          <p:cNvPr id="12" name="对象 -2147482340"/>
          <p:cNvGraphicFramePr>
            <a:graphicFrameLocks noChangeAspect="1"/>
          </p:cNvGraphicFramePr>
          <p:nvPr/>
        </p:nvGraphicFramePr>
        <p:xfrm>
          <a:off x="8659495" y="862648"/>
          <a:ext cx="641350" cy="255905"/>
        </p:xfrm>
        <a:graphic>
          <a:graphicData uri="http://schemas.openxmlformats.org/presentationml/2006/ole">
            <mc:AlternateContent xmlns:mc="http://schemas.openxmlformats.org/markup-compatibility/2006">
              <mc:Choice xmlns:v="urn:schemas-microsoft-com:vml" Requires="v">
                <p:oleObj spid="_x0000_s13" name="" r:id="rId11" imgW="647700" imgH="254000" progId="Equation.DSMT4">
                  <p:embed/>
                </p:oleObj>
              </mc:Choice>
              <mc:Fallback>
                <p:oleObj name="" r:id="rId11" imgW="647700" imgH="254000" progId="Equation.DSMT4">
                  <p:embed/>
                  <p:pic>
                    <p:nvPicPr>
                      <p:cNvPr id="0" name="图片 7"/>
                      <p:cNvPicPr/>
                      <p:nvPr/>
                    </p:nvPicPr>
                    <p:blipFill>
                      <a:blip r:embed="rId12"/>
                      <a:stretch>
                        <a:fillRect/>
                      </a:stretch>
                    </p:blipFill>
                    <p:spPr>
                      <a:xfrm>
                        <a:off x="8659495" y="862648"/>
                        <a:ext cx="641350" cy="255905"/>
                      </a:xfrm>
                      <a:prstGeom prst="rect">
                        <a:avLst/>
                      </a:prstGeom>
                      <a:noFill/>
                      <a:ln w="38100">
                        <a:noFill/>
                        <a:miter/>
                      </a:ln>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611630" y="1207770"/>
            <a:ext cx="9473565" cy="4074160"/>
          </a:xfrm>
        </p:spPr>
        <p:txBody>
          <a:bodyPr>
            <a:noAutofit/>
          </a:bodyPr>
          <a:p>
            <a:r>
              <a:rPr lang="zh-CN" altLang="en-US" sz="2800">
                <a:latin typeface="楷体" panose="02010609060101010101" charset="-122"/>
                <a:ea typeface="楷体" panose="02010609060101010101" charset="-122"/>
                <a:sym typeface="+mn-ea"/>
              </a:rPr>
              <a:t>  然而，如果对变量采用不同的排序方案，得到的网络拓扑结构可能会有变化，某些拓扑结构可能质量很差，因为它在不同的结点对之间产生了很多条弧。从理论上讲，可能需要检查所有d!种可能的排序才能确定最佳的拓扑结构，这是一项计算开销很大的任务，一种替代的方法是把变量分为原因变量和结果变量，然后从各原因变量向其对应的结果变量画弧，这种方法简化了贝叶斯网络结构的建立。一旦找到了合适的拓扑结构，与各结点关联的概率表就确定了，对这些概率的估计比较容易，与朴素贝叶斯分类器中所用的方法类似。</a:t>
            </a:r>
            <a:endParaRPr lang="zh-CN" altLang="en-US" sz="2800">
              <a:latin typeface="楷体" panose="02010609060101010101" charset="-122"/>
              <a:ea typeface="楷体" panose="02010609060101010101" charset="-122"/>
            </a:endParaRPr>
          </a:p>
          <a:p>
            <a:endParaRPr lang="zh-CN" altLang="en-US" sz="2800">
              <a:latin typeface="楷体" panose="02010609060101010101" charset="-122"/>
              <a:ea typeface="楷体" panose="02010609060101010101"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615025" y="305340"/>
            <a:ext cx="8911687" cy="1280890"/>
          </a:xfrm>
        </p:spPr>
        <p:txBody>
          <a:bodyPr/>
          <a:p>
            <a:r>
              <a:rPr lang="zh-CN" altLang="en-US">
                <a:latin typeface="楷体" panose="02010609060101010101" charset="-122"/>
                <a:ea typeface="楷体" panose="02010609060101010101" charset="-122"/>
                <a:cs typeface="楷体" panose="02010609060101010101" charset="-122"/>
              </a:rPr>
              <a:t>5.3贝叶斯算法实例分析</a:t>
            </a:r>
            <a:endParaRPr lang="zh-CN" altLang="en-US">
              <a:latin typeface="楷体" panose="02010609060101010101" charset="-122"/>
              <a:ea typeface="楷体" panose="02010609060101010101" charset="-122"/>
              <a:cs typeface="楷体" panose="02010609060101010101" charset="-122"/>
            </a:endParaRPr>
          </a:p>
        </p:txBody>
      </p:sp>
      <p:sp>
        <p:nvSpPr>
          <p:cNvPr id="3" name="内容占位符 2"/>
          <p:cNvSpPr>
            <a:spLocks noGrp="1"/>
          </p:cNvSpPr>
          <p:nvPr>
            <p:ph idx="1"/>
          </p:nvPr>
        </p:nvSpPr>
        <p:spPr>
          <a:xfrm>
            <a:off x="1614805" y="868045"/>
            <a:ext cx="10335895" cy="5680075"/>
          </a:xfrm>
        </p:spPr>
        <p:txBody>
          <a:bodyPr/>
          <a:p>
            <a:pPr marL="0" indent="0">
              <a:buNone/>
            </a:pPr>
            <a:r>
              <a:rPr lang="zh-CN" altLang="en-US" sz="2800">
                <a:latin typeface="楷体" panose="02010609060101010101" charset="-122"/>
                <a:ea typeface="楷体" panose="02010609060101010101" charset="-122"/>
                <a:cs typeface="楷体" panose="02010609060101010101" charset="-122"/>
              </a:rPr>
              <a:t>5.3.1朴素贝叶斯分类器实例分析</a:t>
            </a:r>
            <a:endParaRPr lang="zh-CN" altLang="en-US" sz="2800">
              <a:latin typeface="楷体" panose="02010609060101010101" charset="-122"/>
              <a:ea typeface="楷体" panose="02010609060101010101" charset="-122"/>
              <a:cs typeface="楷体" panose="02010609060101010101" charset="-122"/>
            </a:endParaRPr>
          </a:p>
          <a:p>
            <a:pPr marL="0" indent="0">
              <a:buNone/>
            </a:pPr>
            <a:r>
              <a:rPr lang="zh-CN" altLang="en-US" sz="2800">
                <a:latin typeface="楷体" panose="02010609060101010101" charset="-122"/>
                <a:ea typeface="楷体" panose="02010609060101010101" charset="-122"/>
                <a:cs typeface="楷体" panose="02010609060101010101" charset="-122"/>
              </a:rPr>
              <a:t>  【例5.1】应用朴素贝叶斯分类器来解决这样一个分类问题:根据天气状况来判断某天是否适合于打网球。给定表5-1所示的14个训练实例,其中每一天由属性Outlook, Temperature, Humidity, Wind来表征，类属性为Play Tennis。</a:t>
            </a:r>
            <a:endParaRPr lang="zh-CN" altLang="en-US" sz="2800">
              <a:latin typeface="楷体" panose="02010609060101010101" charset="-122"/>
              <a:ea typeface="楷体" panose="02010609060101010101" charset="-122"/>
              <a:cs typeface="楷体" panose="02010609060101010101" charset="-122"/>
            </a:endParaRPr>
          </a:p>
          <a:p>
            <a:pPr marL="0" indent="0">
              <a:buNone/>
            </a:pPr>
            <a:r>
              <a:rPr lang="zh-CN" altLang="en-US" sz="2800">
                <a:latin typeface="楷体" panose="02010609060101010101" charset="-122"/>
                <a:ea typeface="楷体" panose="02010609060101010101" charset="-122"/>
                <a:cs typeface="楷体" panose="02010609060101010101" charset="-122"/>
              </a:rPr>
              <a:t>                                  </a:t>
            </a:r>
            <a:endParaRPr lang="zh-CN" altLang="en-US" sz="2800">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表格 3"/>
          <p:cNvGraphicFramePr/>
          <p:nvPr>
            <p:custDataLst>
              <p:tags r:id="rId1"/>
            </p:custDataLst>
          </p:nvPr>
        </p:nvGraphicFramePr>
        <p:xfrm>
          <a:off x="1677670" y="1408430"/>
          <a:ext cx="8710930" cy="4981575"/>
        </p:xfrm>
        <a:graphic>
          <a:graphicData uri="http://schemas.openxmlformats.org/drawingml/2006/table">
            <a:tbl>
              <a:tblPr firstRow="1" bandRow="1">
                <a:tableStyleId>{5940675A-B579-460E-94D1-54222C63F5DA}</a:tableStyleId>
              </a:tblPr>
              <a:tblGrid>
                <a:gridCol w="1450340"/>
                <a:gridCol w="1454785"/>
                <a:gridCol w="1436370"/>
                <a:gridCol w="1466850"/>
                <a:gridCol w="1452245"/>
                <a:gridCol w="1450340"/>
              </a:tblGrid>
              <a:tr h="33210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day</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outlook</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temperature</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humidity</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wind</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Play tennis</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210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1</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sunny</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hot</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high</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weak</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no</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210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2</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sunny</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hot</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high</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strong</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no</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210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3</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overcast</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hot</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high</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weak</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yes</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210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4</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rain</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mild</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high</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weak</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yes</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210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5</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rain</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cool</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normal</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weak</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yes</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210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6</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rain</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cool</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normal</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strong</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no</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210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7</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overcast</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cool</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normal</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strong</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yes</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210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8</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sunny</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mild</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high</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weak</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no</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210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9</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sunny</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cool</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normal</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weak</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yes</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210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10</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rain</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mild</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normal</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weak</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yes</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210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11</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sunny</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mild</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normal</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strong</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yes</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210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12</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overcast</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mild</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high</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strong</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yes</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210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13</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overcast</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hot</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normal</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weak</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yes</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210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14</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rain</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mild</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high</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strong</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no</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5" name="文本框 4"/>
          <p:cNvSpPr txBox="1"/>
          <p:nvPr/>
        </p:nvSpPr>
        <p:spPr>
          <a:xfrm>
            <a:off x="3989705" y="673100"/>
            <a:ext cx="4540885" cy="829945"/>
          </a:xfrm>
          <a:prstGeom prst="rect">
            <a:avLst/>
          </a:prstGeom>
          <a:noFill/>
        </p:spPr>
        <p:txBody>
          <a:bodyPr wrap="square" rtlCol="0">
            <a:spAutoFit/>
          </a:bodyPr>
          <a:p>
            <a:r>
              <a:rPr lang="zh-CN" altLang="en-US" sz="2400">
                <a:latin typeface="楷体" panose="02010609060101010101" charset="-122"/>
                <a:ea typeface="楷体" panose="02010609060101010101" charset="-122"/>
                <a:cs typeface="楷体" panose="02010609060101010101" charset="-122"/>
                <a:sym typeface="+mn-ea"/>
              </a:rPr>
              <a:t>表5-1 14个训练实例</a:t>
            </a:r>
            <a:endParaRPr lang="zh-CN" altLang="en-US" sz="2400">
              <a:latin typeface="楷体" panose="02010609060101010101" charset="-122"/>
              <a:ea typeface="楷体" panose="02010609060101010101" charset="-122"/>
              <a:cs typeface="楷体" panose="02010609060101010101" charset="-122"/>
            </a:endParaRPr>
          </a:p>
          <a:p>
            <a:endParaRPr lang="zh-CN" altLang="en-US" sz="2400">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536507" y="1539875"/>
            <a:ext cx="8915400" cy="3777622"/>
          </a:xfrm>
        </p:spPr>
        <p:txBody>
          <a:bodyPr/>
          <a:p>
            <a:r>
              <a:rPr lang="zh-CN" altLang="en-US" sz="2800">
                <a:latin typeface="楷体" panose="02010609060101010101" charset="-122"/>
                <a:ea typeface="楷体" panose="02010609060101010101" charset="-122"/>
                <a:cs typeface="楷体" panose="02010609060101010101" charset="-122"/>
                <a:sym typeface="+mn-ea"/>
              </a:rPr>
              <a:t>现在有一个测试实例x：&lt;Outlook=sunny, Temperature=cool, Humidity=high, Wind=strong&gt;,问这一天是否适合于打网球。</a:t>
            </a:r>
            <a:endParaRPr lang="zh-CN" altLang="en-US" sz="2800">
              <a:latin typeface="楷体" panose="02010609060101010101" charset="-122"/>
              <a:ea typeface="楷体" panose="02010609060101010101" charset="-122"/>
              <a:cs typeface="楷体" panose="02010609060101010101" charset="-122"/>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623060" y="276225"/>
            <a:ext cx="10336530" cy="6345555"/>
          </a:xfrm>
        </p:spPr>
        <p:txBody>
          <a:bodyPr>
            <a:normAutofit lnSpcReduction="10000"/>
          </a:bodyPr>
          <a:p>
            <a:r>
              <a:rPr lang="zh-CN" altLang="en-US" sz="2400">
                <a:latin typeface="楷体" panose="02010609060101010101" charset="-122"/>
                <a:ea typeface="楷体" panose="02010609060101010101" charset="-122"/>
                <a:cs typeface="楷体" panose="02010609060101010101" charset="-122"/>
              </a:rPr>
              <a:t> 显然,我们的任务就是要预测此新实例</a:t>
            </a:r>
            <a:r>
              <a:rPr lang="zh-CN" altLang="en-US" sz="2400">
                <a:latin typeface="楷体" panose="02010609060101010101" charset="-122"/>
                <a:ea typeface="楷体" panose="02010609060101010101" charset="-122"/>
                <a:cs typeface="楷体" panose="02010609060101010101" charset="-122"/>
                <a:sym typeface="+mn-ea"/>
              </a:rPr>
              <a:t>&lt;Outlook=sunny, Temperature=cool, Humidity=high, Wind=strong&gt;</a:t>
            </a:r>
            <a:r>
              <a:rPr lang="zh-CN" altLang="en-US" sz="2400">
                <a:latin typeface="楷体" panose="02010609060101010101" charset="-122"/>
                <a:ea typeface="楷体" panose="02010609060101010101" charset="-122"/>
                <a:cs typeface="楷体" panose="02010609060101010101" charset="-122"/>
              </a:rPr>
              <a:t>的类属性Play Tennis取值(yes或no), 为此,我们构建如图5-4所示的朴素贝叶斯网络分类器。</a:t>
            </a:r>
            <a:endParaRPr lang="zh-CN" altLang="en-US" sz="2400">
              <a:latin typeface="楷体" panose="02010609060101010101" charset="-122"/>
              <a:ea typeface="楷体" panose="02010609060101010101" charset="-122"/>
              <a:cs typeface="楷体" panose="02010609060101010101" charset="-122"/>
            </a:endParaRPr>
          </a:p>
          <a:p>
            <a:endParaRPr lang="zh-CN" altLang="en-US" sz="2400">
              <a:latin typeface="楷体" panose="02010609060101010101" charset="-122"/>
              <a:ea typeface="楷体" panose="02010609060101010101" charset="-122"/>
              <a:cs typeface="楷体" panose="02010609060101010101" charset="-122"/>
            </a:endParaRPr>
          </a:p>
          <a:p>
            <a:endParaRPr lang="zh-CN" altLang="en-US" sz="2400">
              <a:latin typeface="楷体" panose="02010609060101010101" charset="-122"/>
              <a:ea typeface="楷体" panose="02010609060101010101" charset="-122"/>
              <a:cs typeface="楷体" panose="02010609060101010101" charset="-122"/>
            </a:endParaRPr>
          </a:p>
          <a:p>
            <a:endParaRPr lang="zh-CN" altLang="en-US" sz="2400">
              <a:latin typeface="楷体" panose="02010609060101010101" charset="-122"/>
              <a:ea typeface="楷体" panose="02010609060101010101" charset="-122"/>
              <a:cs typeface="楷体" panose="02010609060101010101" charset="-122"/>
            </a:endParaRPr>
          </a:p>
          <a:p>
            <a:endParaRPr lang="zh-CN" altLang="en-US" sz="2400">
              <a:latin typeface="楷体" panose="02010609060101010101" charset="-122"/>
              <a:ea typeface="楷体" panose="02010609060101010101" charset="-122"/>
              <a:cs typeface="楷体" panose="02010609060101010101" charset="-122"/>
            </a:endParaRPr>
          </a:p>
          <a:p>
            <a:endParaRPr lang="zh-CN" altLang="en-US" sz="2400">
              <a:latin typeface="楷体" panose="02010609060101010101" charset="-122"/>
              <a:ea typeface="楷体" panose="02010609060101010101" charset="-122"/>
              <a:cs typeface="楷体" panose="02010609060101010101" charset="-122"/>
            </a:endParaRPr>
          </a:p>
          <a:p>
            <a:pPr>
              <a:lnSpc>
                <a:spcPct val="110000"/>
              </a:lnSpc>
            </a:pPr>
            <a:r>
              <a:rPr lang="zh-CN" altLang="en-US" sz="2400">
                <a:latin typeface="楷体" panose="02010609060101010101" charset="-122"/>
                <a:ea typeface="楷体" panose="02010609060101010101" charset="-122"/>
                <a:cs typeface="楷体" panose="02010609060101010101" charset="-122"/>
              </a:rPr>
              <a:t> 图中的类结点C表示类属性Play Tennis, 其他4个结点        分别代表4个属性Outlook ，Temperature, Humidity，Wind，类结点C是所有属性结点的父亲结点,属性结点和属性结点之间没有任何的依赖关系.根据公式有:                                      </a:t>
            </a:r>
            <a:endParaRPr lang="zh-CN" altLang="en-US" sz="2000">
              <a:latin typeface="楷体" panose="02010609060101010101" charset="-122"/>
              <a:ea typeface="楷体" panose="02010609060101010101" charset="-122"/>
              <a:cs typeface="楷体" panose="02010609060101010101" charset="-122"/>
            </a:endParaRPr>
          </a:p>
        </p:txBody>
      </p:sp>
      <p:graphicFrame>
        <p:nvGraphicFramePr>
          <p:cNvPr id="2" name="对象 -2147482410"/>
          <p:cNvGraphicFramePr>
            <a:graphicFrameLocks noChangeAspect="1"/>
          </p:cNvGraphicFramePr>
          <p:nvPr>
            <p:custDataLst>
              <p:tags r:id="rId1"/>
            </p:custDataLst>
          </p:nvPr>
        </p:nvGraphicFramePr>
        <p:xfrm>
          <a:off x="4154170" y="1280795"/>
          <a:ext cx="5274310" cy="1767840"/>
        </p:xfrm>
        <a:graphic>
          <a:graphicData uri="http://schemas.openxmlformats.org/presentationml/2006/ole">
            <mc:AlternateContent xmlns:mc="http://schemas.openxmlformats.org/markup-compatibility/2006">
              <mc:Choice xmlns:v="urn:schemas-microsoft-com:vml" Requires="v">
                <p:oleObj spid="_x0000_s3076" name="" r:id="rId2" imgW="5276215" imgH="1766570" progId="Word.Document.8">
                  <p:embed/>
                </p:oleObj>
              </mc:Choice>
              <mc:Fallback>
                <p:oleObj name="" r:id="rId2" imgW="5276215" imgH="1766570" progId="Word.Document.8">
                  <p:embed/>
                  <p:pic>
                    <p:nvPicPr>
                      <p:cNvPr id="0" name="图片 3075"/>
                      <p:cNvPicPr/>
                      <p:nvPr/>
                    </p:nvPicPr>
                    <p:blipFill>
                      <a:blip r:embed="rId3"/>
                      <a:stretch>
                        <a:fillRect/>
                      </a:stretch>
                    </p:blipFill>
                    <p:spPr>
                      <a:xfrm>
                        <a:off x="4154170" y="1280795"/>
                        <a:ext cx="5274310" cy="1767840"/>
                      </a:xfrm>
                      <a:prstGeom prst="rect">
                        <a:avLst/>
                      </a:prstGeom>
                      <a:noFill/>
                      <a:ln w="38100">
                        <a:noFill/>
                        <a:miter/>
                      </a:ln>
                    </p:spPr>
                  </p:pic>
                </p:oleObj>
              </mc:Fallback>
            </mc:AlternateContent>
          </a:graphicData>
        </a:graphic>
      </p:graphicFrame>
      <p:sp>
        <p:nvSpPr>
          <p:cNvPr id="100" name="文本框 99"/>
          <p:cNvSpPr txBox="1"/>
          <p:nvPr/>
        </p:nvSpPr>
        <p:spPr>
          <a:xfrm>
            <a:off x="4845685" y="3275330"/>
            <a:ext cx="5080000" cy="306705"/>
          </a:xfrm>
          <a:prstGeom prst="rect">
            <a:avLst/>
          </a:prstGeom>
          <a:noFill/>
          <a:ln w="9525">
            <a:noFill/>
          </a:ln>
        </p:spPr>
        <p:txBody>
          <a:bodyPr>
            <a:spAutoFit/>
          </a:bodyPr>
          <a:p>
            <a:pPr indent="0"/>
            <a:r>
              <a:rPr lang="zh-CN" sz="1400" b="0">
                <a:ea typeface="宋体" panose="02010600030101010101" pitchFamily="2" charset="-122"/>
              </a:rPr>
              <a:t>图</a:t>
            </a:r>
            <a:r>
              <a:rPr lang="zh-CN" sz="1400" b="0">
                <a:ea typeface="宋体" panose="02010600030101010101" pitchFamily="2" charset="-122"/>
                <a:cs typeface="Times New Roman" panose="02020603050405020304" charset="0"/>
              </a:rPr>
              <a:t>5-4朴素贝叶斯分类器的结构</a:t>
            </a:r>
            <a:endParaRPr lang="zh-CN" altLang="en-US" sz="1400" b="0">
              <a:ea typeface="宋体" panose="02010600030101010101" pitchFamily="2" charset="-122"/>
              <a:cs typeface="Times New Roman" panose="02020603050405020304" charset="0"/>
            </a:endParaRPr>
          </a:p>
        </p:txBody>
      </p:sp>
      <p:graphicFrame>
        <p:nvGraphicFramePr>
          <p:cNvPr id="4" name="对象 -2147482409"/>
          <p:cNvGraphicFramePr>
            <a:graphicFrameLocks noChangeAspect="1"/>
          </p:cNvGraphicFramePr>
          <p:nvPr/>
        </p:nvGraphicFramePr>
        <p:xfrm>
          <a:off x="9428480" y="3714750"/>
          <a:ext cx="1021080" cy="337820"/>
        </p:xfrm>
        <a:graphic>
          <a:graphicData uri="http://schemas.openxmlformats.org/presentationml/2006/ole">
            <mc:AlternateContent xmlns:mc="http://schemas.openxmlformats.org/markup-compatibility/2006">
              <mc:Choice xmlns:v="urn:schemas-microsoft-com:vml" Requires="v">
                <p:oleObj spid="_x0000_s5" name="" r:id="rId4" imgW="787400" imgH="228600" progId="Equation.DSMT4">
                  <p:embed/>
                </p:oleObj>
              </mc:Choice>
              <mc:Fallback>
                <p:oleObj name="" r:id="rId4" imgW="787400" imgH="228600" progId="Equation.DSMT4">
                  <p:embed/>
                  <p:pic>
                    <p:nvPicPr>
                      <p:cNvPr id="0" name="图片 3"/>
                      <p:cNvPicPr/>
                      <p:nvPr/>
                    </p:nvPicPr>
                    <p:blipFill>
                      <a:blip r:embed="rId5"/>
                      <a:stretch>
                        <a:fillRect/>
                      </a:stretch>
                    </p:blipFill>
                    <p:spPr>
                      <a:xfrm>
                        <a:off x="9428480" y="3714750"/>
                        <a:ext cx="1021080" cy="337820"/>
                      </a:xfrm>
                      <a:prstGeom prst="rect">
                        <a:avLst/>
                      </a:prstGeom>
                      <a:noFill/>
                      <a:ln w="38100">
                        <a:noFill/>
                        <a:miter/>
                      </a:ln>
                    </p:spPr>
                  </p:pic>
                </p:oleObj>
              </mc:Fallback>
            </mc:AlternateContent>
          </a:graphicData>
        </a:graphic>
      </p:graphicFrame>
      <p:graphicFrame>
        <p:nvGraphicFramePr>
          <p:cNvPr id="6" name="对象 -2147482408"/>
          <p:cNvGraphicFramePr>
            <a:graphicFrameLocks noChangeAspect="1"/>
          </p:cNvGraphicFramePr>
          <p:nvPr/>
        </p:nvGraphicFramePr>
        <p:xfrm>
          <a:off x="2675255" y="5116830"/>
          <a:ext cx="8985250" cy="756920"/>
        </p:xfrm>
        <a:graphic>
          <a:graphicData uri="http://schemas.openxmlformats.org/presentationml/2006/ole">
            <mc:AlternateContent xmlns:mc="http://schemas.openxmlformats.org/markup-compatibility/2006">
              <mc:Choice xmlns:v="urn:schemas-microsoft-com:vml" Requires="v">
                <p:oleObj spid="_x0000_s7" name="" r:id="rId6" imgW="4114800" imgH="355600" progId="Equation.DSMT4">
                  <p:embed/>
                </p:oleObj>
              </mc:Choice>
              <mc:Fallback>
                <p:oleObj name="" r:id="rId6" imgW="4114800" imgH="355600" progId="Equation.DSMT4">
                  <p:embed/>
                  <p:pic>
                    <p:nvPicPr>
                      <p:cNvPr id="0" name="图片 4"/>
                      <p:cNvPicPr/>
                      <p:nvPr/>
                    </p:nvPicPr>
                    <p:blipFill>
                      <a:blip r:embed="rId7"/>
                      <a:stretch>
                        <a:fillRect/>
                      </a:stretch>
                    </p:blipFill>
                    <p:spPr>
                      <a:xfrm>
                        <a:off x="2675255" y="5116830"/>
                        <a:ext cx="8985250" cy="756920"/>
                      </a:xfrm>
                      <a:prstGeom prst="rect">
                        <a:avLst/>
                      </a:prstGeom>
                      <a:noFill/>
                      <a:ln w="38100">
                        <a:noFill/>
                        <a:miter/>
                      </a:ln>
                    </p:spPr>
                  </p:pic>
                </p:oleObj>
              </mc:Fallback>
            </mc:AlternateContent>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sz="2800">
                <a:latin typeface="楷体" panose="02010609060101010101" charset="-122"/>
                <a:ea typeface="楷体" panose="02010609060101010101" charset="-122"/>
                <a:cs typeface="楷体" panose="02010609060101010101" charset="-122"/>
                <a:sym typeface="+mn-ea"/>
              </a:rPr>
              <a:t>为了计算    ，需要从表所示的14个训练实例中估计出概率：</a:t>
            </a:r>
            <a:endParaRPr lang="zh-CN" altLang="en-US" sz="2800">
              <a:latin typeface="楷体" panose="02010609060101010101" charset="-122"/>
              <a:ea typeface="楷体" panose="02010609060101010101" charset="-122"/>
              <a:cs typeface="楷体" panose="02010609060101010101" charset="-122"/>
            </a:endParaRPr>
          </a:p>
          <a:p>
            <a:endParaRPr lang="zh-CN" altLang="en-US" sz="2800">
              <a:latin typeface="楷体" panose="02010609060101010101" charset="-122"/>
              <a:ea typeface="楷体" panose="02010609060101010101" charset="-122"/>
              <a:cs typeface="楷体" panose="02010609060101010101" charset="-122"/>
            </a:endParaRPr>
          </a:p>
        </p:txBody>
      </p:sp>
      <p:graphicFrame>
        <p:nvGraphicFramePr>
          <p:cNvPr id="10" name="对象 -2147482339"/>
          <p:cNvGraphicFramePr>
            <a:graphicFrameLocks noChangeAspect="1"/>
          </p:cNvGraphicFramePr>
          <p:nvPr/>
        </p:nvGraphicFramePr>
        <p:xfrm>
          <a:off x="1969135" y="3377565"/>
          <a:ext cx="9419590" cy="471170"/>
        </p:xfrm>
        <a:graphic>
          <a:graphicData uri="http://schemas.openxmlformats.org/presentationml/2006/ole">
            <mc:AlternateContent xmlns:mc="http://schemas.openxmlformats.org/markup-compatibility/2006">
              <mc:Choice xmlns:v="urn:schemas-microsoft-com:vml" Requires="v">
                <p:oleObj spid="_x0000_s11" name="" r:id="rId1" imgW="5461000" imgH="279400" progId="Equation.DSMT4">
                  <p:embed/>
                </p:oleObj>
              </mc:Choice>
              <mc:Fallback>
                <p:oleObj name="" r:id="rId1" imgW="5461000" imgH="279400" progId="Equation.DSMT4">
                  <p:embed/>
                  <p:pic>
                    <p:nvPicPr>
                      <p:cNvPr id="0" name="图片 6"/>
                      <p:cNvPicPr/>
                      <p:nvPr/>
                    </p:nvPicPr>
                    <p:blipFill>
                      <a:blip r:embed="rId2"/>
                      <a:stretch>
                        <a:fillRect/>
                      </a:stretch>
                    </p:blipFill>
                    <p:spPr>
                      <a:xfrm>
                        <a:off x="1969135" y="3377565"/>
                        <a:ext cx="9419590" cy="471170"/>
                      </a:xfrm>
                      <a:prstGeom prst="rect">
                        <a:avLst/>
                      </a:prstGeom>
                      <a:noFill/>
                      <a:ln w="38100">
                        <a:noFill/>
                        <a:miter/>
                      </a:ln>
                    </p:spPr>
                  </p:pic>
                </p:oleObj>
              </mc:Fallback>
            </mc:AlternateContent>
          </a:graphicData>
        </a:graphic>
      </p:graphicFrame>
      <p:graphicFrame>
        <p:nvGraphicFramePr>
          <p:cNvPr id="12" name="对象 -2147482405"/>
          <p:cNvGraphicFramePr>
            <a:graphicFrameLocks noChangeAspect="1"/>
          </p:cNvGraphicFramePr>
          <p:nvPr/>
        </p:nvGraphicFramePr>
        <p:xfrm>
          <a:off x="2962275" y="4792345"/>
          <a:ext cx="4384675" cy="489585"/>
        </p:xfrm>
        <a:graphic>
          <a:graphicData uri="http://schemas.openxmlformats.org/presentationml/2006/ole">
            <mc:AlternateContent xmlns:mc="http://schemas.openxmlformats.org/markup-compatibility/2006">
              <mc:Choice xmlns:v="urn:schemas-microsoft-com:vml" Requires="v">
                <p:oleObj spid="_x0000_s13" name="" r:id="rId3" imgW="2451100" imgH="279400" progId="Equation.DSMT4">
                  <p:embed/>
                </p:oleObj>
              </mc:Choice>
              <mc:Fallback>
                <p:oleObj name="" r:id="rId3" imgW="2451100" imgH="279400" progId="Equation.DSMT4">
                  <p:embed/>
                  <p:pic>
                    <p:nvPicPr>
                      <p:cNvPr id="0" name="图片 7"/>
                      <p:cNvPicPr/>
                      <p:nvPr/>
                    </p:nvPicPr>
                    <p:blipFill>
                      <a:blip r:embed="rId4"/>
                      <a:stretch>
                        <a:fillRect/>
                      </a:stretch>
                    </p:blipFill>
                    <p:spPr>
                      <a:xfrm>
                        <a:off x="2962275" y="4792345"/>
                        <a:ext cx="4384675" cy="489585"/>
                      </a:xfrm>
                      <a:prstGeom prst="rect">
                        <a:avLst/>
                      </a:prstGeom>
                      <a:noFill/>
                      <a:ln w="38100">
                        <a:noFill/>
                        <a:miter/>
                      </a:ln>
                    </p:spPr>
                  </p:pic>
                </p:oleObj>
              </mc:Fallback>
            </mc:AlternateContent>
          </a:graphicData>
        </a:graphic>
      </p:graphicFrame>
      <p:graphicFrame>
        <p:nvGraphicFramePr>
          <p:cNvPr id="8" name="对象 -2147482407"/>
          <p:cNvGraphicFramePr>
            <a:graphicFrameLocks noChangeAspect="1"/>
          </p:cNvGraphicFramePr>
          <p:nvPr/>
        </p:nvGraphicFramePr>
        <p:xfrm>
          <a:off x="4650740" y="2133600"/>
          <a:ext cx="558800" cy="514985"/>
        </p:xfrm>
        <a:graphic>
          <a:graphicData uri="http://schemas.openxmlformats.org/presentationml/2006/ole">
            <mc:AlternateContent xmlns:mc="http://schemas.openxmlformats.org/markup-compatibility/2006">
              <mc:Choice xmlns:v="urn:schemas-microsoft-com:vml" Requires="v">
                <p:oleObj spid="_x0000_s9" name="" r:id="rId5" imgW="368300" imgH="254000" progId="Equation.DSMT4">
                  <p:embed/>
                </p:oleObj>
              </mc:Choice>
              <mc:Fallback>
                <p:oleObj name="" r:id="rId5" imgW="368300" imgH="254000" progId="Equation.DSMT4">
                  <p:embed/>
                  <p:pic>
                    <p:nvPicPr>
                      <p:cNvPr id="0" name="图片 5"/>
                      <p:cNvPicPr/>
                      <p:nvPr/>
                    </p:nvPicPr>
                    <p:blipFill>
                      <a:blip r:embed="rId6"/>
                      <a:stretch>
                        <a:fillRect/>
                      </a:stretch>
                    </p:blipFill>
                    <p:spPr>
                      <a:xfrm>
                        <a:off x="4650740" y="2133600"/>
                        <a:ext cx="558800" cy="514985"/>
                      </a:xfrm>
                      <a:prstGeom prst="rect">
                        <a:avLst/>
                      </a:prstGeom>
                      <a:noFill/>
                      <a:ln w="38100">
                        <a:noFill/>
                        <a:miter/>
                      </a:ln>
                    </p:spPr>
                  </p:pic>
                </p:oleObj>
              </mc:Fallback>
            </mc:AlternateContent>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表格 3"/>
          <p:cNvGraphicFramePr/>
          <p:nvPr>
            <p:custDataLst>
              <p:tags r:id="rId1"/>
            </p:custDataLst>
          </p:nvPr>
        </p:nvGraphicFramePr>
        <p:xfrm>
          <a:off x="1677670" y="1408430"/>
          <a:ext cx="8710930" cy="4981575"/>
        </p:xfrm>
        <a:graphic>
          <a:graphicData uri="http://schemas.openxmlformats.org/drawingml/2006/table">
            <a:tbl>
              <a:tblPr firstRow="1" bandRow="1">
                <a:tableStyleId>{5940675A-B579-460E-94D1-54222C63F5DA}</a:tableStyleId>
              </a:tblPr>
              <a:tblGrid>
                <a:gridCol w="1450340"/>
                <a:gridCol w="1454785"/>
                <a:gridCol w="1436370"/>
                <a:gridCol w="1466850"/>
                <a:gridCol w="1452245"/>
                <a:gridCol w="1450340"/>
              </a:tblGrid>
              <a:tr h="33210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day</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outlook</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temperature</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humidity</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wind</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Play tennis</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210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1</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sunny</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hot</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high</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weak</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no</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210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2</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sunny</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hot</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high</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strong</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no</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210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3</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overcast</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hot</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high</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weak</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yes</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210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4</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rain</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mild</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high</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weak</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yes</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210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5</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rain</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cool</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normal</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weak</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yes</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210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6</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rain</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cool</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normal</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strong</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no</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210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7</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overcast</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cool</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normal</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strong</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yes</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210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8</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sunny</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mild</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high</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weak</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no</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210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9</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sunny</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cool</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normal</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weak</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yes</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210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10</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rain</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mild</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normal</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weak</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yes</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210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11</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sunny</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mild</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normal</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strong</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yes</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210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12</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overcast</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mild</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high</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strong</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yes</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210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13</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overcast</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hot</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normal</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weak</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yes</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210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14</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rain</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mild</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high</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strong</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no</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5" name="文本框 4"/>
          <p:cNvSpPr txBox="1"/>
          <p:nvPr/>
        </p:nvSpPr>
        <p:spPr>
          <a:xfrm>
            <a:off x="3989705" y="673100"/>
            <a:ext cx="4540885" cy="829945"/>
          </a:xfrm>
          <a:prstGeom prst="rect">
            <a:avLst/>
          </a:prstGeom>
          <a:noFill/>
        </p:spPr>
        <p:txBody>
          <a:bodyPr wrap="square" rtlCol="0">
            <a:spAutoFit/>
          </a:bodyPr>
          <a:p>
            <a:r>
              <a:rPr lang="zh-CN" altLang="en-US" sz="2400">
                <a:latin typeface="楷体" panose="02010609060101010101" charset="-122"/>
                <a:ea typeface="楷体" panose="02010609060101010101" charset="-122"/>
                <a:cs typeface="楷体" panose="02010609060101010101" charset="-122"/>
                <a:sym typeface="+mn-ea"/>
              </a:rPr>
              <a:t>表5-1 14个训练实例</a:t>
            </a:r>
            <a:endParaRPr lang="zh-CN" altLang="en-US" sz="2400">
              <a:latin typeface="楷体" panose="02010609060101010101" charset="-122"/>
              <a:ea typeface="楷体" panose="02010609060101010101" charset="-122"/>
              <a:cs typeface="楷体" panose="02010609060101010101" charset="-122"/>
            </a:endParaRPr>
          </a:p>
          <a:p>
            <a:endParaRPr lang="zh-CN" altLang="en-US" sz="2400">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623060" y="512445"/>
            <a:ext cx="10336530" cy="6345555"/>
          </a:xfrm>
        </p:spPr>
        <p:txBody>
          <a:bodyPr/>
          <a:p>
            <a:r>
              <a:rPr lang="zh-CN" altLang="en-US" sz="3200">
                <a:latin typeface="楷体" panose="02010609060101010101" charset="-122"/>
                <a:ea typeface="楷体" panose="02010609060101010101" charset="-122"/>
                <a:cs typeface="楷体" panose="02010609060101010101" charset="-122"/>
              </a:rPr>
              <a:t>具体的计算如下：</a:t>
            </a:r>
            <a:endParaRPr lang="zh-CN" altLang="en-US" sz="3200">
              <a:latin typeface="楷体" panose="02010609060101010101" charset="-122"/>
              <a:ea typeface="楷体" panose="02010609060101010101" charset="-122"/>
              <a:cs typeface="楷体" panose="02010609060101010101" charset="-122"/>
            </a:endParaRPr>
          </a:p>
        </p:txBody>
      </p:sp>
      <p:pic>
        <p:nvPicPr>
          <p:cNvPr id="14" name="图片 13"/>
          <p:cNvPicPr>
            <a:picLocks noChangeAspect="1"/>
          </p:cNvPicPr>
          <p:nvPr/>
        </p:nvPicPr>
        <p:blipFill>
          <a:blip r:embed="rId1"/>
          <a:stretch>
            <a:fillRect/>
          </a:stretch>
        </p:blipFill>
        <p:spPr>
          <a:xfrm>
            <a:off x="2313940" y="1396365"/>
            <a:ext cx="2028825" cy="2320290"/>
          </a:xfrm>
          <a:prstGeom prst="rect">
            <a:avLst/>
          </a:prstGeom>
        </p:spPr>
      </p:pic>
      <p:pic>
        <p:nvPicPr>
          <p:cNvPr id="15" name="图片 14"/>
          <p:cNvPicPr>
            <a:picLocks noChangeAspect="1"/>
          </p:cNvPicPr>
          <p:nvPr/>
        </p:nvPicPr>
        <p:blipFill>
          <a:blip r:embed="rId2"/>
          <a:stretch>
            <a:fillRect/>
          </a:stretch>
        </p:blipFill>
        <p:spPr>
          <a:xfrm>
            <a:off x="4850130" y="1396365"/>
            <a:ext cx="2383155" cy="2553335"/>
          </a:xfrm>
          <a:prstGeom prst="rect">
            <a:avLst/>
          </a:prstGeom>
        </p:spPr>
      </p:pic>
      <p:pic>
        <p:nvPicPr>
          <p:cNvPr id="16" name="图片 15"/>
          <p:cNvPicPr>
            <a:picLocks noChangeAspect="1"/>
          </p:cNvPicPr>
          <p:nvPr/>
        </p:nvPicPr>
        <p:blipFill>
          <a:blip r:embed="rId3"/>
          <a:stretch>
            <a:fillRect/>
          </a:stretch>
        </p:blipFill>
        <p:spPr>
          <a:xfrm>
            <a:off x="7407910" y="1396365"/>
            <a:ext cx="2267585" cy="1097280"/>
          </a:xfrm>
          <a:prstGeom prst="rect">
            <a:avLst/>
          </a:prstGeom>
        </p:spPr>
      </p:pic>
      <p:sp>
        <p:nvSpPr>
          <p:cNvPr id="17" name="文本框 16"/>
          <p:cNvSpPr txBox="1"/>
          <p:nvPr/>
        </p:nvSpPr>
        <p:spPr>
          <a:xfrm>
            <a:off x="1239520" y="4796790"/>
            <a:ext cx="10287635" cy="2061210"/>
          </a:xfrm>
          <a:prstGeom prst="rect">
            <a:avLst/>
          </a:prstGeom>
          <a:noFill/>
        </p:spPr>
        <p:txBody>
          <a:bodyPr wrap="square" rtlCol="0">
            <a:spAutoFit/>
          </a:bodyPr>
          <a:p>
            <a:pPr marL="0" indent="0">
              <a:buNone/>
            </a:pPr>
            <a:r>
              <a:rPr lang="zh-CN" altLang="en-US" sz="3200">
                <a:latin typeface="楷体" panose="02010609060101010101" charset="-122"/>
                <a:ea typeface="楷体" panose="02010609060101010101" charset="-122"/>
                <a:sym typeface="+mn-ea"/>
              </a:rPr>
              <a:t>所以有：</a:t>
            </a:r>
            <a:endParaRPr lang="zh-CN" altLang="en-US" sz="3200">
              <a:latin typeface="楷体" panose="02010609060101010101" charset="-122"/>
              <a:ea typeface="楷体" panose="02010609060101010101" charset="-122"/>
              <a:sym typeface="+mn-ea"/>
            </a:endParaRPr>
          </a:p>
          <a:p>
            <a:pPr marL="0" indent="0">
              <a:buNone/>
            </a:pPr>
            <a:endParaRPr lang="zh-CN" altLang="en-US" sz="3200">
              <a:latin typeface="楷体" panose="02010609060101010101" charset="-122"/>
              <a:ea typeface="楷体" panose="02010609060101010101" charset="-122"/>
            </a:endParaRPr>
          </a:p>
          <a:p>
            <a:pPr marL="0" indent="0">
              <a:buNone/>
            </a:pPr>
            <a:r>
              <a:rPr lang="zh-CN" altLang="en-US" sz="3200">
                <a:latin typeface="楷体" panose="02010609060101010101" charset="-122"/>
                <a:ea typeface="楷体" panose="02010609060101010101" charset="-122"/>
                <a:sym typeface="+mn-ea"/>
              </a:rPr>
              <a:t>可见,朴素贝叶斯分类器将此实例分类为no。</a:t>
            </a:r>
            <a:endParaRPr lang="zh-CN" altLang="en-US" sz="3200">
              <a:latin typeface="楷体" panose="02010609060101010101" charset="-122"/>
              <a:ea typeface="楷体" panose="02010609060101010101" charset="-122"/>
            </a:endParaRPr>
          </a:p>
          <a:p>
            <a:endParaRPr lang="zh-CN" altLang="en-US" sz="3200">
              <a:latin typeface="楷体" panose="02010609060101010101" charset="-122"/>
              <a:ea typeface="楷体" panose="02010609060101010101" charset="-122"/>
            </a:endParaRPr>
          </a:p>
        </p:txBody>
      </p:sp>
      <p:graphicFrame>
        <p:nvGraphicFramePr>
          <p:cNvPr id="18" name="对象 -2147482394"/>
          <p:cNvGraphicFramePr>
            <a:graphicFrameLocks noChangeAspect="1"/>
          </p:cNvGraphicFramePr>
          <p:nvPr/>
        </p:nvGraphicFramePr>
        <p:xfrm>
          <a:off x="3361690" y="4592955"/>
          <a:ext cx="7378065" cy="440690"/>
        </p:xfrm>
        <a:graphic>
          <a:graphicData uri="http://schemas.openxmlformats.org/presentationml/2006/ole">
            <mc:AlternateContent xmlns:mc="http://schemas.openxmlformats.org/markup-compatibility/2006">
              <mc:Choice xmlns:v="urn:schemas-microsoft-com:vml" Requires="v">
                <p:oleObj spid="_x0000_s19" name="" r:id="rId4" imgW="4572000" imgH="279400" progId="Equation.DSMT4">
                  <p:embed/>
                </p:oleObj>
              </mc:Choice>
              <mc:Fallback>
                <p:oleObj name="" r:id="rId4" imgW="4572000" imgH="279400" progId="Equation.DSMT4">
                  <p:embed/>
                  <p:pic>
                    <p:nvPicPr>
                      <p:cNvPr id="0" name="图片 3075"/>
                      <p:cNvPicPr/>
                      <p:nvPr/>
                    </p:nvPicPr>
                    <p:blipFill>
                      <a:blip r:embed="rId5"/>
                      <a:stretch>
                        <a:fillRect/>
                      </a:stretch>
                    </p:blipFill>
                    <p:spPr>
                      <a:xfrm>
                        <a:off x="3361690" y="4592955"/>
                        <a:ext cx="7378065" cy="440690"/>
                      </a:xfrm>
                      <a:prstGeom prst="rect">
                        <a:avLst/>
                      </a:prstGeom>
                      <a:noFill/>
                      <a:ln w="38100">
                        <a:noFill/>
                        <a:miter/>
                      </a:ln>
                    </p:spPr>
                  </p:pic>
                </p:oleObj>
              </mc:Fallback>
            </mc:AlternateContent>
          </a:graphicData>
        </a:graphic>
      </p:graphicFrame>
      <p:graphicFrame>
        <p:nvGraphicFramePr>
          <p:cNvPr id="20" name="对象 -2147482393"/>
          <p:cNvGraphicFramePr>
            <a:graphicFrameLocks noChangeAspect="1"/>
          </p:cNvGraphicFramePr>
          <p:nvPr/>
        </p:nvGraphicFramePr>
        <p:xfrm>
          <a:off x="3361690" y="5033645"/>
          <a:ext cx="6859270" cy="429260"/>
        </p:xfrm>
        <a:graphic>
          <a:graphicData uri="http://schemas.openxmlformats.org/presentationml/2006/ole">
            <mc:AlternateContent xmlns:mc="http://schemas.openxmlformats.org/markup-compatibility/2006">
              <mc:Choice xmlns:v="urn:schemas-microsoft-com:vml" Requires="v">
                <p:oleObj spid="_x0000_s21" name="" r:id="rId6" imgW="4368800" imgH="279400" progId="Equation.DSMT4">
                  <p:embed/>
                </p:oleObj>
              </mc:Choice>
              <mc:Fallback>
                <p:oleObj name="" r:id="rId6" imgW="4368800" imgH="279400" progId="Equation.DSMT4">
                  <p:embed/>
                  <p:pic>
                    <p:nvPicPr>
                      <p:cNvPr id="0" name="图片 3"/>
                      <p:cNvPicPr/>
                      <p:nvPr/>
                    </p:nvPicPr>
                    <p:blipFill>
                      <a:blip r:embed="rId7"/>
                      <a:stretch>
                        <a:fillRect/>
                      </a:stretch>
                    </p:blipFill>
                    <p:spPr>
                      <a:xfrm>
                        <a:off x="3361690" y="5033645"/>
                        <a:ext cx="6859270" cy="429260"/>
                      </a:xfrm>
                      <a:prstGeom prst="rect">
                        <a:avLst/>
                      </a:prstGeom>
                      <a:noFill/>
                      <a:ln w="38100">
                        <a:noFill/>
                        <a:miter/>
                      </a:ln>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016125" y="294640"/>
            <a:ext cx="9879330" cy="6436360"/>
          </a:xfrm>
        </p:spPr>
        <p:txBody>
          <a:bodyPr>
            <a:normAutofit fontScale="90000" lnSpcReduction="20000"/>
          </a:bodyPr>
          <a:p>
            <a:pPr marL="0" indent="0">
              <a:buNone/>
            </a:pPr>
            <a:r>
              <a:rPr lang="zh-CN" altLang="en-US">
                <a:latin typeface="楷体" panose="02010609060101010101" charset="-122"/>
                <a:ea typeface="楷体" panose="02010609060101010101" charset="-122"/>
              </a:rPr>
              <a:t>：</a:t>
            </a:r>
            <a:endParaRPr lang="zh-CN" altLang="en-US">
              <a:latin typeface="楷体" panose="02010609060101010101" charset="-122"/>
              <a:ea typeface="楷体" panose="02010609060101010101" charset="-122"/>
            </a:endParaRPr>
          </a:p>
          <a:p>
            <a:pPr marL="0" indent="0">
              <a:buNone/>
            </a:pPr>
            <a:r>
              <a:rPr lang="zh-CN" altLang="en-US">
                <a:latin typeface="楷体" panose="02010609060101010101" charset="-122"/>
                <a:ea typeface="楷体" panose="02010609060101010101" charset="-122"/>
              </a:rPr>
              <a:t>。</a:t>
            </a:r>
            <a:endParaRPr lang="zh-CN" altLang="en-US">
              <a:latin typeface="楷体" panose="02010609060101010101" charset="-122"/>
              <a:ea typeface="楷体" panose="02010609060101010101" charset="-122"/>
            </a:endParaRPr>
          </a:p>
          <a:p>
            <a:pPr marL="0" indent="0">
              <a:buNone/>
            </a:pPr>
            <a:r>
              <a:rPr lang="zh-CN" altLang="en-US" sz="3100">
                <a:latin typeface="楷体" panose="02010609060101010101" charset="-122"/>
                <a:ea typeface="楷体" panose="02010609060101010101" charset="-122"/>
              </a:rPr>
              <a:t>【例5.2】应用朴素贝叶斯分类器来解决这样一个分类问题:给出一个商场顾客数据库（训练样本集合），判断某一实例是否会买电脑。给定表5-2所示的15个训练实例,其中每个实例由属性age，income，student，credit rating来表征，样本集合的类别属性为：“buy computer”，该属性有两个不同取值，即       ，因此就有两个不同的类别      。。设</a:t>
            </a:r>
            <a:r>
              <a:rPr lang="en-US" altLang="zh-CN" sz="3100">
                <a:latin typeface="楷体" panose="02010609060101010101" charset="-122"/>
                <a:ea typeface="楷体" panose="02010609060101010101" charset="-122"/>
              </a:rPr>
              <a:t>C1</a:t>
            </a:r>
            <a:r>
              <a:rPr lang="zh-CN" altLang="en-US" sz="3100">
                <a:latin typeface="楷体" panose="02010609060101010101" charset="-122"/>
                <a:ea typeface="楷体" panose="02010609060101010101" charset="-122"/>
              </a:rPr>
              <a:t>对应“yes”类别，</a:t>
            </a:r>
            <a:r>
              <a:rPr lang="en-US" altLang="zh-CN" sz="3100">
                <a:latin typeface="楷体" panose="02010609060101010101" charset="-122"/>
                <a:ea typeface="楷体" panose="02010609060101010101" charset="-122"/>
              </a:rPr>
              <a:t>C2</a:t>
            </a:r>
            <a:r>
              <a:rPr lang="zh-CN" altLang="en-US" sz="3100">
                <a:latin typeface="楷体" panose="02010609060101010101" charset="-122"/>
                <a:ea typeface="楷体" panose="02010609060101010101" charset="-122"/>
              </a:rPr>
              <a:t>对应“no”类别。</a:t>
            </a:r>
            <a:endParaRPr lang="zh-CN" altLang="en-US" sz="3100">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r>
              <a:rPr lang="zh-CN" altLang="en-US">
                <a:latin typeface="楷体" panose="02010609060101010101" charset="-122"/>
                <a:ea typeface="楷体" panose="02010609060101010101" charset="-122"/>
              </a:rPr>
              <a:t> </a:t>
            </a: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p:txBody>
      </p:sp>
      <p:graphicFrame>
        <p:nvGraphicFramePr>
          <p:cNvPr id="6" name="对象 -2147482392"/>
          <p:cNvGraphicFramePr>
            <a:graphicFrameLocks noChangeAspect="1"/>
          </p:cNvGraphicFramePr>
          <p:nvPr/>
        </p:nvGraphicFramePr>
        <p:xfrm>
          <a:off x="2509520" y="2661920"/>
          <a:ext cx="1146810" cy="434340"/>
        </p:xfrm>
        <a:graphic>
          <a:graphicData uri="http://schemas.openxmlformats.org/presentationml/2006/ole">
            <mc:AlternateContent xmlns:mc="http://schemas.openxmlformats.org/markup-compatibility/2006">
              <mc:Choice xmlns:v="urn:schemas-microsoft-com:vml" Requires="v">
                <p:oleObj spid="_x0000_s7" name="" r:id="rId1" imgW="673100" imgH="254000" progId="Equation.DSMT4">
                  <p:embed/>
                </p:oleObj>
              </mc:Choice>
              <mc:Fallback>
                <p:oleObj name="" r:id="rId1" imgW="673100" imgH="254000" progId="Equation.DSMT4">
                  <p:embed/>
                  <p:pic>
                    <p:nvPicPr>
                      <p:cNvPr id="0" name="图片 4"/>
                      <p:cNvPicPr/>
                      <p:nvPr/>
                    </p:nvPicPr>
                    <p:blipFill>
                      <a:blip r:embed="rId2"/>
                      <a:stretch>
                        <a:fillRect/>
                      </a:stretch>
                    </p:blipFill>
                    <p:spPr>
                      <a:xfrm>
                        <a:off x="2509520" y="2661920"/>
                        <a:ext cx="1146810" cy="434340"/>
                      </a:xfrm>
                      <a:prstGeom prst="rect">
                        <a:avLst/>
                      </a:prstGeom>
                      <a:noFill/>
                      <a:ln w="38100">
                        <a:noFill/>
                        <a:miter/>
                      </a:ln>
                    </p:spPr>
                  </p:pic>
                </p:oleObj>
              </mc:Fallback>
            </mc:AlternateContent>
          </a:graphicData>
        </a:graphic>
      </p:graphicFrame>
      <p:graphicFrame>
        <p:nvGraphicFramePr>
          <p:cNvPr id="8" name="对象 -2147482391"/>
          <p:cNvGraphicFramePr>
            <a:graphicFrameLocks noChangeAspect="1"/>
          </p:cNvGraphicFramePr>
          <p:nvPr/>
        </p:nvGraphicFramePr>
        <p:xfrm>
          <a:off x="8133715" y="2661920"/>
          <a:ext cx="855345" cy="431800"/>
        </p:xfrm>
        <a:graphic>
          <a:graphicData uri="http://schemas.openxmlformats.org/presentationml/2006/ole">
            <mc:AlternateContent xmlns:mc="http://schemas.openxmlformats.org/markup-compatibility/2006">
              <mc:Choice xmlns:v="urn:schemas-microsoft-com:vml" Requires="v">
                <p:oleObj spid="_x0000_s9" name="" r:id="rId3" imgW="508000" imgH="254000" progId="Equation.DSMT4">
                  <p:embed/>
                </p:oleObj>
              </mc:Choice>
              <mc:Fallback>
                <p:oleObj name="" r:id="rId3" imgW="508000" imgH="254000" progId="Equation.DSMT4">
                  <p:embed/>
                  <p:pic>
                    <p:nvPicPr>
                      <p:cNvPr id="0" name="图片 5"/>
                      <p:cNvPicPr/>
                      <p:nvPr/>
                    </p:nvPicPr>
                    <p:blipFill>
                      <a:blip r:embed="rId4"/>
                      <a:stretch>
                        <a:fillRect/>
                      </a:stretch>
                    </p:blipFill>
                    <p:spPr>
                      <a:xfrm>
                        <a:off x="8133715" y="2661920"/>
                        <a:ext cx="855345" cy="431800"/>
                      </a:xfrm>
                      <a:prstGeom prst="rect">
                        <a:avLst/>
                      </a:prstGeom>
                      <a:noFill/>
                      <a:ln w="38100">
                        <a:noFill/>
                        <a:miter/>
                      </a:ln>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2962275" y="695325"/>
            <a:ext cx="6388735" cy="368300"/>
          </a:xfrm>
          <a:prstGeom prst="rect">
            <a:avLst/>
          </a:prstGeom>
          <a:noFill/>
          <a:ln w="9525">
            <a:noFill/>
          </a:ln>
        </p:spPr>
        <p:txBody>
          <a:bodyPr wrap="square">
            <a:spAutoFit/>
          </a:bodyPr>
          <a:p>
            <a:pPr indent="0" algn="ctr"/>
            <a:r>
              <a:rPr lang="zh-CN" b="0">
                <a:ea typeface="宋体" panose="02010600030101010101" pitchFamily="2" charset="-122"/>
              </a:rPr>
              <a:t>表</a:t>
            </a:r>
            <a:r>
              <a:rPr lang="zh-CN" b="0">
                <a:ea typeface="宋体" panose="02010600030101010101" pitchFamily="2" charset="-122"/>
                <a:cs typeface="Times New Roman" panose="02020603050405020304" charset="0"/>
              </a:rPr>
              <a:t>5-2 15个训练实例</a:t>
            </a:r>
            <a:endParaRPr lang="zh-CN" altLang="en-US" b="0">
              <a:ea typeface="宋体" panose="02010600030101010101" pitchFamily="2" charset="-122"/>
              <a:cs typeface="Times New Roman" panose="02020603050405020304" charset="0"/>
            </a:endParaRPr>
          </a:p>
        </p:txBody>
      </p:sp>
      <p:graphicFrame>
        <p:nvGraphicFramePr>
          <p:cNvPr id="10" name="对象 -2147482388"/>
          <p:cNvGraphicFramePr>
            <a:graphicFrameLocks noChangeAspect="1"/>
          </p:cNvGraphicFramePr>
          <p:nvPr/>
        </p:nvGraphicFramePr>
        <p:xfrm>
          <a:off x="2165985" y="1227455"/>
          <a:ext cx="8527415" cy="5136515"/>
        </p:xfrm>
        <a:graphic>
          <a:graphicData uri="http://schemas.openxmlformats.org/presentationml/2006/ole">
            <mc:AlternateContent xmlns:mc="http://schemas.openxmlformats.org/markup-compatibility/2006">
              <mc:Choice xmlns:v="urn:schemas-microsoft-com:vml" Requires="v">
                <p:oleObj spid="_x0000_s11" name="" r:id="rId1" imgW="5429885" imgH="3273425" progId="Word.Document.8">
                  <p:embed/>
                </p:oleObj>
              </mc:Choice>
              <mc:Fallback>
                <p:oleObj name="" r:id="rId1" imgW="5429885" imgH="3273425" progId="Word.Document.8">
                  <p:embed/>
                  <p:pic>
                    <p:nvPicPr>
                      <p:cNvPr id="0" name="图片 6"/>
                      <p:cNvPicPr/>
                      <p:nvPr/>
                    </p:nvPicPr>
                    <p:blipFill>
                      <a:blip r:embed="rId2"/>
                      <a:stretch>
                        <a:fillRect/>
                      </a:stretch>
                    </p:blipFill>
                    <p:spPr>
                      <a:xfrm>
                        <a:off x="2165985" y="1227455"/>
                        <a:ext cx="8527415" cy="5136515"/>
                      </a:xfrm>
                      <a:prstGeom prst="rect">
                        <a:avLst/>
                      </a:prstGeom>
                      <a:noFill/>
                      <a:ln w="38100">
                        <a:noFill/>
                        <a:miter/>
                      </a:ln>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016125" y="294640"/>
            <a:ext cx="9879330" cy="6436360"/>
          </a:xfrm>
        </p:spPr>
        <p:txBody>
          <a:bodyPr>
            <a:normAutofit/>
          </a:bodyPr>
          <a:p>
            <a:pPr marL="0" indent="0">
              <a:buNone/>
            </a:pPr>
            <a:endParaRPr lang="zh-CN" altLang="en-US">
              <a:latin typeface="楷体" panose="02010609060101010101" charset="-122"/>
              <a:ea typeface="楷体" panose="02010609060101010101" charset="-122"/>
            </a:endParaRPr>
          </a:p>
          <a:p>
            <a:pPr marL="0" indent="0">
              <a:buNone/>
            </a:pPr>
            <a:r>
              <a:rPr lang="zh-CN" altLang="en-US" sz="2800">
                <a:latin typeface="楷体" panose="02010609060101010101" charset="-122"/>
                <a:ea typeface="楷体" panose="02010609060101010101" charset="-122"/>
              </a:rPr>
              <a:t> 现在有一个测试实例x：(age &lt;=30，Income = medium，Student = yes，Credit rating= Fair)问这一实例是否会买电脑，我们的任务是要判断给定的测试实例是属于C1还是C2，根据公式有：</a:t>
            </a:r>
            <a:endParaRPr lang="zh-CN" altLang="en-US" sz="2800">
              <a:latin typeface="楷体" panose="02010609060101010101" charset="-122"/>
              <a:ea typeface="楷体" panose="02010609060101010101" charset="-122"/>
            </a:endParaRPr>
          </a:p>
          <a:p>
            <a:pPr marL="0" indent="0">
              <a:buNone/>
            </a:pPr>
            <a:endParaRPr lang="zh-CN" altLang="en-US" sz="2800">
              <a:latin typeface="楷体" panose="02010609060101010101" charset="-122"/>
              <a:ea typeface="楷体" panose="02010609060101010101" charset="-122"/>
            </a:endParaRPr>
          </a:p>
        </p:txBody>
      </p:sp>
      <p:graphicFrame>
        <p:nvGraphicFramePr>
          <p:cNvPr id="12" name="对象 -2147482387"/>
          <p:cNvGraphicFramePr>
            <a:graphicFrameLocks noChangeAspect="1"/>
          </p:cNvGraphicFramePr>
          <p:nvPr/>
        </p:nvGraphicFramePr>
        <p:xfrm>
          <a:off x="2176780" y="2977515"/>
          <a:ext cx="8989695" cy="730250"/>
        </p:xfrm>
        <a:graphic>
          <a:graphicData uri="http://schemas.openxmlformats.org/presentationml/2006/ole">
            <mc:AlternateContent xmlns:mc="http://schemas.openxmlformats.org/markup-compatibility/2006">
              <mc:Choice xmlns:v="urn:schemas-microsoft-com:vml" Requires="v">
                <p:oleObj spid="_x0000_s13" name="" r:id="rId1" imgW="4267200" imgH="355600" progId="Equation.DSMT4">
                  <p:embed/>
                </p:oleObj>
              </mc:Choice>
              <mc:Fallback>
                <p:oleObj name="" r:id="rId1" imgW="4267200" imgH="355600" progId="Equation.DSMT4">
                  <p:embed/>
                  <p:pic>
                    <p:nvPicPr>
                      <p:cNvPr id="0" name="图片 7"/>
                      <p:cNvPicPr/>
                      <p:nvPr/>
                    </p:nvPicPr>
                    <p:blipFill>
                      <a:blip r:embed="rId2"/>
                      <a:stretch>
                        <a:fillRect/>
                      </a:stretch>
                    </p:blipFill>
                    <p:spPr>
                      <a:xfrm>
                        <a:off x="2176780" y="2977515"/>
                        <a:ext cx="8989695" cy="730250"/>
                      </a:xfrm>
                      <a:prstGeom prst="rect">
                        <a:avLst/>
                      </a:prstGeom>
                      <a:noFill/>
                      <a:ln w="38100">
                        <a:noFill/>
                        <a:miter/>
                      </a:ln>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833880" y="367030"/>
            <a:ext cx="10061575" cy="6208395"/>
          </a:xfrm>
        </p:spPr>
        <p:txBody>
          <a:bodyPr/>
          <a:p>
            <a:pPr marL="0" indent="0">
              <a:buNone/>
            </a:pPr>
            <a:r>
              <a:rPr lang="zh-CN" altLang="en-US">
                <a:latin typeface="楷体" panose="02010609060101010101" charset="-122"/>
                <a:ea typeface="楷体" panose="02010609060101010101" charset="-122"/>
              </a:rPr>
              <a:t>为计算    ，我们计算每个类的先验概率</a:t>
            </a:r>
            <a:endParaRPr lang="zh-CN" altLang="en-US">
              <a:latin typeface="楷体" panose="02010609060101010101" charset="-122"/>
              <a:ea typeface="楷体" panose="02010609060101010101" charset="-122"/>
            </a:endParaRPr>
          </a:p>
          <a:p>
            <a:pPr marL="0" indent="0">
              <a:buNone/>
            </a:pPr>
            <a:r>
              <a:rPr lang="zh-CN" altLang="en-US">
                <a:latin typeface="楷体" panose="02010609060101010101" charset="-122"/>
                <a:ea typeface="楷体" panose="02010609060101010101" charset="-122"/>
              </a:rPr>
              <a:t>为计算       ，      计算下面的条件概率：</a:t>
            </a: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a:p>
            <a:pPr marL="0" indent="0">
              <a:buNone/>
            </a:pPr>
            <a:r>
              <a:rPr lang="zh-CN" altLang="en-US">
                <a:latin typeface="楷体" panose="02010609060101010101" charset="-122"/>
                <a:ea typeface="楷体" panose="02010609060101010101" charset="-122"/>
              </a:rPr>
              <a:t>           </a:t>
            </a:r>
            <a:endParaRPr lang="zh-CN" altLang="en-US">
              <a:latin typeface="楷体" panose="02010609060101010101" charset="-122"/>
              <a:ea typeface="楷体" panose="02010609060101010101" charset="-122"/>
            </a:endParaRPr>
          </a:p>
          <a:p>
            <a:pPr marL="0" indent="0">
              <a:buNone/>
            </a:pPr>
            <a:endParaRPr lang="zh-CN" altLang="en-US">
              <a:latin typeface="楷体" panose="02010609060101010101" charset="-122"/>
              <a:ea typeface="楷体" panose="02010609060101010101" charset="-122"/>
            </a:endParaRPr>
          </a:p>
        </p:txBody>
      </p:sp>
      <p:graphicFrame>
        <p:nvGraphicFramePr>
          <p:cNvPr id="2" name="对象 -2147482386"/>
          <p:cNvGraphicFramePr>
            <a:graphicFrameLocks noChangeAspect="1"/>
          </p:cNvGraphicFramePr>
          <p:nvPr/>
        </p:nvGraphicFramePr>
        <p:xfrm>
          <a:off x="2669540" y="441643"/>
          <a:ext cx="368300" cy="255905"/>
        </p:xfrm>
        <a:graphic>
          <a:graphicData uri="http://schemas.openxmlformats.org/presentationml/2006/ole">
            <mc:AlternateContent xmlns:mc="http://schemas.openxmlformats.org/markup-compatibility/2006">
              <mc:Choice xmlns:v="urn:schemas-microsoft-com:vml" Requires="v">
                <p:oleObj spid="_x0000_s3076" name="" r:id="rId1" imgW="368300" imgH="254000" progId="Equation.DSMT4">
                  <p:embed/>
                </p:oleObj>
              </mc:Choice>
              <mc:Fallback>
                <p:oleObj name="" r:id="rId1" imgW="368300" imgH="254000" progId="Equation.DSMT4">
                  <p:embed/>
                  <p:pic>
                    <p:nvPicPr>
                      <p:cNvPr id="0" name="图片 3075"/>
                      <p:cNvPicPr/>
                      <p:nvPr/>
                    </p:nvPicPr>
                    <p:blipFill>
                      <a:blip r:embed="rId2"/>
                      <a:stretch>
                        <a:fillRect/>
                      </a:stretch>
                    </p:blipFill>
                    <p:spPr>
                      <a:xfrm>
                        <a:off x="2669540" y="441643"/>
                        <a:ext cx="368300" cy="255905"/>
                      </a:xfrm>
                      <a:prstGeom prst="rect">
                        <a:avLst/>
                      </a:prstGeom>
                      <a:noFill/>
                      <a:ln w="38100">
                        <a:noFill/>
                        <a:miter/>
                      </a:ln>
                    </p:spPr>
                  </p:pic>
                </p:oleObj>
              </mc:Fallback>
            </mc:AlternateContent>
          </a:graphicData>
        </a:graphic>
      </p:graphicFrame>
      <p:graphicFrame>
        <p:nvGraphicFramePr>
          <p:cNvPr id="4" name="对象 -2147482385"/>
          <p:cNvGraphicFramePr>
            <a:graphicFrameLocks noChangeAspect="1"/>
          </p:cNvGraphicFramePr>
          <p:nvPr/>
        </p:nvGraphicFramePr>
        <p:xfrm>
          <a:off x="6117590" y="441643"/>
          <a:ext cx="485140" cy="255905"/>
        </p:xfrm>
        <a:graphic>
          <a:graphicData uri="http://schemas.openxmlformats.org/presentationml/2006/ole">
            <mc:AlternateContent xmlns:mc="http://schemas.openxmlformats.org/markup-compatibility/2006">
              <mc:Choice xmlns:v="urn:schemas-microsoft-com:vml" Requires="v">
                <p:oleObj spid="_x0000_s5" name="" r:id="rId3" imgW="482600" imgH="254000" progId="Equation.DSMT4">
                  <p:embed/>
                </p:oleObj>
              </mc:Choice>
              <mc:Fallback>
                <p:oleObj name="" r:id="rId3" imgW="482600" imgH="254000" progId="Equation.DSMT4">
                  <p:embed/>
                  <p:pic>
                    <p:nvPicPr>
                      <p:cNvPr id="0" name="图片 3"/>
                      <p:cNvPicPr/>
                      <p:nvPr/>
                    </p:nvPicPr>
                    <p:blipFill>
                      <a:blip r:embed="rId4"/>
                      <a:stretch>
                        <a:fillRect/>
                      </a:stretch>
                    </p:blipFill>
                    <p:spPr>
                      <a:xfrm>
                        <a:off x="6117590" y="441643"/>
                        <a:ext cx="485140" cy="255905"/>
                      </a:xfrm>
                      <a:prstGeom prst="rect">
                        <a:avLst/>
                      </a:prstGeom>
                      <a:noFill/>
                      <a:ln w="38100">
                        <a:noFill/>
                        <a:miter/>
                      </a:ln>
                    </p:spPr>
                  </p:pic>
                </p:oleObj>
              </mc:Fallback>
            </mc:AlternateContent>
          </a:graphicData>
        </a:graphic>
      </p:graphicFrame>
      <p:pic>
        <p:nvPicPr>
          <p:cNvPr id="6" name="图片 5"/>
          <p:cNvPicPr>
            <a:picLocks noChangeAspect="1"/>
          </p:cNvPicPr>
          <p:nvPr/>
        </p:nvPicPr>
        <p:blipFill>
          <a:blip r:embed="rId5"/>
          <a:stretch>
            <a:fillRect/>
          </a:stretch>
        </p:blipFill>
        <p:spPr>
          <a:xfrm>
            <a:off x="7582535" y="697865"/>
            <a:ext cx="3796030" cy="885825"/>
          </a:xfrm>
          <a:prstGeom prst="rect">
            <a:avLst/>
          </a:prstGeom>
        </p:spPr>
      </p:pic>
      <p:graphicFrame>
        <p:nvGraphicFramePr>
          <p:cNvPr id="7" name="对象 -2147482381"/>
          <p:cNvGraphicFramePr>
            <a:graphicFrameLocks noChangeAspect="1"/>
          </p:cNvGraphicFramePr>
          <p:nvPr/>
        </p:nvGraphicFramePr>
        <p:xfrm>
          <a:off x="2669540" y="840740"/>
          <a:ext cx="598170" cy="273050"/>
        </p:xfrm>
        <a:graphic>
          <a:graphicData uri="http://schemas.openxmlformats.org/presentationml/2006/ole">
            <mc:AlternateContent xmlns:mc="http://schemas.openxmlformats.org/markup-compatibility/2006">
              <mc:Choice xmlns:v="urn:schemas-microsoft-com:vml" Requires="v">
                <p:oleObj spid="_x0000_s8" name="" r:id="rId6" imgW="596900" imgH="279400" progId="Equation.DSMT4">
                  <p:embed/>
                </p:oleObj>
              </mc:Choice>
              <mc:Fallback>
                <p:oleObj name="" r:id="rId6" imgW="596900" imgH="279400" progId="Equation.DSMT4">
                  <p:embed/>
                  <p:pic>
                    <p:nvPicPr>
                      <p:cNvPr id="0" name="图片 5"/>
                      <p:cNvPicPr/>
                      <p:nvPr/>
                    </p:nvPicPr>
                    <p:blipFill>
                      <a:blip r:embed="rId7"/>
                      <a:stretch>
                        <a:fillRect/>
                      </a:stretch>
                    </p:blipFill>
                    <p:spPr>
                      <a:xfrm>
                        <a:off x="2669540" y="840740"/>
                        <a:ext cx="598170" cy="273050"/>
                      </a:xfrm>
                      <a:prstGeom prst="rect">
                        <a:avLst/>
                      </a:prstGeom>
                      <a:noFill/>
                      <a:ln w="38100">
                        <a:noFill/>
                        <a:miter/>
                      </a:ln>
                    </p:spPr>
                  </p:pic>
                </p:oleObj>
              </mc:Fallback>
            </mc:AlternateContent>
          </a:graphicData>
        </a:graphic>
      </p:graphicFrame>
      <p:graphicFrame>
        <p:nvGraphicFramePr>
          <p:cNvPr id="9" name="对象 -2147482380"/>
          <p:cNvGraphicFramePr>
            <a:graphicFrameLocks noChangeAspect="1"/>
          </p:cNvGraphicFramePr>
          <p:nvPr/>
        </p:nvGraphicFramePr>
        <p:xfrm>
          <a:off x="3599180" y="888365"/>
          <a:ext cx="567690" cy="177800"/>
        </p:xfrm>
        <a:graphic>
          <a:graphicData uri="http://schemas.openxmlformats.org/presentationml/2006/ole">
            <mc:AlternateContent xmlns:mc="http://schemas.openxmlformats.org/markup-compatibility/2006">
              <mc:Choice xmlns:v="urn:schemas-microsoft-com:vml" Requires="v">
                <p:oleObj spid="_x0000_s10" name="" r:id="rId8" imgW="558800" imgH="177800" progId="Equation.DSMT4">
                  <p:embed/>
                </p:oleObj>
              </mc:Choice>
              <mc:Fallback>
                <p:oleObj name="" r:id="rId8" imgW="558800" imgH="177800" progId="Equation.DSMT4">
                  <p:embed/>
                  <p:pic>
                    <p:nvPicPr>
                      <p:cNvPr id="0" name="图片 6"/>
                      <p:cNvPicPr/>
                      <p:nvPr/>
                    </p:nvPicPr>
                    <p:blipFill>
                      <a:blip r:embed="rId9"/>
                      <a:stretch>
                        <a:fillRect/>
                      </a:stretch>
                    </p:blipFill>
                    <p:spPr>
                      <a:xfrm>
                        <a:off x="3599180" y="888365"/>
                        <a:ext cx="567690" cy="177800"/>
                      </a:xfrm>
                      <a:prstGeom prst="rect">
                        <a:avLst/>
                      </a:prstGeom>
                      <a:noFill/>
                      <a:ln w="38100">
                        <a:noFill/>
                        <a:miter/>
                      </a:ln>
                    </p:spPr>
                  </p:pic>
                </p:oleObj>
              </mc:Fallback>
            </mc:AlternateContent>
          </a:graphicData>
        </a:graphic>
      </p:graphicFrame>
      <p:graphicFrame>
        <p:nvGraphicFramePr>
          <p:cNvPr id="11" name="对象 -2147482337"/>
          <p:cNvGraphicFramePr>
            <a:graphicFrameLocks noChangeAspect="1"/>
          </p:cNvGraphicFramePr>
          <p:nvPr/>
        </p:nvGraphicFramePr>
        <p:xfrm>
          <a:off x="2032000" y="1113790"/>
          <a:ext cx="4996815" cy="2865120"/>
        </p:xfrm>
        <a:graphic>
          <a:graphicData uri="http://schemas.openxmlformats.org/presentationml/2006/ole">
            <mc:AlternateContent xmlns:mc="http://schemas.openxmlformats.org/markup-compatibility/2006">
              <mc:Choice xmlns:v="urn:schemas-microsoft-com:vml" Requires="v">
                <p:oleObj spid="_x0000_s12" name="" r:id="rId10" imgW="3733800" imgH="2235200" progId="Equation.DSMT4">
                  <p:embed/>
                </p:oleObj>
              </mc:Choice>
              <mc:Fallback>
                <p:oleObj name="" r:id="rId10" imgW="3733800" imgH="2235200" progId="Equation.DSMT4">
                  <p:embed/>
                  <p:pic>
                    <p:nvPicPr>
                      <p:cNvPr id="0" name="图片 7"/>
                      <p:cNvPicPr/>
                      <p:nvPr/>
                    </p:nvPicPr>
                    <p:blipFill>
                      <a:blip r:embed="rId11"/>
                      <a:stretch>
                        <a:fillRect/>
                      </a:stretch>
                    </p:blipFill>
                    <p:spPr>
                      <a:xfrm>
                        <a:off x="2032000" y="1113790"/>
                        <a:ext cx="4996815" cy="2865120"/>
                      </a:xfrm>
                      <a:prstGeom prst="rect">
                        <a:avLst/>
                      </a:prstGeom>
                      <a:noFill/>
                      <a:ln w="38100">
                        <a:noFill/>
                        <a:miter/>
                      </a:ln>
                    </p:spPr>
                  </p:pic>
                </p:oleObj>
              </mc:Fallback>
            </mc:AlternateContent>
          </a:graphicData>
        </a:graphic>
      </p:graphicFrame>
      <p:graphicFrame>
        <p:nvGraphicFramePr>
          <p:cNvPr id="13" name="对象 -2147482378"/>
          <p:cNvGraphicFramePr>
            <a:graphicFrameLocks noChangeAspect="1"/>
          </p:cNvGraphicFramePr>
          <p:nvPr/>
        </p:nvGraphicFramePr>
        <p:xfrm>
          <a:off x="2049780" y="3940810"/>
          <a:ext cx="5532755" cy="337185"/>
        </p:xfrm>
        <a:graphic>
          <a:graphicData uri="http://schemas.openxmlformats.org/presentationml/2006/ole">
            <mc:AlternateContent xmlns:mc="http://schemas.openxmlformats.org/markup-compatibility/2006">
              <mc:Choice xmlns:v="urn:schemas-microsoft-com:vml" Requires="v">
                <p:oleObj spid="_x0000_s14" name="" r:id="rId12" imgW="4203700" imgH="254000" progId="Equation.DSMT4">
                  <p:embed/>
                </p:oleObj>
              </mc:Choice>
              <mc:Fallback>
                <p:oleObj name="" r:id="rId12" imgW="4203700" imgH="254000" progId="Equation.DSMT4">
                  <p:embed/>
                  <p:pic>
                    <p:nvPicPr>
                      <p:cNvPr id="0" name="图片 8"/>
                      <p:cNvPicPr/>
                      <p:nvPr/>
                    </p:nvPicPr>
                    <p:blipFill>
                      <a:blip r:embed="rId13"/>
                      <a:stretch>
                        <a:fillRect/>
                      </a:stretch>
                    </p:blipFill>
                    <p:spPr>
                      <a:xfrm>
                        <a:off x="2049780" y="3940810"/>
                        <a:ext cx="5532755" cy="337185"/>
                      </a:xfrm>
                      <a:prstGeom prst="rect">
                        <a:avLst/>
                      </a:prstGeom>
                      <a:noFill/>
                      <a:ln w="38100">
                        <a:noFill/>
                        <a:miter/>
                      </a:ln>
                    </p:spPr>
                  </p:pic>
                </p:oleObj>
              </mc:Fallback>
            </mc:AlternateContent>
          </a:graphicData>
        </a:graphic>
      </p:graphicFrame>
      <p:graphicFrame>
        <p:nvGraphicFramePr>
          <p:cNvPr id="15" name="对象 -2147482377"/>
          <p:cNvGraphicFramePr>
            <a:graphicFrameLocks noChangeAspect="1"/>
          </p:cNvGraphicFramePr>
          <p:nvPr/>
        </p:nvGraphicFramePr>
        <p:xfrm>
          <a:off x="2014855" y="4243070"/>
          <a:ext cx="6257290" cy="359410"/>
        </p:xfrm>
        <a:graphic>
          <a:graphicData uri="http://schemas.openxmlformats.org/presentationml/2006/ole">
            <mc:AlternateContent xmlns:mc="http://schemas.openxmlformats.org/markup-compatibility/2006">
              <mc:Choice xmlns:v="urn:schemas-microsoft-com:vml" Requires="v">
                <p:oleObj spid="_x0000_s16" name="" r:id="rId14" imgW="4749800" imgH="279400" progId="Equation.DSMT4">
                  <p:embed/>
                </p:oleObj>
              </mc:Choice>
              <mc:Fallback>
                <p:oleObj name="" r:id="rId14" imgW="4749800" imgH="279400" progId="Equation.DSMT4">
                  <p:embed/>
                  <p:pic>
                    <p:nvPicPr>
                      <p:cNvPr id="0" name="图片 9"/>
                      <p:cNvPicPr/>
                      <p:nvPr/>
                    </p:nvPicPr>
                    <p:blipFill>
                      <a:blip r:embed="rId15"/>
                      <a:stretch>
                        <a:fillRect/>
                      </a:stretch>
                    </p:blipFill>
                    <p:spPr>
                      <a:xfrm>
                        <a:off x="2014855" y="4243070"/>
                        <a:ext cx="6257290" cy="359410"/>
                      </a:xfrm>
                      <a:prstGeom prst="rect">
                        <a:avLst/>
                      </a:prstGeom>
                      <a:noFill/>
                      <a:ln w="38100">
                        <a:noFill/>
                        <a:miter/>
                      </a:ln>
                    </p:spPr>
                  </p:pic>
                </p:oleObj>
              </mc:Fallback>
            </mc:AlternateContent>
          </a:graphicData>
        </a:graphic>
      </p:graphicFrame>
      <p:graphicFrame>
        <p:nvGraphicFramePr>
          <p:cNvPr id="17" name="对象 -2147482376"/>
          <p:cNvGraphicFramePr>
            <a:graphicFrameLocks noChangeAspect="1"/>
          </p:cNvGraphicFramePr>
          <p:nvPr/>
        </p:nvGraphicFramePr>
        <p:xfrm>
          <a:off x="2032000" y="4585335"/>
          <a:ext cx="4523105" cy="359410"/>
        </p:xfrm>
        <a:graphic>
          <a:graphicData uri="http://schemas.openxmlformats.org/presentationml/2006/ole">
            <mc:AlternateContent xmlns:mc="http://schemas.openxmlformats.org/markup-compatibility/2006">
              <mc:Choice xmlns:v="urn:schemas-microsoft-com:vml" Requires="v">
                <p:oleObj spid="_x0000_s18" name="" r:id="rId16" imgW="3441700" imgH="279400" progId="Equation.DSMT4">
                  <p:embed/>
                </p:oleObj>
              </mc:Choice>
              <mc:Fallback>
                <p:oleObj name="" r:id="rId16" imgW="3441700" imgH="279400" progId="Equation.DSMT4">
                  <p:embed/>
                  <p:pic>
                    <p:nvPicPr>
                      <p:cNvPr id="0" name="图片 10"/>
                      <p:cNvPicPr/>
                      <p:nvPr/>
                    </p:nvPicPr>
                    <p:blipFill>
                      <a:blip r:embed="rId17"/>
                      <a:stretch>
                        <a:fillRect/>
                      </a:stretch>
                    </p:blipFill>
                    <p:spPr>
                      <a:xfrm>
                        <a:off x="2032000" y="4585335"/>
                        <a:ext cx="4523105" cy="359410"/>
                      </a:xfrm>
                      <a:prstGeom prst="rect">
                        <a:avLst/>
                      </a:prstGeom>
                      <a:noFill/>
                      <a:ln w="38100">
                        <a:noFill/>
                        <a:miter/>
                      </a:ln>
                    </p:spPr>
                  </p:pic>
                </p:oleObj>
              </mc:Fallback>
            </mc:AlternateContent>
          </a:graphicData>
        </a:graphic>
      </p:graphicFrame>
      <p:graphicFrame>
        <p:nvGraphicFramePr>
          <p:cNvPr id="19" name="对象 -2147482375"/>
          <p:cNvGraphicFramePr>
            <a:graphicFrameLocks noChangeAspect="1"/>
          </p:cNvGraphicFramePr>
          <p:nvPr/>
        </p:nvGraphicFramePr>
        <p:xfrm>
          <a:off x="2049780" y="4996180"/>
          <a:ext cx="6576695" cy="359410"/>
        </p:xfrm>
        <a:graphic>
          <a:graphicData uri="http://schemas.openxmlformats.org/presentationml/2006/ole">
            <mc:AlternateContent xmlns:mc="http://schemas.openxmlformats.org/markup-compatibility/2006">
              <mc:Choice xmlns:v="urn:schemas-microsoft-com:vml" Requires="v">
                <p:oleObj spid="_x0000_s20" name="" r:id="rId18" imgW="5003800" imgH="279400" progId="Equation.DSMT4">
                  <p:embed/>
                </p:oleObj>
              </mc:Choice>
              <mc:Fallback>
                <p:oleObj name="" r:id="rId18" imgW="5003800" imgH="279400" progId="Equation.DSMT4">
                  <p:embed/>
                  <p:pic>
                    <p:nvPicPr>
                      <p:cNvPr id="0" name="图片 11"/>
                      <p:cNvPicPr/>
                      <p:nvPr/>
                    </p:nvPicPr>
                    <p:blipFill>
                      <a:blip r:embed="rId19"/>
                      <a:stretch>
                        <a:fillRect/>
                      </a:stretch>
                    </p:blipFill>
                    <p:spPr>
                      <a:xfrm>
                        <a:off x="2049780" y="4996180"/>
                        <a:ext cx="6576695" cy="359410"/>
                      </a:xfrm>
                      <a:prstGeom prst="rect">
                        <a:avLst/>
                      </a:prstGeom>
                      <a:noFill/>
                      <a:ln w="38100">
                        <a:noFill/>
                        <a:miter/>
                      </a:ln>
                    </p:spPr>
                  </p:pic>
                </p:oleObj>
              </mc:Fallback>
            </mc:AlternateContent>
          </a:graphicData>
        </a:graphic>
      </p:graphicFrame>
      <p:graphicFrame>
        <p:nvGraphicFramePr>
          <p:cNvPr id="21" name="对象 -2147482374"/>
          <p:cNvGraphicFramePr>
            <a:graphicFrameLocks noChangeAspect="1"/>
          </p:cNvGraphicFramePr>
          <p:nvPr/>
        </p:nvGraphicFramePr>
        <p:xfrm>
          <a:off x="2049780" y="5426710"/>
          <a:ext cx="4961890" cy="359410"/>
        </p:xfrm>
        <a:graphic>
          <a:graphicData uri="http://schemas.openxmlformats.org/presentationml/2006/ole">
            <mc:AlternateContent xmlns:mc="http://schemas.openxmlformats.org/markup-compatibility/2006">
              <mc:Choice xmlns:v="urn:schemas-microsoft-com:vml" Requires="v">
                <p:oleObj spid="_x0000_s22" name="" r:id="rId20" imgW="3759200" imgH="279400" progId="Equation.DSMT4">
                  <p:embed/>
                </p:oleObj>
              </mc:Choice>
              <mc:Fallback>
                <p:oleObj name="" r:id="rId20" imgW="3759200" imgH="279400" progId="Equation.DSMT4">
                  <p:embed/>
                  <p:pic>
                    <p:nvPicPr>
                      <p:cNvPr id="0" name="图片 12"/>
                      <p:cNvPicPr/>
                      <p:nvPr/>
                    </p:nvPicPr>
                    <p:blipFill>
                      <a:blip r:embed="rId21"/>
                      <a:stretch>
                        <a:fillRect/>
                      </a:stretch>
                    </p:blipFill>
                    <p:spPr>
                      <a:xfrm>
                        <a:off x="2049780" y="5426710"/>
                        <a:ext cx="4961890" cy="359410"/>
                      </a:xfrm>
                      <a:prstGeom prst="rect">
                        <a:avLst/>
                      </a:prstGeom>
                      <a:noFill/>
                      <a:ln w="38100">
                        <a:noFill/>
                        <a:miter/>
                      </a:ln>
                    </p:spPr>
                  </p:pic>
                </p:oleObj>
              </mc:Fallback>
            </mc:AlternateContent>
          </a:graphicData>
        </a:graphic>
      </p:graphicFrame>
      <p:sp>
        <p:nvSpPr>
          <p:cNvPr id="27" name="文本框 26"/>
          <p:cNvSpPr txBox="1"/>
          <p:nvPr/>
        </p:nvSpPr>
        <p:spPr>
          <a:xfrm>
            <a:off x="2386965" y="6035040"/>
            <a:ext cx="7947025" cy="460375"/>
          </a:xfrm>
          <a:prstGeom prst="rect">
            <a:avLst/>
          </a:prstGeom>
          <a:noFill/>
        </p:spPr>
        <p:txBody>
          <a:bodyPr wrap="square" rtlCol="0">
            <a:spAutoFit/>
          </a:bodyPr>
          <a:p>
            <a:r>
              <a:rPr lang="zh-CN" altLang="en-US" sz="2400" b="1">
                <a:solidFill>
                  <a:srgbClr val="C00000"/>
                </a:solidFill>
              </a:rPr>
              <a:t>因此对该样本预测为</a:t>
            </a:r>
            <a:r>
              <a:rPr lang="en-US" altLang="zh-CN" sz="2400" b="1">
                <a:solidFill>
                  <a:srgbClr val="C00000"/>
                </a:solidFill>
              </a:rPr>
              <a:t>“</a:t>
            </a:r>
            <a:r>
              <a:rPr lang="zh-CN" altLang="en-US" sz="2400" b="1">
                <a:solidFill>
                  <a:srgbClr val="C00000"/>
                </a:solidFill>
              </a:rPr>
              <a:t>买</a:t>
            </a:r>
            <a:r>
              <a:rPr lang="en-US" altLang="zh-CN" sz="2400" b="1">
                <a:solidFill>
                  <a:srgbClr val="C00000"/>
                </a:solidFill>
              </a:rPr>
              <a:t>”</a:t>
            </a:r>
            <a:endParaRPr lang="en-US" altLang="zh-CN" sz="2400" b="1">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linds(horizontal)">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blinds(horizontal)">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blinds(horizontal)">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blinds(horizontal)">
                                      <p:cBhvr>
                                        <p:cTn id="2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135187" y="386080"/>
            <a:ext cx="8915400" cy="3777622"/>
          </a:xfrm>
        </p:spPr>
        <p:txBody>
          <a:bodyPr/>
          <a:p>
            <a:pPr marL="0" indent="0">
              <a:buNone/>
            </a:pPr>
            <a:r>
              <a:rPr lang="zh-CN" altLang="en-US" sz="2800">
                <a:latin typeface="楷体" panose="02010609060101010101" charset="-122"/>
                <a:ea typeface="楷体" panose="02010609060101010101" charset="-122"/>
                <a:sym typeface="+mn-ea"/>
              </a:rPr>
              <a:t>5.3.2 贝叶斯信念网实例分析  </a:t>
            </a:r>
            <a:endParaRPr lang="zh-CN" altLang="en-US" sz="2800">
              <a:latin typeface="楷体" panose="02010609060101010101" charset="-122"/>
              <a:ea typeface="楷体" panose="02010609060101010101" charset="-122"/>
            </a:endParaRPr>
          </a:p>
          <a:p>
            <a:pPr marL="0" indent="0">
              <a:buNone/>
            </a:pPr>
            <a:r>
              <a:rPr lang="zh-CN" altLang="en-US" sz="2800">
                <a:latin typeface="楷体" panose="02010609060101010101" charset="-122"/>
                <a:ea typeface="楷体" panose="02010609060101010101" charset="-122"/>
                <a:sym typeface="+mn-ea"/>
              </a:rPr>
              <a:t>  使用图5-3所示的BBN来诊断一个人是否患有心脏病。下面阐释在不同的情况下如何做出诊断。</a:t>
            </a:r>
            <a:endParaRPr lang="zh-CN" altLang="en-US" sz="2800">
              <a:latin typeface="楷体" panose="02010609060101010101" charset="-122"/>
              <a:ea typeface="楷体" panose="02010609060101010101" charset="-122"/>
            </a:endParaRPr>
          </a:p>
          <a:p>
            <a:endParaRPr lang="zh-CN" altLang="en-US" sz="2800">
              <a:latin typeface="楷体" panose="02010609060101010101" charset="-122"/>
              <a:ea typeface="楷体" panose="02010609060101010101" charset="-122"/>
            </a:endParaRPr>
          </a:p>
        </p:txBody>
      </p:sp>
      <p:graphicFrame>
        <p:nvGraphicFramePr>
          <p:cNvPr id="4" name="对象 -2147482442"/>
          <p:cNvGraphicFramePr>
            <a:graphicFrameLocks noChangeAspect="1"/>
          </p:cNvGraphicFramePr>
          <p:nvPr/>
        </p:nvGraphicFramePr>
        <p:xfrm>
          <a:off x="2134870" y="2028190"/>
          <a:ext cx="7650480" cy="4616450"/>
        </p:xfrm>
        <a:graphic>
          <a:graphicData uri="http://schemas.openxmlformats.org/presentationml/2006/ole">
            <mc:AlternateContent xmlns:mc="http://schemas.openxmlformats.org/markup-compatibility/2006">
              <mc:Choice xmlns:v="urn:schemas-microsoft-com:vml" Requires="v">
                <p:oleObj spid="_x0000_s3076" name="" r:id="rId1" imgW="5390515" imgH="3869690" progId="Word.Document.8">
                  <p:embed/>
                </p:oleObj>
              </mc:Choice>
              <mc:Fallback>
                <p:oleObj name="" r:id="rId1" imgW="5390515" imgH="3869690" progId="Word.Document.8">
                  <p:embed/>
                  <p:pic>
                    <p:nvPicPr>
                      <p:cNvPr id="0" name="图片 3075"/>
                      <p:cNvPicPr/>
                      <p:nvPr/>
                    </p:nvPicPr>
                    <p:blipFill>
                      <a:blip r:embed="rId2"/>
                      <a:stretch>
                        <a:fillRect/>
                      </a:stretch>
                    </p:blipFill>
                    <p:spPr>
                      <a:xfrm>
                        <a:off x="2134870" y="2028190"/>
                        <a:ext cx="7650480" cy="4616450"/>
                      </a:xfrm>
                      <a:prstGeom prst="rect">
                        <a:avLst/>
                      </a:prstGeom>
                      <a:noFill/>
                      <a:ln w="38100">
                        <a:noFill/>
                        <a:miter/>
                      </a:ln>
                    </p:spPr>
                  </p:pic>
                </p:oleObj>
              </mc:Fallback>
            </mc:AlternateContent>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659890" y="248920"/>
            <a:ext cx="10263505" cy="6135370"/>
          </a:xfrm>
        </p:spPr>
        <p:txBody>
          <a:bodyPr/>
          <a:p>
            <a:pPr marL="0" indent="0">
              <a:buNone/>
            </a:pPr>
            <a:r>
              <a:rPr lang="en-US" altLang="zh-CN" sz="2400">
                <a:latin typeface="楷体" panose="02010609060101010101" charset="-122"/>
                <a:ea typeface="楷体" panose="02010609060101010101" charset="-122"/>
              </a:rPr>
              <a:t>  </a:t>
            </a:r>
            <a:r>
              <a:rPr lang="zh-CN" altLang="en-US" sz="2400" b="1">
                <a:latin typeface="楷体" panose="02010609060101010101" charset="-122"/>
                <a:ea typeface="楷体" panose="02010609060101010101" charset="-122"/>
              </a:rPr>
              <a:t>情况一：没有先验信息，问得心脏病还是不得的概率大</a:t>
            </a:r>
            <a:r>
              <a:rPr lang="zh-CN" altLang="en-US" sz="2400" b="1">
                <a:latin typeface="楷体" panose="02010609060101010101" charset="-122"/>
                <a:ea typeface="楷体" panose="02010609060101010101" charset="-122"/>
              </a:rPr>
              <a:t>。</a:t>
            </a:r>
            <a:endParaRPr lang="zh-CN" altLang="en-US" sz="2400">
              <a:latin typeface="楷体" panose="02010609060101010101" charset="-122"/>
              <a:ea typeface="楷体" panose="02010609060101010101" charset="-122"/>
            </a:endParaRPr>
          </a:p>
          <a:p>
            <a:pPr marL="0" indent="0">
              <a:buNone/>
            </a:pPr>
            <a:r>
              <a:rPr lang="zh-CN" altLang="en-US" sz="2400">
                <a:latin typeface="楷体" panose="02010609060101010101" charset="-122"/>
                <a:ea typeface="楷体" panose="02010609060101010101" charset="-122"/>
              </a:rPr>
              <a:t>  在没有任何先验信息的情况下，可以通过计算先验概率         和        来确定一个病人是否可能患心脏病。为了表述方便，设        表示锻炼的两个值，           表示饮食的两个值。</a:t>
            </a:r>
            <a:endParaRPr lang="zh-CN" altLang="en-US" sz="2400">
              <a:latin typeface="楷体" panose="02010609060101010101" charset="-122"/>
              <a:ea typeface="楷体" panose="02010609060101010101" charset="-122"/>
            </a:endParaRPr>
          </a:p>
          <a:p>
            <a:pPr marL="0" indent="0">
              <a:buNone/>
            </a:pPr>
            <a:endParaRPr lang="zh-CN" altLang="en-US" sz="2400">
              <a:latin typeface="楷体" panose="02010609060101010101" charset="-122"/>
              <a:ea typeface="楷体" panose="02010609060101010101" charset="-122"/>
            </a:endParaRPr>
          </a:p>
          <a:p>
            <a:pPr marL="0" indent="0">
              <a:buNone/>
            </a:pPr>
            <a:endParaRPr lang="zh-CN" altLang="en-US" sz="2400">
              <a:latin typeface="楷体" panose="02010609060101010101" charset="-122"/>
              <a:ea typeface="楷体" panose="02010609060101010101" charset="-122"/>
            </a:endParaRPr>
          </a:p>
          <a:p>
            <a:pPr marL="0" indent="0">
              <a:buNone/>
            </a:pPr>
            <a:endParaRPr lang="zh-CN" altLang="en-US" sz="2400">
              <a:latin typeface="楷体" panose="02010609060101010101" charset="-122"/>
              <a:ea typeface="楷体" panose="02010609060101010101" charset="-122"/>
            </a:endParaRPr>
          </a:p>
          <a:p>
            <a:pPr marL="0" indent="0">
              <a:buNone/>
            </a:pPr>
            <a:endParaRPr lang="zh-CN" altLang="en-US" sz="2400">
              <a:latin typeface="楷体" panose="02010609060101010101" charset="-122"/>
              <a:ea typeface="楷体" panose="02010609060101010101" charset="-122"/>
            </a:endParaRPr>
          </a:p>
          <a:p>
            <a:pPr marL="0" indent="0">
              <a:buNone/>
            </a:pPr>
            <a:endParaRPr lang="zh-CN" altLang="en-US" sz="2400">
              <a:latin typeface="楷体" panose="02010609060101010101" charset="-122"/>
              <a:ea typeface="楷体" panose="02010609060101010101" charset="-122"/>
            </a:endParaRPr>
          </a:p>
          <a:p>
            <a:pPr marL="0" indent="0">
              <a:buNone/>
            </a:pPr>
            <a:endParaRPr lang="zh-CN" altLang="en-US" sz="2400">
              <a:latin typeface="楷体" panose="02010609060101010101" charset="-122"/>
              <a:ea typeface="楷体" panose="02010609060101010101" charset="-122"/>
            </a:endParaRPr>
          </a:p>
          <a:p>
            <a:pPr marL="0" indent="0">
              <a:buNone/>
            </a:pPr>
            <a:r>
              <a:rPr lang="zh-CN" altLang="en-US">
                <a:latin typeface="楷体" panose="02010609060101010101" charset="-122"/>
                <a:ea typeface="楷体" panose="02010609060101010101" charset="-122"/>
              </a:rPr>
              <a:t>  </a:t>
            </a:r>
            <a:endParaRPr lang="zh-CN" altLang="en-US">
              <a:latin typeface="楷体" panose="02010609060101010101" charset="-122"/>
              <a:ea typeface="楷体" panose="02010609060101010101" charset="-122"/>
            </a:endParaRPr>
          </a:p>
        </p:txBody>
      </p:sp>
      <p:graphicFrame>
        <p:nvGraphicFramePr>
          <p:cNvPr id="2" name="对象 -2147482371"/>
          <p:cNvGraphicFramePr>
            <a:graphicFrameLocks noChangeAspect="1"/>
          </p:cNvGraphicFramePr>
          <p:nvPr/>
        </p:nvGraphicFramePr>
        <p:xfrm>
          <a:off x="9479280" y="763905"/>
          <a:ext cx="1141095" cy="338455"/>
        </p:xfrm>
        <a:graphic>
          <a:graphicData uri="http://schemas.openxmlformats.org/presentationml/2006/ole">
            <mc:AlternateContent xmlns:mc="http://schemas.openxmlformats.org/markup-compatibility/2006">
              <mc:Choice xmlns:v="urn:schemas-microsoft-com:vml" Requires="v">
                <p:oleObj spid="_x0000_s3076" name="" r:id="rId1" imgW="862965" imgH="254000" progId="Equation.DSMT4">
                  <p:embed/>
                </p:oleObj>
              </mc:Choice>
              <mc:Fallback>
                <p:oleObj name="" r:id="rId1" imgW="862965" imgH="254000" progId="Equation.DSMT4">
                  <p:embed/>
                  <p:pic>
                    <p:nvPicPr>
                      <p:cNvPr id="0" name="图片 3075"/>
                      <p:cNvPicPr/>
                      <p:nvPr/>
                    </p:nvPicPr>
                    <p:blipFill>
                      <a:blip r:embed="rId2"/>
                      <a:stretch>
                        <a:fillRect/>
                      </a:stretch>
                    </p:blipFill>
                    <p:spPr>
                      <a:xfrm>
                        <a:off x="9479280" y="763905"/>
                        <a:ext cx="1141095" cy="338455"/>
                      </a:xfrm>
                      <a:prstGeom prst="rect">
                        <a:avLst/>
                      </a:prstGeom>
                      <a:noFill/>
                      <a:ln w="38100">
                        <a:noFill/>
                        <a:miter/>
                      </a:ln>
                    </p:spPr>
                  </p:pic>
                </p:oleObj>
              </mc:Fallback>
            </mc:AlternateContent>
          </a:graphicData>
        </a:graphic>
      </p:graphicFrame>
      <p:graphicFrame>
        <p:nvGraphicFramePr>
          <p:cNvPr id="4" name="对象 -2147482370"/>
          <p:cNvGraphicFramePr>
            <a:graphicFrameLocks noChangeAspect="1"/>
          </p:cNvGraphicFramePr>
          <p:nvPr/>
        </p:nvGraphicFramePr>
        <p:xfrm>
          <a:off x="11061700" y="763905"/>
          <a:ext cx="1130300" cy="339090"/>
        </p:xfrm>
        <a:graphic>
          <a:graphicData uri="http://schemas.openxmlformats.org/presentationml/2006/ole">
            <mc:AlternateContent xmlns:mc="http://schemas.openxmlformats.org/markup-compatibility/2006">
              <mc:Choice xmlns:v="urn:schemas-microsoft-com:vml" Requires="v">
                <p:oleObj spid="_x0000_s5" name="" r:id="rId3" imgW="850265" imgH="254000" progId="Equation.DSMT4">
                  <p:embed/>
                </p:oleObj>
              </mc:Choice>
              <mc:Fallback>
                <p:oleObj name="" r:id="rId3" imgW="850265" imgH="254000" progId="Equation.DSMT4">
                  <p:embed/>
                  <p:pic>
                    <p:nvPicPr>
                      <p:cNvPr id="0" name="图片 3"/>
                      <p:cNvPicPr/>
                      <p:nvPr/>
                    </p:nvPicPr>
                    <p:blipFill>
                      <a:blip r:embed="rId4"/>
                      <a:stretch>
                        <a:fillRect/>
                      </a:stretch>
                    </p:blipFill>
                    <p:spPr>
                      <a:xfrm>
                        <a:off x="11061700" y="763905"/>
                        <a:ext cx="1130300" cy="339090"/>
                      </a:xfrm>
                      <a:prstGeom prst="rect">
                        <a:avLst/>
                      </a:prstGeom>
                      <a:noFill/>
                      <a:ln w="38100">
                        <a:noFill/>
                        <a:miter/>
                      </a:ln>
                    </p:spPr>
                  </p:pic>
                </p:oleObj>
              </mc:Fallback>
            </mc:AlternateContent>
          </a:graphicData>
        </a:graphic>
      </p:graphicFrame>
      <p:graphicFrame>
        <p:nvGraphicFramePr>
          <p:cNvPr id="6" name="对象 -2147482369"/>
          <p:cNvGraphicFramePr>
            <a:graphicFrameLocks noChangeAspect="1"/>
          </p:cNvGraphicFramePr>
          <p:nvPr/>
        </p:nvGraphicFramePr>
        <p:xfrm>
          <a:off x="9106535" y="1155700"/>
          <a:ext cx="1276985" cy="379095"/>
        </p:xfrm>
        <a:graphic>
          <a:graphicData uri="http://schemas.openxmlformats.org/presentationml/2006/ole">
            <mc:AlternateContent xmlns:mc="http://schemas.openxmlformats.org/markup-compatibility/2006">
              <mc:Choice xmlns:v="urn:schemas-microsoft-com:vml" Requires="v">
                <p:oleObj spid="_x0000_s7" name="" r:id="rId5" imgW="862965" imgH="254000" progId="Equation.DSMT4">
                  <p:embed/>
                </p:oleObj>
              </mc:Choice>
              <mc:Fallback>
                <p:oleObj name="" r:id="rId5" imgW="862965" imgH="254000" progId="Equation.DSMT4">
                  <p:embed/>
                  <p:pic>
                    <p:nvPicPr>
                      <p:cNvPr id="0" name="图片 4"/>
                      <p:cNvPicPr/>
                      <p:nvPr/>
                    </p:nvPicPr>
                    <p:blipFill>
                      <a:blip r:embed="rId6"/>
                      <a:stretch>
                        <a:fillRect/>
                      </a:stretch>
                    </p:blipFill>
                    <p:spPr>
                      <a:xfrm>
                        <a:off x="9106535" y="1155700"/>
                        <a:ext cx="1276985" cy="379095"/>
                      </a:xfrm>
                      <a:prstGeom prst="rect">
                        <a:avLst/>
                      </a:prstGeom>
                      <a:noFill/>
                      <a:ln w="38100">
                        <a:noFill/>
                        <a:miter/>
                      </a:ln>
                    </p:spPr>
                  </p:pic>
                </p:oleObj>
              </mc:Fallback>
            </mc:AlternateContent>
          </a:graphicData>
        </a:graphic>
      </p:graphicFrame>
      <p:graphicFrame>
        <p:nvGraphicFramePr>
          <p:cNvPr id="8" name="对象 -2147482368"/>
          <p:cNvGraphicFramePr>
            <a:graphicFrameLocks noChangeAspect="1"/>
          </p:cNvGraphicFramePr>
          <p:nvPr/>
        </p:nvGraphicFramePr>
        <p:xfrm>
          <a:off x="2959100" y="1551940"/>
          <a:ext cx="1614805" cy="308610"/>
        </p:xfrm>
        <a:graphic>
          <a:graphicData uri="http://schemas.openxmlformats.org/presentationml/2006/ole">
            <mc:AlternateContent xmlns:mc="http://schemas.openxmlformats.org/markup-compatibility/2006">
              <mc:Choice xmlns:v="urn:schemas-microsoft-com:vml" Requires="v">
                <p:oleObj spid="_x0000_s9" name="" r:id="rId7" imgW="1333500" imgH="254000" progId="Equation.DSMT4">
                  <p:embed/>
                </p:oleObj>
              </mc:Choice>
              <mc:Fallback>
                <p:oleObj name="" r:id="rId7" imgW="1333500" imgH="254000" progId="Equation.DSMT4">
                  <p:embed/>
                  <p:pic>
                    <p:nvPicPr>
                      <p:cNvPr id="0" name="图片 5"/>
                      <p:cNvPicPr/>
                      <p:nvPr/>
                    </p:nvPicPr>
                    <p:blipFill>
                      <a:blip r:embed="rId8"/>
                      <a:stretch>
                        <a:fillRect/>
                      </a:stretch>
                    </p:blipFill>
                    <p:spPr>
                      <a:xfrm>
                        <a:off x="2959100" y="1551940"/>
                        <a:ext cx="1614805" cy="308610"/>
                      </a:xfrm>
                      <a:prstGeom prst="rect">
                        <a:avLst/>
                      </a:prstGeom>
                      <a:noFill/>
                      <a:ln w="38100">
                        <a:noFill/>
                        <a:miter/>
                      </a:ln>
                    </p:spPr>
                  </p:pic>
                </p:oleObj>
              </mc:Fallback>
            </mc:AlternateContent>
          </a:graphicData>
        </a:graphic>
      </p:graphicFrame>
      <p:pic>
        <p:nvPicPr>
          <p:cNvPr id="10" name="图片 9"/>
          <p:cNvPicPr>
            <a:picLocks noChangeAspect="1"/>
          </p:cNvPicPr>
          <p:nvPr/>
        </p:nvPicPr>
        <p:blipFill>
          <a:blip r:embed="rId9"/>
          <a:stretch>
            <a:fillRect/>
          </a:stretch>
        </p:blipFill>
        <p:spPr>
          <a:xfrm>
            <a:off x="2642235" y="2245360"/>
            <a:ext cx="7372985" cy="2367280"/>
          </a:xfrm>
          <a:prstGeom prst="rect">
            <a:avLst/>
          </a:prstGeom>
        </p:spPr>
      </p:pic>
      <p:sp>
        <p:nvSpPr>
          <p:cNvPr id="31" name="文本框 30"/>
          <p:cNvSpPr txBox="1"/>
          <p:nvPr/>
        </p:nvSpPr>
        <p:spPr>
          <a:xfrm>
            <a:off x="3013710" y="4794885"/>
            <a:ext cx="7666990" cy="1076325"/>
          </a:xfrm>
          <a:prstGeom prst="rect">
            <a:avLst/>
          </a:prstGeom>
          <a:noFill/>
        </p:spPr>
        <p:txBody>
          <a:bodyPr wrap="square" rtlCol="0">
            <a:spAutoFit/>
          </a:bodyPr>
          <a:p>
            <a:r>
              <a:rPr lang="zh-CN" altLang="en-US" sz="3200" b="1">
                <a:solidFill>
                  <a:srgbClr val="C00000"/>
                </a:solidFill>
                <a:latin typeface="楷体" panose="02010609060101010101" charset="-122"/>
                <a:ea typeface="楷体" panose="02010609060101010101" charset="-122"/>
                <a:sym typeface="+mn-ea"/>
              </a:rPr>
              <a:t>所以，此人不得心脏病的机率略微大一点。</a:t>
            </a:r>
            <a:endParaRPr lang="zh-CN" altLang="en-US" sz="3200" b="1">
              <a:solidFill>
                <a:srgbClr val="C00000"/>
              </a:solidFill>
              <a:latin typeface="楷体" panose="02010609060101010101" charset="-122"/>
              <a:ea typeface="楷体" panose="02010609060101010101" charset="-122"/>
            </a:endParaRPr>
          </a:p>
          <a:p>
            <a:endParaRPr lang="zh-CN" altLang="en-US" sz="3200" b="1">
              <a:solidFill>
                <a:srgbClr val="C00000"/>
              </a:solidFill>
              <a:latin typeface="楷体" panose="02010609060101010101" charset="-122"/>
              <a:ea typeface="楷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blinds(horizontal)">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659890" y="248920"/>
            <a:ext cx="10263505" cy="6135370"/>
          </a:xfrm>
        </p:spPr>
        <p:txBody>
          <a:bodyPr/>
          <a:p>
            <a:pPr marL="0" indent="0">
              <a:buNone/>
            </a:pPr>
            <a:r>
              <a:rPr lang="zh-CN" altLang="en-US" sz="2800">
                <a:latin typeface="楷体" panose="02010609060101010101" charset="-122"/>
                <a:ea typeface="楷体" panose="02010609060101010101" charset="-122"/>
              </a:rPr>
              <a:t>  </a:t>
            </a:r>
            <a:r>
              <a:rPr lang="zh-CN" altLang="en-US" sz="2800" b="1">
                <a:latin typeface="楷体" panose="02010609060101010101" charset="-122"/>
                <a:ea typeface="楷体" panose="02010609060101010101" charset="-122"/>
              </a:rPr>
              <a:t>情况二：已知有高血压</a:t>
            </a:r>
            <a:r>
              <a:rPr lang="zh-CN" altLang="en-US" sz="2800" b="1">
                <a:latin typeface="楷体" panose="02010609060101010101" charset="-122"/>
                <a:ea typeface="楷体" panose="02010609060101010101" charset="-122"/>
                <a:sym typeface="+mn-ea"/>
              </a:rPr>
              <a:t>，问得心脏病还是不得的概率大</a:t>
            </a:r>
            <a:r>
              <a:rPr lang="zh-CN" altLang="en-US" sz="2800" b="1">
                <a:latin typeface="楷体" panose="02010609060101010101" charset="-122"/>
                <a:ea typeface="楷体" panose="02010609060101010101" charset="-122"/>
              </a:rPr>
              <a:t>。</a:t>
            </a:r>
            <a:endParaRPr lang="zh-CN" altLang="en-US" sz="2800" b="1">
              <a:latin typeface="楷体" panose="02010609060101010101" charset="-122"/>
              <a:ea typeface="楷体" panose="02010609060101010101" charset="-122"/>
            </a:endParaRPr>
          </a:p>
          <a:p>
            <a:pPr marL="0" indent="0">
              <a:buNone/>
            </a:pPr>
            <a:r>
              <a:rPr lang="zh-CN" altLang="en-US" sz="2800" b="1">
                <a:latin typeface="楷体" panose="02010609060101010101" charset="-122"/>
                <a:ea typeface="楷体" panose="02010609060101010101" charset="-122"/>
              </a:rPr>
              <a:t>  </a:t>
            </a:r>
            <a:r>
              <a:rPr lang="zh-CN" altLang="en-US" sz="2800">
                <a:latin typeface="楷体" panose="02010609060101010101" charset="-122"/>
                <a:ea typeface="楷体" panose="02010609060101010101" charset="-122"/>
              </a:rPr>
              <a:t>如果一个人有高血压，可以通过比较后验概率             和             来诊断他是否患有心脏病。为此，必须先计算        ：                                            其中        </a:t>
            </a:r>
            <a:endParaRPr lang="zh-CN" altLang="en-US" sz="2800">
              <a:latin typeface="楷体" panose="02010609060101010101" charset="-122"/>
              <a:ea typeface="楷体" panose="02010609060101010101" charset="-122"/>
            </a:endParaRPr>
          </a:p>
          <a:p>
            <a:pPr marL="0" indent="0">
              <a:buNone/>
            </a:pPr>
            <a:r>
              <a:rPr lang="zh-CN" altLang="en-US" sz="2800">
                <a:latin typeface="楷体" panose="02010609060101010101" charset="-122"/>
                <a:ea typeface="楷体" panose="02010609060101010101" charset="-122"/>
              </a:rPr>
              <a:t>。因此，此人患心脏病的后验概率是：</a:t>
            </a:r>
            <a:endParaRPr lang="zh-CN" altLang="en-US" sz="2800">
              <a:latin typeface="楷体" panose="02010609060101010101" charset="-122"/>
              <a:ea typeface="楷体" panose="02010609060101010101" charset="-122"/>
            </a:endParaRPr>
          </a:p>
          <a:p>
            <a:pPr marL="0" indent="0">
              <a:buNone/>
            </a:pPr>
            <a:r>
              <a:rPr lang="zh-CN" altLang="en-US" sz="2800">
                <a:latin typeface="楷体" panose="02010609060101010101" charset="-122"/>
                <a:ea typeface="楷体" panose="02010609060101010101" charset="-122"/>
              </a:rPr>
              <a:t>   </a:t>
            </a:r>
            <a:endParaRPr lang="zh-CN" altLang="en-US" sz="2800">
              <a:latin typeface="楷体" panose="02010609060101010101" charset="-122"/>
              <a:ea typeface="楷体" panose="02010609060101010101" charset="-122"/>
            </a:endParaRPr>
          </a:p>
          <a:p>
            <a:pPr marL="0" indent="0">
              <a:buNone/>
            </a:pPr>
            <a:r>
              <a:rPr lang="zh-CN" altLang="en-US" sz="2800">
                <a:latin typeface="楷体" panose="02010609060101010101" charset="-122"/>
                <a:ea typeface="楷体" panose="02010609060101010101" charset="-122"/>
              </a:rPr>
              <a:t>                                          </a:t>
            </a:r>
            <a:endParaRPr lang="zh-CN" altLang="en-US" sz="2800">
              <a:latin typeface="楷体" panose="02010609060101010101" charset="-122"/>
              <a:ea typeface="楷体" panose="02010609060101010101" charset="-122"/>
            </a:endParaRPr>
          </a:p>
          <a:p>
            <a:pPr marL="0" indent="0">
              <a:buNone/>
            </a:pPr>
            <a:r>
              <a:rPr lang="zh-CN" altLang="en-US" sz="2800">
                <a:latin typeface="楷体" panose="02010609060101010101" charset="-122"/>
                <a:ea typeface="楷体" panose="02010609060101010101" charset="-122"/>
              </a:rPr>
              <a:t>  同理，                                     。因此，当一个人有高血压时，他患心脏病的危险就增加了。</a:t>
            </a:r>
            <a:endParaRPr lang="zh-CN" altLang="en-US" sz="2800">
              <a:latin typeface="楷体" panose="02010609060101010101" charset="-122"/>
              <a:ea typeface="楷体" panose="02010609060101010101" charset="-122"/>
            </a:endParaRPr>
          </a:p>
          <a:p>
            <a:pPr marL="0" indent="0">
              <a:buNone/>
            </a:pPr>
            <a:r>
              <a:rPr lang="zh-CN" altLang="en-US">
                <a:latin typeface="楷体" panose="02010609060101010101" charset="-122"/>
                <a:ea typeface="楷体" panose="02010609060101010101" charset="-122"/>
              </a:rPr>
              <a:t>  </a:t>
            </a:r>
            <a:endParaRPr lang="zh-CN" altLang="en-US">
              <a:latin typeface="楷体" panose="02010609060101010101" charset="-122"/>
              <a:ea typeface="楷体" panose="02010609060101010101" charset="-122"/>
            </a:endParaRPr>
          </a:p>
        </p:txBody>
      </p:sp>
      <p:graphicFrame>
        <p:nvGraphicFramePr>
          <p:cNvPr id="13" name="对象 -2147482361"/>
          <p:cNvGraphicFramePr>
            <a:graphicFrameLocks noChangeAspect="1"/>
          </p:cNvGraphicFramePr>
          <p:nvPr/>
        </p:nvGraphicFramePr>
        <p:xfrm>
          <a:off x="9297670" y="848995"/>
          <a:ext cx="1942465" cy="377825"/>
        </p:xfrm>
        <a:graphic>
          <a:graphicData uri="http://schemas.openxmlformats.org/presentationml/2006/ole">
            <mc:AlternateContent xmlns:mc="http://schemas.openxmlformats.org/markup-compatibility/2006">
              <mc:Choice xmlns:v="urn:schemas-microsoft-com:vml" Requires="v">
                <p:oleObj spid="_x0000_s14" name="" r:id="rId1" imgW="1409700" imgH="279400" progId="Equation.DSMT4">
                  <p:embed/>
                </p:oleObj>
              </mc:Choice>
              <mc:Fallback>
                <p:oleObj name="" r:id="rId1" imgW="1409700" imgH="279400" progId="Equation.DSMT4">
                  <p:embed/>
                  <p:pic>
                    <p:nvPicPr>
                      <p:cNvPr id="0" name="图片 8"/>
                      <p:cNvPicPr/>
                      <p:nvPr/>
                    </p:nvPicPr>
                    <p:blipFill>
                      <a:blip r:embed="rId2"/>
                      <a:stretch>
                        <a:fillRect/>
                      </a:stretch>
                    </p:blipFill>
                    <p:spPr>
                      <a:xfrm>
                        <a:off x="9297670" y="848995"/>
                        <a:ext cx="1942465" cy="377825"/>
                      </a:xfrm>
                      <a:prstGeom prst="rect">
                        <a:avLst/>
                      </a:prstGeom>
                      <a:noFill/>
                      <a:ln w="38100">
                        <a:noFill/>
                        <a:miter/>
                      </a:ln>
                    </p:spPr>
                  </p:pic>
                </p:oleObj>
              </mc:Fallback>
            </mc:AlternateContent>
          </a:graphicData>
        </a:graphic>
      </p:graphicFrame>
      <p:graphicFrame>
        <p:nvGraphicFramePr>
          <p:cNvPr id="15" name="对象 -2147482360"/>
          <p:cNvGraphicFramePr>
            <a:graphicFrameLocks noChangeAspect="1"/>
          </p:cNvGraphicFramePr>
          <p:nvPr/>
        </p:nvGraphicFramePr>
        <p:xfrm>
          <a:off x="2555875" y="1373505"/>
          <a:ext cx="1741170" cy="342900"/>
        </p:xfrm>
        <a:graphic>
          <a:graphicData uri="http://schemas.openxmlformats.org/presentationml/2006/ole">
            <mc:AlternateContent xmlns:mc="http://schemas.openxmlformats.org/markup-compatibility/2006">
              <mc:Choice xmlns:v="urn:schemas-microsoft-com:vml" Requires="v">
                <p:oleObj spid="_x0000_s16" name="" r:id="rId3" imgW="1384300" imgH="279400" progId="Equation.DSMT4">
                  <p:embed/>
                </p:oleObj>
              </mc:Choice>
              <mc:Fallback>
                <p:oleObj name="" r:id="rId3" imgW="1384300" imgH="279400" progId="Equation.DSMT4">
                  <p:embed/>
                  <p:pic>
                    <p:nvPicPr>
                      <p:cNvPr id="0" name="图片 9"/>
                      <p:cNvPicPr/>
                      <p:nvPr/>
                    </p:nvPicPr>
                    <p:blipFill>
                      <a:blip r:embed="rId4"/>
                      <a:stretch>
                        <a:fillRect/>
                      </a:stretch>
                    </p:blipFill>
                    <p:spPr>
                      <a:xfrm>
                        <a:off x="2555875" y="1373505"/>
                        <a:ext cx="1741170" cy="342900"/>
                      </a:xfrm>
                      <a:prstGeom prst="rect">
                        <a:avLst/>
                      </a:prstGeom>
                      <a:noFill/>
                      <a:ln w="38100">
                        <a:noFill/>
                        <a:miter/>
                      </a:ln>
                    </p:spPr>
                  </p:pic>
                </p:oleObj>
              </mc:Fallback>
            </mc:AlternateContent>
          </a:graphicData>
        </a:graphic>
      </p:graphicFrame>
      <p:graphicFrame>
        <p:nvGraphicFramePr>
          <p:cNvPr id="17" name="对象 -2147482359"/>
          <p:cNvGraphicFramePr>
            <a:graphicFrameLocks noChangeAspect="1"/>
          </p:cNvGraphicFramePr>
          <p:nvPr/>
        </p:nvGraphicFramePr>
        <p:xfrm>
          <a:off x="2334895" y="1778635"/>
          <a:ext cx="932815" cy="309245"/>
        </p:xfrm>
        <a:graphic>
          <a:graphicData uri="http://schemas.openxmlformats.org/presentationml/2006/ole">
            <mc:AlternateContent xmlns:mc="http://schemas.openxmlformats.org/markup-compatibility/2006">
              <mc:Choice xmlns:v="urn:schemas-microsoft-com:vml" Requires="v">
                <p:oleObj spid="_x0000_s18" name="" r:id="rId5" imgW="774065" imgH="254000" progId="Equation.DSMT4">
                  <p:embed/>
                </p:oleObj>
              </mc:Choice>
              <mc:Fallback>
                <p:oleObj name="" r:id="rId5" imgW="774065" imgH="254000" progId="Equation.DSMT4">
                  <p:embed/>
                  <p:pic>
                    <p:nvPicPr>
                      <p:cNvPr id="0" name="图片 10"/>
                      <p:cNvPicPr/>
                      <p:nvPr/>
                    </p:nvPicPr>
                    <p:blipFill>
                      <a:blip r:embed="rId6"/>
                      <a:stretch>
                        <a:fillRect/>
                      </a:stretch>
                    </p:blipFill>
                    <p:spPr>
                      <a:xfrm>
                        <a:off x="2334895" y="1778635"/>
                        <a:ext cx="932815" cy="309245"/>
                      </a:xfrm>
                      <a:prstGeom prst="rect">
                        <a:avLst/>
                      </a:prstGeom>
                      <a:noFill/>
                      <a:ln w="38100">
                        <a:noFill/>
                        <a:miter/>
                      </a:ln>
                    </p:spPr>
                  </p:pic>
                </p:oleObj>
              </mc:Fallback>
            </mc:AlternateContent>
          </a:graphicData>
        </a:graphic>
      </p:graphicFrame>
      <p:graphicFrame>
        <p:nvGraphicFramePr>
          <p:cNvPr id="19" name="对象 -2147482358"/>
          <p:cNvGraphicFramePr>
            <a:graphicFrameLocks noChangeAspect="1"/>
          </p:cNvGraphicFramePr>
          <p:nvPr/>
        </p:nvGraphicFramePr>
        <p:xfrm>
          <a:off x="3877945" y="1797050"/>
          <a:ext cx="3263265" cy="395605"/>
        </p:xfrm>
        <a:graphic>
          <a:graphicData uri="http://schemas.openxmlformats.org/presentationml/2006/ole">
            <mc:AlternateContent xmlns:mc="http://schemas.openxmlformats.org/markup-compatibility/2006">
              <mc:Choice xmlns:v="urn:schemas-microsoft-com:vml" Requires="v">
                <p:oleObj spid="_x0000_s20" name="" r:id="rId7" imgW="3035300" imgH="368300" progId="Equation.DSMT4">
                  <p:embed/>
                </p:oleObj>
              </mc:Choice>
              <mc:Fallback>
                <p:oleObj name="" r:id="rId7" imgW="3035300" imgH="368300" progId="Equation.DSMT4">
                  <p:embed/>
                  <p:pic>
                    <p:nvPicPr>
                      <p:cNvPr id="0" name="图片 11"/>
                      <p:cNvPicPr/>
                      <p:nvPr/>
                    </p:nvPicPr>
                    <p:blipFill>
                      <a:blip r:embed="rId8"/>
                      <a:stretch>
                        <a:fillRect/>
                      </a:stretch>
                    </p:blipFill>
                    <p:spPr>
                      <a:xfrm>
                        <a:off x="3877945" y="1797050"/>
                        <a:ext cx="3263265" cy="395605"/>
                      </a:xfrm>
                      <a:prstGeom prst="rect">
                        <a:avLst/>
                      </a:prstGeom>
                      <a:noFill/>
                      <a:ln w="38100">
                        <a:noFill/>
                        <a:miter/>
                      </a:ln>
                    </p:spPr>
                  </p:pic>
                </p:oleObj>
              </mc:Fallback>
            </mc:AlternateContent>
          </a:graphicData>
        </a:graphic>
      </p:graphicFrame>
      <p:graphicFrame>
        <p:nvGraphicFramePr>
          <p:cNvPr id="21" name="对象 -2147482357"/>
          <p:cNvGraphicFramePr>
            <a:graphicFrameLocks noChangeAspect="1"/>
          </p:cNvGraphicFramePr>
          <p:nvPr/>
        </p:nvGraphicFramePr>
        <p:xfrm>
          <a:off x="7155815" y="1831975"/>
          <a:ext cx="2913380" cy="256540"/>
        </p:xfrm>
        <a:graphic>
          <a:graphicData uri="http://schemas.openxmlformats.org/presentationml/2006/ole">
            <mc:AlternateContent xmlns:mc="http://schemas.openxmlformats.org/markup-compatibility/2006">
              <mc:Choice xmlns:v="urn:schemas-microsoft-com:vml" Requires="v">
                <p:oleObj spid="_x0000_s22" name="" r:id="rId9" imgW="2019300" imgH="177800" progId="Equation.DSMT4">
                  <p:embed/>
                </p:oleObj>
              </mc:Choice>
              <mc:Fallback>
                <p:oleObj name="" r:id="rId9" imgW="2019300" imgH="177800" progId="Equation.DSMT4">
                  <p:embed/>
                  <p:pic>
                    <p:nvPicPr>
                      <p:cNvPr id="0" name="图片 12"/>
                      <p:cNvPicPr/>
                      <p:nvPr/>
                    </p:nvPicPr>
                    <p:blipFill>
                      <a:blip r:embed="rId10"/>
                      <a:stretch>
                        <a:fillRect/>
                      </a:stretch>
                    </p:blipFill>
                    <p:spPr>
                      <a:xfrm>
                        <a:off x="7155815" y="1831975"/>
                        <a:ext cx="2913380" cy="256540"/>
                      </a:xfrm>
                      <a:prstGeom prst="rect">
                        <a:avLst/>
                      </a:prstGeom>
                      <a:noFill/>
                      <a:ln w="38100">
                        <a:noFill/>
                        <a:miter/>
                      </a:ln>
                    </p:spPr>
                  </p:pic>
                </p:oleObj>
              </mc:Fallback>
            </mc:AlternateContent>
          </a:graphicData>
        </a:graphic>
      </p:graphicFrame>
      <p:graphicFrame>
        <p:nvGraphicFramePr>
          <p:cNvPr id="23" name="对象 -2147482356"/>
          <p:cNvGraphicFramePr>
            <a:graphicFrameLocks noChangeAspect="1"/>
          </p:cNvGraphicFramePr>
          <p:nvPr/>
        </p:nvGraphicFramePr>
        <p:xfrm>
          <a:off x="2565400" y="2143760"/>
          <a:ext cx="1051560" cy="307340"/>
        </p:xfrm>
        <a:graphic>
          <a:graphicData uri="http://schemas.openxmlformats.org/presentationml/2006/ole">
            <mc:AlternateContent xmlns:mc="http://schemas.openxmlformats.org/markup-compatibility/2006">
              <mc:Choice xmlns:v="urn:schemas-microsoft-com:vml" Requires="v">
                <p:oleObj spid="_x0000_s24" name="" r:id="rId11" imgW="875665" imgH="254000" progId="Equation.DSMT4">
                  <p:embed/>
                </p:oleObj>
              </mc:Choice>
              <mc:Fallback>
                <p:oleObj name="" r:id="rId11" imgW="875665" imgH="254000" progId="Equation.DSMT4">
                  <p:embed/>
                  <p:pic>
                    <p:nvPicPr>
                      <p:cNvPr id="0" name="图片 13"/>
                      <p:cNvPicPr/>
                      <p:nvPr/>
                    </p:nvPicPr>
                    <p:blipFill>
                      <a:blip r:embed="rId12"/>
                      <a:stretch>
                        <a:fillRect/>
                      </a:stretch>
                    </p:blipFill>
                    <p:spPr>
                      <a:xfrm>
                        <a:off x="2565400" y="2143760"/>
                        <a:ext cx="1051560" cy="307340"/>
                      </a:xfrm>
                      <a:prstGeom prst="rect">
                        <a:avLst/>
                      </a:prstGeom>
                      <a:noFill/>
                      <a:ln w="38100">
                        <a:noFill/>
                        <a:miter/>
                      </a:ln>
                    </p:spPr>
                  </p:pic>
                </p:oleObj>
              </mc:Fallback>
            </mc:AlternateContent>
          </a:graphicData>
        </a:graphic>
      </p:graphicFrame>
      <p:graphicFrame>
        <p:nvGraphicFramePr>
          <p:cNvPr id="25" name="对象 -2147482355"/>
          <p:cNvGraphicFramePr>
            <a:graphicFrameLocks noChangeAspect="1"/>
          </p:cNvGraphicFramePr>
          <p:nvPr/>
        </p:nvGraphicFramePr>
        <p:xfrm>
          <a:off x="2565400" y="3175635"/>
          <a:ext cx="5716270" cy="768350"/>
        </p:xfrm>
        <a:graphic>
          <a:graphicData uri="http://schemas.openxmlformats.org/presentationml/2006/ole">
            <mc:AlternateContent xmlns:mc="http://schemas.openxmlformats.org/markup-compatibility/2006">
              <mc:Choice xmlns:v="urn:schemas-microsoft-com:vml" Requires="v">
                <p:oleObj spid="_x0000_s26" name="" r:id="rId13" imgW="3759200" imgH="508000" progId="Equation.DSMT4">
                  <p:embed/>
                </p:oleObj>
              </mc:Choice>
              <mc:Fallback>
                <p:oleObj name="" r:id="rId13" imgW="3759200" imgH="508000" progId="Equation.DSMT4">
                  <p:embed/>
                  <p:pic>
                    <p:nvPicPr>
                      <p:cNvPr id="0" name="图片 14"/>
                      <p:cNvPicPr/>
                      <p:nvPr/>
                    </p:nvPicPr>
                    <p:blipFill>
                      <a:blip r:embed="rId14"/>
                      <a:stretch>
                        <a:fillRect/>
                      </a:stretch>
                    </p:blipFill>
                    <p:spPr>
                      <a:xfrm>
                        <a:off x="2565400" y="3175635"/>
                        <a:ext cx="5716270" cy="768350"/>
                      </a:xfrm>
                      <a:prstGeom prst="rect">
                        <a:avLst/>
                      </a:prstGeom>
                      <a:noFill/>
                      <a:ln w="38100">
                        <a:noFill/>
                        <a:miter/>
                      </a:ln>
                    </p:spPr>
                  </p:pic>
                </p:oleObj>
              </mc:Fallback>
            </mc:AlternateContent>
          </a:graphicData>
        </a:graphic>
      </p:graphicFrame>
      <p:graphicFrame>
        <p:nvGraphicFramePr>
          <p:cNvPr id="27" name="对象 -2147482354"/>
          <p:cNvGraphicFramePr>
            <a:graphicFrameLocks noChangeAspect="1"/>
          </p:cNvGraphicFramePr>
          <p:nvPr/>
        </p:nvGraphicFramePr>
        <p:xfrm>
          <a:off x="8401685" y="3260090"/>
          <a:ext cx="2063115" cy="598805"/>
        </p:xfrm>
        <a:graphic>
          <a:graphicData uri="http://schemas.openxmlformats.org/presentationml/2006/ole">
            <mc:AlternateContent xmlns:mc="http://schemas.openxmlformats.org/markup-compatibility/2006">
              <mc:Choice xmlns:v="urn:schemas-microsoft-com:vml" Requires="v">
                <p:oleObj spid="_x0000_s28" name="" r:id="rId15" imgW="1345565" imgH="393700" progId="Equation.DSMT4">
                  <p:embed/>
                </p:oleObj>
              </mc:Choice>
              <mc:Fallback>
                <p:oleObj name="" r:id="rId15" imgW="1345565" imgH="393700" progId="Equation.DSMT4">
                  <p:embed/>
                  <p:pic>
                    <p:nvPicPr>
                      <p:cNvPr id="0" name="图片 15"/>
                      <p:cNvPicPr/>
                      <p:nvPr/>
                    </p:nvPicPr>
                    <p:blipFill>
                      <a:blip r:embed="rId16"/>
                      <a:stretch>
                        <a:fillRect/>
                      </a:stretch>
                    </p:blipFill>
                    <p:spPr>
                      <a:xfrm>
                        <a:off x="8401685" y="3260090"/>
                        <a:ext cx="2063115" cy="598805"/>
                      </a:xfrm>
                      <a:prstGeom prst="rect">
                        <a:avLst/>
                      </a:prstGeom>
                      <a:noFill/>
                      <a:ln w="38100">
                        <a:noFill/>
                        <a:miter/>
                      </a:ln>
                    </p:spPr>
                  </p:pic>
                </p:oleObj>
              </mc:Fallback>
            </mc:AlternateContent>
          </a:graphicData>
        </a:graphic>
      </p:graphicFrame>
      <p:graphicFrame>
        <p:nvGraphicFramePr>
          <p:cNvPr id="29" name="对象 -2147482353"/>
          <p:cNvGraphicFramePr>
            <a:graphicFrameLocks noChangeAspect="1"/>
          </p:cNvGraphicFramePr>
          <p:nvPr/>
        </p:nvGraphicFramePr>
        <p:xfrm>
          <a:off x="3267710" y="4319905"/>
          <a:ext cx="6468110" cy="409575"/>
        </p:xfrm>
        <a:graphic>
          <a:graphicData uri="http://schemas.openxmlformats.org/presentationml/2006/ole">
            <mc:AlternateContent xmlns:mc="http://schemas.openxmlformats.org/markup-compatibility/2006">
              <mc:Choice xmlns:v="urn:schemas-microsoft-com:vml" Requires="v">
                <p:oleObj spid="_x0000_s30" name="" r:id="rId17" imgW="4318000" imgH="279400" progId="Equation.DSMT4">
                  <p:embed/>
                </p:oleObj>
              </mc:Choice>
              <mc:Fallback>
                <p:oleObj name="" r:id="rId17" imgW="4318000" imgH="279400" progId="Equation.DSMT4">
                  <p:embed/>
                  <p:pic>
                    <p:nvPicPr>
                      <p:cNvPr id="0" name="图片 16"/>
                      <p:cNvPicPr/>
                      <p:nvPr/>
                    </p:nvPicPr>
                    <p:blipFill>
                      <a:blip r:embed="rId18"/>
                      <a:stretch>
                        <a:fillRect/>
                      </a:stretch>
                    </p:blipFill>
                    <p:spPr>
                      <a:xfrm>
                        <a:off x="3267710" y="4319905"/>
                        <a:ext cx="6468110" cy="409575"/>
                      </a:xfrm>
                      <a:prstGeom prst="rect">
                        <a:avLst/>
                      </a:prstGeom>
                      <a:noFill/>
                      <a:ln w="38100">
                        <a:noFill/>
                        <a:miter/>
                      </a:ln>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705610" y="212090"/>
            <a:ext cx="10226040" cy="6226810"/>
          </a:xfrm>
        </p:spPr>
        <p:txBody>
          <a:bodyPr>
            <a:noAutofit/>
          </a:bodyPr>
          <a:p>
            <a:pPr marL="0" indent="0">
              <a:buNone/>
            </a:pPr>
            <a:r>
              <a:rPr lang="zh-CN" altLang="en-US" sz="2000" b="1">
                <a:latin typeface="楷体" panose="02010609060101010101" charset="-122"/>
                <a:ea typeface="楷体" panose="02010609060101010101" charset="-122"/>
                <a:sym typeface="+mn-ea"/>
              </a:rPr>
              <a:t>情况三：已知高血压、饮食健康、经常锻炼身体，问得心脏病的概率大还是不得概率大</a:t>
            </a:r>
            <a:r>
              <a:rPr lang="zh-CN" altLang="en-US" sz="2000" b="1">
                <a:latin typeface="楷体" panose="02010609060101010101" charset="-122"/>
                <a:ea typeface="楷体" panose="02010609060101010101" charset="-122"/>
                <a:sym typeface="+mn-ea"/>
              </a:rPr>
              <a:t>。</a:t>
            </a:r>
            <a:endParaRPr lang="zh-CN" altLang="en-US" sz="2000">
              <a:latin typeface="楷体" panose="02010609060101010101" charset="-122"/>
              <a:ea typeface="楷体" panose="02010609060101010101" charset="-122"/>
            </a:endParaRPr>
          </a:p>
          <a:p>
            <a:pPr marL="0" indent="0">
              <a:buNone/>
            </a:pPr>
            <a:r>
              <a:rPr lang="zh-CN" altLang="en-US" sz="2000">
                <a:latin typeface="楷体" panose="02010609060101010101" charset="-122"/>
                <a:ea typeface="楷体" panose="02010609060101010101" charset="-122"/>
                <a:sym typeface="+mn-ea"/>
              </a:rPr>
              <a:t>  假设得知此人经常锻炼身体并且饮食健康。加上这些新信息，此人患心脏病的后验概率为</a:t>
            </a:r>
            <a:endParaRPr lang="zh-CN" altLang="en-US" sz="2000">
              <a:latin typeface="楷体" panose="02010609060101010101" charset="-122"/>
              <a:ea typeface="楷体" panose="02010609060101010101" charset="-122"/>
            </a:endParaRPr>
          </a:p>
          <a:p>
            <a:pPr marL="0" indent="0">
              <a:buNone/>
            </a:pPr>
            <a:endParaRPr lang="zh-CN" altLang="en-US" sz="2000">
              <a:latin typeface="楷体" panose="02010609060101010101" charset="-122"/>
              <a:ea typeface="楷体" panose="02010609060101010101" charset="-122"/>
            </a:endParaRPr>
          </a:p>
          <a:p>
            <a:pPr marL="0" indent="0">
              <a:buNone/>
            </a:pPr>
            <a:endParaRPr lang="zh-CN" altLang="en-US" sz="2000">
              <a:latin typeface="楷体" panose="02010609060101010101" charset="-122"/>
              <a:ea typeface="楷体" panose="02010609060101010101" charset="-122"/>
            </a:endParaRPr>
          </a:p>
          <a:p>
            <a:pPr marL="0" indent="0">
              <a:buNone/>
            </a:pPr>
            <a:endParaRPr lang="zh-CN" altLang="en-US" sz="2000">
              <a:latin typeface="楷体" panose="02010609060101010101" charset="-122"/>
              <a:ea typeface="楷体" panose="02010609060101010101" charset="-122"/>
            </a:endParaRPr>
          </a:p>
          <a:p>
            <a:pPr marL="0" indent="0">
              <a:buNone/>
            </a:pPr>
            <a:endParaRPr lang="zh-CN" altLang="en-US" sz="2000">
              <a:latin typeface="楷体" panose="02010609060101010101" charset="-122"/>
              <a:ea typeface="楷体" panose="02010609060101010101" charset="-122"/>
            </a:endParaRPr>
          </a:p>
          <a:p>
            <a:pPr marL="0" indent="0">
              <a:buNone/>
            </a:pPr>
            <a:endParaRPr lang="zh-CN" altLang="en-US" sz="2000">
              <a:latin typeface="楷体" panose="02010609060101010101" charset="-122"/>
              <a:ea typeface="楷体" panose="02010609060101010101" charset="-122"/>
            </a:endParaRPr>
          </a:p>
          <a:p>
            <a:pPr marL="0" indent="0">
              <a:buNone/>
            </a:pPr>
            <a:endParaRPr lang="zh-CN" altLang="en-US" sz="2000">
              <a:latin typeface="楷体" panose="02010609060101010101" charset="-122"/>
              <a:ea typeface="楷体" panose="02010609060101010101" charset="-122"/>
            </a:endParaRPr>
          </a:p>
          <a:p>
            <a:pPr marL="0" indent="0">
              <a:buNone/>
            </a:pPr>
            <a:endParaRPr lang="zh-CN" altLang="en-US" sz="2000">
              <a:latin typeface="楷体" panose="02010609060101010101" charset="-122"/>
              <a:ea typeface="楷体" panose="02010609060101010101" charset="-122"/>
            </a:endParaRPr>
          </a:p>
          <a:p>
            <a:pPr marL="0" indent="0">
              <a:buNone/>
            </a:pPr>
            <a:r>
              <a:rPr lang="zh-CN" altLang="en-US" sz="2000">
                <a:latin typeface="楷体" panose="02010609060101010101" charset="-122"/>
                <a:ea typeface="楷体" panose="02010609060101010101" charset="-122"/>
              </a:rPr>
              <a:t>  而此人不患心脏病的概率是：</a:t>
            </a:r>
            <a:endParaRPr lang="zh-CN" altLang="en-US" sz="2000">
              <a:latin typeface="楷体" panose="02010609060101010101" charset="-122"/>
              <a:ea typeface="楷体" panose="02010609060101010101" charset="-122"/>
            </a:endParaRPr>
          </a:p>
          <a:p>
            <a:pPr marL="0" indent="0">
              <a:buNone/>
            </a:pPr>
            <a:endParaRPr lang="zh-CN" altLang="en-US" sz="2000">
              <a:latin typeface="楷体" panose="02010609060101010101" charset="-122"/>
              <a:ea typeface="楷体" panose="02010609060101010101" charset="-122"/>
            </a:endParaRPr>
          </a:p>
          <a:p>
            <a:pPr marL="0" indent="0">
              <a:buNone/>
            </a:pPr>
            <a:endParaRPr lang="zh-CN" altLang="en-US" sz="2000">
              <a:latin typeface="楷体" panose="02010609060101010101" charset="-122"/>
              <a:ea typeface="楷体" panose="02010609060101010101" charset="-122"/>
            </a:endParaRPr>
          </a:p>
          <a:p>
            <a:pPr marL="0" indent="0">
              <a:buNone/>
            </a:pPr>
            <a:r>
              <a:rPr lang="zh-CN" altLang="en-US" sz="2000">
                <a:latin typeface="楷体" panose="02010609060101010101" charset="-122"/>
                <a:ea typeface="楷体" panose="02010609060101010101" charset="-122"/>
              </a:rPr>
              <a:t>  因此模型暗示健康的饮食和有规律的体育锻炼可以降低患心脏病的危险。</a:t>
            </a:r>
            <a:endParaRPr lang="zh-CN" altLang="en-US" sz="2000">
              <a:latin typeface="楷体" panose="02010609060101010101" charset="-122"/>
              <a:ea typeface="楷体" panose="02010609060101010101" charset="-122"/>
            </a:endParaRPr>
          </a:p>
          <a:p>
            <a:pPr marL="0" indent="0">
              <a:buNone/>
            </a:pPr>
            <a:endParaRPr lang="zh-CN" altLang="en-US" sz="2000">
              <a:latin typeface="楷体" panose="02010609060101010101" charset="-122"/>
              <a:ea typeface="楷体" panose="02010609060101010101" charset="-122"/>
            </a:endParaRPr>
          </a:p>
        </p:txBody>
      </p:sp>
      <p:pic>
        <p:nvPicPr>
          <p:cNvPr id="6" name="图片 5"/>
          <p:cNvPicPr>
            <a:picLocks noChangeAspect="1"/>
          </p:cNvPicPr>
          <p:nvPr/>
        </p:nvPicPr>
        <p:blipFill>
          <a:blip r:embed="rId1"/>
          <a:stretch>
            <a:fillRect/>
          </a:stretch>
        </p:blipFill>
        <p:spPr>
          <a:xfrm>
            <a:off x="3495675" y="1252855"/>
            <a:ext cx="5877560" cy="2481580"/>
          </a:xfrm>
          <a:prstGeom prst="rect">
            <a:avLst/>
          </a:prstGeom>
        </p:spPr>
      </p:pic>
      <p:pic>
        <p:nvPicPr>
          <p:cNvPr id="7" name="图片 6"/>
          <p:cNvPicPr>
            <a:picLocks noChangeAspect="1"/>
          </p:cNvPicPr>
          <p:nvPr/>
        </p:nvPicPr>
        <p:blipFill>
          <a:blip r:embed="rId2"/>
          <a:stretch>
            <a:fillRect/>
          </a:stretch>
        </p:blipFill>
        <p:spPr>
          <a:xfrm>
            <a:off x="5910580" y="4323080"/>
            <a:ext cx="3512820" cy="10668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64225" y="624110"/>
            <a:ext cx="8911687" cy="1280890"/>
          </a:xfrm>
        </p:spPr>
        <p:txBody>
          <a:bodyPr/>
          <a:p>
            <a:r>
              <a:rPr lang="zh-CN" altLang="en-US">
                <a:latin typeface="楷体" panose="02010609060101010101" charset="-122"/>
                <a:ea typeface="楷体" panose="02010609060101010101" charset="-122"/>
                <a:cs typeface="楷体" panose="02010609060101010101" charset="-122"/>
              </a:rPr>
              <a:t>5.4贝叶斯算法源程序分析</a:t>
            </a:r>
            <a:endParaRPr lang="zh-CN" altLang="en-US">
              <a:latin typeface="楷体" panose="02010609060101010101" charset="-122"/>
              <a:ea typeface="楷体" panose="02010609060101010101" charset="-122"/>
              <a:cs typeface="楷体" panose="02010609060101010101" charset="-122"/>
            </a:endParaRPr>
          </a:p>
        </p:txBody>
      </p:sp>
      <p:sp>
        <p:nvSpPr>
          <p:cNvPr id="3" name="内容占位符 2"/>
          <p:cNvSpPr>
            <a:spLocks noGrp="1"/>
          </p:cNvSpPr>
          <p:nvPr>
            <p:ph idx="1"/>
          </p:nvPr>
        </p:nvSpPr>
        <p:spPr>
          <a:xfrm>
            <a:off x="1623060" y="1232535"/>
            <a:ext cx="10346055" cy="5288280"/>
          </a:xfrm>
        </p:spPr>
        <p:txBody>
          <a:bodyPr/>
          <a:p>
            <a:pPr marL="0" indent="0">
              <a:buNone/>
            </a:pPr>
            <a:r>
              <a:rPr lang="zh-CN" altLang="en-US">
                <a:latin typeface="楷体" panose="02010609060101010101" charset="-122"/>
                <a:ea typeface="楷体" panose="02010609060101010101" charset="-122"/>
                <a:cs typeface="楷体" panose="02010609060101010101" charset="-122"/>
              </a:rPr>
              <a:t>5.4.1朴素贝叶斯分类</a:t>
            </a:r>
            <a:endParaRPr lang="zh-CN" altLang="en-US">
              <a:latin typeface="楷体" panose="02010609060101010101" charset="-122"/>
              <a:ea typeface="楷体" panose="02010609060101010101" charset="-122"/>
              <a:cs typeface="楷体" panose="02010609060101010101" charset="-122"/>
            </a:endParaRPr>
          </a:p>
          <a:p>
            <a:pPr marL="0" indent="0">
              <a:buNone/>
            </a:pPr>
            <a:r>
              <a:rPr lang="zh-CN" altLang="en-US">
                <a:latin typeface="楷体" panose="02010609060101010101" charset="-122"/>
                <a:ea typeface="楷体" panose="02010609060101010101" charset="-122"/>
                <a:cs typeface="楷体" panose="02010609060101010101" charset="-122"/>
              </a:rPr>
              <a:t>代码见</a:t>
            </a:r>
            <a:r>
              <a:rPr lang="en-US" altLang="zh-CN">
                <a:latin typeface="楷体" panose="02010609060101010101" charset="-122"/>
                <a:ea typeface="楷体" panose="02010609060101010101" charset="-122"/>
                <a:cs typeface="楷体" panose="02010609060101010101" charset="-122"/>
              </a:rPr>
              <a:t>114</a:t>
            </a:r>
            <a:r>
              <a:rPr lang="zh-CN" altLang="en-US">
                <a:latin typeface="楷体" panose="02010609060101010101" charset="-122"/>
                <a:ea typeface="楷体" panose="02010609060101010101" charset="-122"/>
                <a:cs typeface="楷体" panose="02010609060101010101" charset="-122"/>
              </a:rPr>
              <a:t>页</a:t>
            </a:r>
            <a:endParaRPr lang="zh-CN" altLang="en-US">
              <a:latin typeface="楷体" panose="02010609060101010101" charset="-122"/>
              <a:ea typeface="楷体" panose="02010609060101010101" charset="-122"/>
              <a:cs typeface="楷体" panose="02010609060101010101" charset="-122"/>
            </a:endParaRPr>
          </a:p>
          <a:p>
            <a:pPr marL="0" indent="0">
              <a:buNone/>
            </a:pPr>
            <a:endParaRPr lang="zh-CN" altLang="en-US">
              <a:latin typeface="楷体" panose="02010609060101010101" charset="-122"/>
              <a:ea typeface="楷体" panose="02010609060101010101" charset="-122"/>
              <a:cs typeface="楷体" panose="02010609060101010101" charset="-122"/>
            </a:endParaRPr>
          </a:p>
          <a:p>
            <a:pPr marL="0" indent="0">
              <a:buNone/>
            </a:pPr>
            <a:endParaRPr lang="zh-CN" altLang="en-US">
              <a:latin typeface="楷体" panose="02010609060101010101" charset="-122"/>
              <a:ea typeface="楷体" panose="02010609060101010101" charset="-122"/>
              <a:cs typeface="楷体" panose="02010609060101010101" charset="-122"/>
            </a:endParaRPr>
          </a:p>
          <a:p>
            <a:pPr marL="0" indent="0">
              <a:buNone/>
            </a:pPr>
            <a:endParaRPr lang="zh-CN" altLang="en-US">
              <a:latin typeface="楷体" panose="02010609060101010101" charset="-122"/>
              <a:ea typeface="楷体" panose="02010609060101010101" charset="-122"/>
              <a:cs typeface="楷体" panose="02010609060101010101" charset="-122"/>
            </a:endParaRPr>
          </a:p>
          <a:p>
            <a:pPr marL="0" indent="0">
              <a:buNone/>
            </a:pPr>
            <a:endParaRPr lang="zh-CN" altLang="en-US">
              <a:latin typeface="楷体" panose="02010609060101010101" charset="-122"/>
              <a:ea typeface="楷体" panose="02010609060101010101" charset="-122"/>
              <a:cs typeface="楷体" panose="02010609060101010101" charset="-122"/>
            </a:endParaRPr>
          </a:p>
          <a:p>
            <a:pPr marL="0" indent="0">
              <a:buNone/>
            </a:pPr>
            <a:endParaRPr lang="zh-CN" altLang="en-US">
              <a:latin typeface="楷体" panose="02010609060101010101" charset="-122"/>
              <a:ea typeface="楷体" panose="02010609060101010101" charset="-122"/>
              <a:cs typeface="楷体" panose="02010609060101010101" charset="-122"/>
            </a:endParaRPr>
          </a:p>
          <a:p>
            <a:pPr marL="0" indent="0">
              <a:buNone/>
            </a:pPr>
            <a:endParaRPr lang="zh-CN" altLang="en-US">
              <a:latin typeface="楷体" panose="02010609060101010101" charset="-122"/>
              <a:ea typeface="楷体" panose="02010609060101010101" charset="-122"/>
              <a:cs typeface="楷体" panose="02010609060101010101" charset="-122"/>
            </a:endParaRPr>
          </a:p>
          <a:p>
            <a:pPr marL="0" indent="0">
              <a:buNone/>
            </a:pPr>
            <a:endParaRPr lang="zh-CN" altLang="en-US">
              <a:latin typeface="楷体" panose="02010609060101010101" charset="-122"/>
              <a:ea typeface="楷体" panose="02010609060101010101" charset="-122"/>
              <a:cs typeface="楷体" panose="02010609060101010101" charset="-122"/>
            </a:endParaRPr>
          </a:p>
          <a:p>
            <a:pPr marL="0" indent="0">
              <a:buNone/>
            </a:pPr>
            <a:endParaRPr lang="zh-CN" altLang="en-US">
              <a:latin typeface="楷体" panose="02010609060101010101" charset="-122"/>
              <a:ea typeface="楷体" panose="02010609060101010101" charset="-122"/>
              <a:cs typeface="楷体" panose="02010609060101010101" charset="-122"/>
            </a:endParaRPr>
          </a:p>
          <a:p>
            <a:pPr marL="0" indent="0">
              <a:buNone/>
            </a:pPr>
            <a:endParaRPr lang="zh-CN" altLang="en-US">
              <a:latin typeface="楷体" panose="02010609060101010101" charset="-122"/>
              <a:ea typeface="楷体" panose="02010609060101010101" charset="-122"/>
              <a:cs typeface="楷体" panose="02010609060101010101" charset="-122"/>
            </a:endParaRPr>
          </a:p>
          <a:p>
            <a:pPr marL="0" indent="0">
              <a:buNone/>
            </a:pPr>
            <a:r>
              <a:rPr lang="zh-CN" altLang="en-US">
                <a:latin typeface="楷体" panose="02010609060101010101" charset="-122"/>
                <a:ea typeface="楷体" panose="02010609060101010101" charset="-122"/>
                <a:cs typeface="楷体" panose="02010609060101010101" charset="-122"/>
              </a:rPr>
              <a:t>                           图5-5（a）程序运行结果</a:t>
            </a:r>
            <a:endParaRPr lang="zh-CN" altLang="en-US">
              <a:latin typeface="楷体" panose="02010609060101010101" charset="-122"/>
              <a:ea typeface="楷体" panose="02010609060101010101" charset="-122"/>
              <a:cs typeface="楷体" panose="02010609060101010101" charset="-122"/>
            </a:endParaRPr>
          </a:p>
          <a:p>
            <a:pPr marL="0" indent="0">
              <a:buNone/>
            </a:pPr>
            <a:endParaRPr lang="zh-CN" altLang="en-US">
              <a:latin typeface="楷体" panose="02010609060101010101" charset="-122"/>
              <a:ea typeface="楷体" panose="02010609060101010101" charset="-122"/>
              <a:cs typeface="楷体" panose="02010609060101010101" charset="-122"/>
            </a:endParaRPr>
          </a:p>
        </p:txBody>
      </p:sp>
      <p:graphicFrame>
        <p:nvGraphicFramePr>
          <p:cNvPr id="4" name="对象 -2147482345"/>
          <p:cNvGraphicFramePr>
            <a:graphicFrameLocks noChangeAspect="1"/>
          </p:cNvGraphicFramePr>
          <p:nvPr/>
        </p:nvGraphicFramePr>
        <p:xfrm>
          <a:off x="3661410" y="1699895"/>
          <a:ext cx="5828030" cy="3824605"/>
        </p:xfrm>
        <a:graphic>
          <a:graphicData uri="http://schemas.openxmlformats.org/presentationml/2006/ole">
            <mc:AlternateContent xmlns:mc="http://schemas.openxmlformats.org/markup-compatibility/2006">
              <mc:Choice xmlns:v="urn:schemas-microsoft-com:vml" Requires="v">
                <p:oleObj spid="_x0000_s3076" name="" r:id="rId1" imgW="5269865" imgH="3456305" progId="Word.Document.8">
                  <p:embed/>
                </p:oleObj>
              </mc:Choice>
              <mc:Fallback>
                <p:oleObj name="" r:id="rId1" imgW="5269865" imgH="3456305" progId="Word.Document.8">
                  <p:embed/>
                  <p:pic>
                    <p:nvPicPr>
                      <p:cNvPr id="0" name="图片 3075"/>
                      <p:cNvPicPr/>
                      <p:nvPr/>
                    </p:nvPicPr>
                    <p:blipFill>
                      <a:blip r:embed="rId2"/>
                      <a:stretch>
                        <a:fillRect/>
                      </a:stretch>
                    </p:blipFill>
                    <p:spPr>
                      <a:xfrm>
                        <a:off x="3661410" y="1699895"/>
                        <a:ext cx="5828030" cy="3824605"/>
                      </a:xfrm>
                      <a:prstGeom prst="rect">
                        <a:avLst/>
                      </a:prstGeom>
                      <a:noFill/>
                      <a:ln w="38100">
                        <a:noFill/>
                        <a:miter/>
                      </a:ln>
                    </p:spPr>
                  </p:pic>
                </p:oleObj>
              </mc:Fallback>
            </mc:AlternateContent>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432560" y="1905"/>
            <a:ext cx="10436225" cy="6773545"/>
          </a:xfrm>
        </p:spPr>
        <p:txBody>
          <a:bodyPr/>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r>
              <a:rPr lang="zh-CN" altLang="en-US"/>
              <a:t>             </a:t>
            </a:r>
            <a:r>
              <a:rPr lang="zh-CN" altLang="en-US">
                <a:latin typeface="楷体" panose="02010609060101010101" charset="-122"/>
                <a:ea typeface="楷体" panose="02010609060101010101" charset="-122"/>
                <a:cs typeface="楷体" panose="02010609060101010101" charset="-122"/>
              </a:rPr>
              <a:t>图5-5（b）程序运行结果</a:t>
            </a:r>
            <a:endParaRPr lang="zh-CN" altLang="en-US"/>
          </a:p>
          <a:p>
            <a:pPr marL="0" indent="0">
              <a:buNone/>
            </a:pPr>
            <a:r>
              <a:rPr lang="zh-CN" altLang="en-US"/>
              <a:t>                                                                                                      </a:t>
            </a:r>
            <a:r>
              <a:rPr lang="zh-CN" altLang="en-US">
                <a:latin typeface="楷体" panose="02010609060101010101" charset="-122"/>
                <a:ea typeface="楷体" panose="02010609060101010101" charset="-122"/>
                <a:cs typeface="楷体" panose="02010609060101010101" charset="-122"/>
              </a:rPr>
              <a:t> 图5-5（c）程序运行结果</a:t>
            </a:r>
            <a:endParaRPr lang="zh-CN" altLang="en-US">
              <a:latin typeface="楷体" panose="02010609060101010101" charset="-122"/>
              <a:ea typeface="楷体" panose="02010609060101010101" charset="-122"/>
              <a:cs typeface="楷体" panose="02010609060101010101" charset="-122"/>
            </a:endParaRPr>
          </a:p>
          <a:p>
            <a:pPr marL="0" indent="0">
              <a:buNone/>
            </a:pPr>
            <a:r>
              <a:rPr lang="zh-CN" altLang="en-US">
                <a:latin typeface="楷体" panose="02010609060101010101" charset="-122"/>
                <a:ea typeface="楷体" panose="02010609060101010101" charset="-122"/>
                <a:cs typeface="楷体" panose="02010609060101010101" charset="-122"/>
              </a:rPr>
              <a:t>上面的运行结果说明了我们应用朴素贝叶斯分类器来解决这样一个分类问题:根据天气状况来判断某天是否适合于打网球。程序读取并显示了14个训练实例，如图5-5（a）所示，然后对训练样本数据集进行扫描，统计出打网球的频数为9，不打网球的频数为5，以及在打网球和不打网球两类条件下，各种天气状况出现的频数。例如，在不打网球的情况下湿度较高的频数为4。并利用贝叶斯公式分别计算其概率。比如，在不打网球的情况下湿度正常的概率为0.2，如图5-5（b）所示。最后由朴素贝叶斯算法分类模型                  计算出在四种天气状况的共同影响下是否应该去打网球。如图5-5（c），比如在“sunny hot high FALSE”的情况下，后验概率：no=0.0256  yes=0.00658436。所以不适宜去打网球。（no的概率有错误）</a:t>
            </a:r>
            <a:endParaRPr lang="zh-CN" altLang="en-US">
              <a:latin typeface="楷体" panose="02010609060101010101" charset="-122"/>
              <a:ea typeface="楷体" panose="02010609060101010101" charset="-122"/>
              <a:cs typeface="楷体" panose="02010609060101010101" charset="-122"/>
            </a:endParaRPr>
          </a:p>
        </p:txBody>
      </p:sp>
      <p:graphicFrame>
        <p:nvGraphicFramePr>
          <p:cNvPr id="2" name="对象 -2147482344"/>
          <p:cNvGraphicFramePr>
            <a:graphicFrameLocks noChangeAspect="1"/>
          </p:cNvGraphicFramePr>
          <p:nvPr/>
        </p:nvGraphicFramePr>
        <p:xfrm>
          <a:off x="1432560" y="1905"/>
          <a:ext cx="5256530" cy="3436620"/>
        </p:xfrm>
        <a:graphic>
          <a:graphicData uri="http://schemas.openxmlformats.org/presentationml/2006/ole">
            <mc:AlternateContent xmlns:mc="http://schemas.openxmlformats.org/markup-compatibility/2006">
              <mc:Choice xmlns:v="urn:schemas-microsoft-com:vml" Requires="v">
                <p:oleObj spid="_x0000_s3076" name="" r:id="rId1" imgW="5260975" imgH="3435350" progId="Word.Document.8">
                  <p:embed/>
                </p:oleObj>
              </mc:Choice>
              <mc:Fallback>
                <p:oleObj name="" r:id="rId1" imgW="5260975" imgH="3435350" progId="Word.Document.8">
                  <p:embed/>
                  <p:pic>
                    <p:nvPicPr>
                      <p:cNvPr id="0" name="图片 3075"/>
                      <p:cNvPicPr/>
                      <p:nvPr/>
                    </p:nvPicPr>
                    <p:blipFill>
                      <a:blip r:embed="rId2"/>
                      <a:stretch>
                        <a:fillRect/>
                      </a:stretch>
                    </p:blipFill>
                    <p:spPr>
                      <a:xfrm>
                        <a:off x="1432560" y="1905"/>
                        <a:ext cx="5256530" cy="3436620"/>
                      </a:xfrm>
                      <a:prstGeom prst="rect">
                        <a:avLst/>
                      </a:prstGeom>
                      <a:noFill/>
                      <a:ln w="38100">
                        <a:noFill/>
                        <a:miter/>
                      </a:ln>
                    </p:spPr>
                  </p:pic>
                </p:oleObj>
              </mc:Fallback>
            </mc:AlternateContent>
          </a:graphicData>
        </a:graphic>
      </p:graphicFrame>
      <p:graphicFrame>
        <p:nvGraphicFramePr>
          <p:cNvPr id="4" name="对象 -2147482343"/>
          <p:cNvGraphicFramePr>
            <a:graphicFrameLocks noChangeAspect="1"/>
          </p:cNvGraphicFramePr>
          <p:nvPr/>
        </p:nvGraphicFramePr>
        <p:xfrm>
          <a:off x="6810375" y="1588"/>
          <a:ext cx="5256530" cy="3926205"/>
        </p:xfrm>
        <a:graphic>
          <a:graphicData uri="http://schemas.openxmlformats.org/presentationml/2006/ole">
            <mc:AlternateContent xmlns:mc="http://schemas.openxmlformats.org/markup-compatibility/2006">
              <mc:Choice xmlns:v="urn:schemas-microsoft-com:vml" Requires="v">
                <p:oleObj spid="_x0000_s5" name="" r:id="rId3" imgW="5260975" imgH="3927475" progId="Word.Document.8">
                  <p:embed/>
                </p:oleObj>
              </mc:Choice>
              <mc:Fallback>
                <p:oleObj name="" r:id="rId3" imgW="5260975" imgH="3927475" progId="Word.Document.8">
                  <p:embed/>
                  <p:pic>
                    <p:nvPicPr>
                      <p:cNvPr id="0" name="图片 3"/>
                      <p:cNvPicPr/>
                      <p:nvPr/>
                    </p:nvPicPr>
                    <p:blipFill>
                      <a:blip r:embed="rId4"/>
                      <a:stretch>
                        <a:fillRect/>
                      </a:stretch>
                    </p:blipFill>
                    <p:spPr>
                      <a:xfrm>
                        <a:off x="6810375" y="1588"/>
                        <a:ext cx="5256530" cy="3926205"/>
                      </a:xfrm>
                      <a:prstGeom prst="rect">
                        <a:avLst/>
                      </a:prstGeom>
                      <a:noFill/>
                      <a:ln w="38100">
                        <a:noFill/>
                        <a:miter/>
                      </a:ln>
                    </p:spPr>
                  </p:pic>
                </p:oleObj>
              </mc:Fallback>
            </mc:AlternateContent>
          </a:graphicData>
        </a:graphic>
      </p:graphicFrame>
      <p:graphicFrame>
        <p:nvGraphicFramePr>
          <p:cNvPr id="6" name="对象 -2147482342"/>
          <p:cNvGraphicFramePr>
            <a:graphicFrameLocks noChangeAspect="1"/>
          </p:cNvGraphicFramePr>
          <p:nvPr/>
        </p:nvGraphicFramePr>
        <p:xfrm>
          <a:off x="2543175" y="5847715"/>
          <a:ext cx="1915160" cy="316230"/>
        </p:xfrm>
        <a:graphic>
          <a:graphicData uri="http://schemas.openxmlformats.org/presentationml/2006/ole">
            <mc:AlternateContent xmlns:mc="http://schemas.openxmlformats.org/markup-compatibility/2006">
              <mc:Choice xmlns:v="urn:schemas-microsoft-com:vml" Requires="v">
                <p:oleObj spid="_x0000_s7" name="" r:id="rId5" imgW="1917065" imgH="317500" progId="Equation.DSMT4">
                  <p:embed/>
                </p:oleObj>
              </mc:Choice>
              <mc:Fallback>
                <p:oleObj name="" r:id="rId5" imgW="1917065" imgH="317500" progId="Equation.DSMT4">
                  <p:embed/>
                  <p:pic>
                    <p:nvPicPr>
                      <p:cNvPr id="0" name="图片 4"/>
                      <p:cNvPicPr/>
                      <p:nvPr/>
                    </p:nvPicPr>
                    <p:blipFill>
                      <a:blip r:embed="rId6"/>
                      <a:stretch>
                        <a:fillRect/>
                      </a:stretch>
                    </p:blipFill>
                    <p:spPr>
                      <a:xfrm>
                        <a:off x="2543175" y="5847715"/>
                        <a:ext cx="1915160" cy="316230"/>
                      </a:xfrm>
                      <a:prstGeom prst="rect">
                        <a:avLst/>
                      </a:prstGeom>
                      <a:noFill/>
                      <a:ln w="38100">
                        <a:noFill/>
                        <a:miter/>
                      </a:ln>
                    </p:spPr>
                  </p:pic>
                </p:oleObj>
              </mc:Fallback>
            </mc:AlternateContent>
          </a:graphicData>
        </a:graphic>
      </p:graphicFrame>
      <p:graphicFrame>
        <p:nvGraphicFramePr>
          <p:cNvPr id="21" name="对象 -2147482552"/>
          <p:cNvGraphicFramePr>
            <a:graphicFrameLocks noChangeAspect="1"/>
          </p:cNvGraphicFramePr>
          <p:nvPr/>
        </p:nvGraphicFramePr>
        <p:xfrm>
          <a:off x="10011410" y="624205"/>
          <a:ext cx="1492885" cy="393700"/>
        </p:xfrm>
        <a:graphic>
          <a:graphicData uri="http://schemas.openxmlformats.org/presentationml/2006/ole">
            <mc:AlternateContent xmlns:mc="http://schemas.openxmlformats.org/markup-compatibility/2006">
              <mc:Choice xmlns:v="urn:schemas-microsoft-com:vml" Requires="v">
                <p:oleObj spid="_x0000_s22" name="" r:id="rId7" imgW="1040765" imgH="279400" progId="Equation.DSMT4">
                  <p:embed/>
                </p:oleObj>
              </mc:Choice>
              <mc:Fallback>
                <p:oleObj name="" r:id="rId7" imgW="1040765" imgH="279400" progId="Equation.DSMT4">
                  <p:embed/>
                  <p:pic>
                    <p:nvPicPr>
                      <p:cNvPr id="0" name="图片 11"/>
                      <p:cNvPicPr/>
                      <p:nvPr/>
                    </p:nvPicPr>
                    <p:blipFill>
                      <a:blip r:embed="rId8"/>
                      <a:stretch>
                        <a:fillRect/>
                      </a:stretch>
                    </p:blipFill>
                    <p:spPr>
                      <a:xfrm>
                        <a:off x="10011410" y="624205"/>
                        <a:ext cx="1492885" cy="393700"/>
                      </a:xfrm>
                      <a:prstGeom prst="rect">
                        <a:avLst/>
                      </a:prstGeom>
                      <a:noFill/>
                      <a:ln w="38100">
                        <a:noFill/>
                        <a:miter/>
                      </a:ln>
                    </p:spPr>
                  </p:pic>
                </p:oleObj>
              </mc:Fallback>
            </mc:AlternateContent>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760440" y="624110"/>
            <a:ext cx="8911687" cy="1280890"/>
          </a:xfrm>
        </p:spPr>
        <p:txBody>
          <a:bodyPr/>
          <a:p>
            <a:r>
              <a:rPr lang="zh-CN" altLang="en-US">
                <a:latin typeface="楷体" panose="02010609060101010101" charset="-122"/>
                <a:ea typeface="楷体" panose="02010609060101010101" charset="-122"/>
              </a:rPr>
              <a:t>5.5贝叶斯算法特点及应用</a:t>
            </a:r>
            <a:endParaRPr lang="zh-CN" altLang="en-US">
              <a:latin typeface="楷体" panose="02010609060101010101" charset="-122"/>
              <a:ea typeface="楷体" panose="02010609060101010101" charset="-122"/>
            </a:endParaRPr>
          </a:p>
        </p:txBody>
      </p:sp>
      <p:sp>
        <p:nvSpPr>
          <p:cNvPr id="3" name="内容占位符 2"/>
          <p:cNvSpPr>
            <a:spLocks noGrp="1"/>
          </p:cNvSpPr>
          <p:nvPr>
            <p:ph idx="1"/>
          </p:nvPr>
        </p:nvSpPr>
        <p:spPr>
          <a:xfrm>
            <a:off x="1760220" y="1275715"/>
            <a:ext cx="10108565" cy="5334635"/>
          </a:xfrm>
        </p:spPr>
        <p:txBody>
          <a:bodyPr>
            <a:normAutofit/>
          </a:bodyPr>
          <a:p>
            <a:pPr marL="0" indent="0">
              <a:buNone/>
            </a:pPr>
            <a:r>
              <a:rPr lang="zh-CN" altLang="en-US" sz="2400">
                <a:latin typeface="楷体" panose="02010609060101010101" charset="-122"/>
                <a:ea typeface="楷体" panose="02010609060101010101" charset="-122"/>
                <a:cs typeface="楷体" panose="02010609060101010101" charset="-122"/>
              </a:rPr>
              <a:t>5.5.1朴素贝叶斯分类算法</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rPr>
              <a:t>  1朴素贝叶斯算法特点</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rPr>
              <a:t>  朴素贝叶斯分类算法有诸多优点：</a:t>
            </a:r>
            <a:r>
              <a:rPr lang="zh-CN" altLang="en-US" sz="2400" b="1">
                <a:solidFill>
                  <a:srgbClr val="C00000"/>
                </a:solidFill>
                <a:latin typeface="楷体" panose="02010609060101010101" charset="-122"/>
                <a:ea typeface="楷体" panose="02010609060101010101" charset="-122"/>
                <a:cs typeface="楷体" panose="02010609060101010101" charset="-122"/>
              </a:rPr>
              <a:t>逻辑简单、易于实现、分类过程中算法的时间空间开销比较小</a:t>
            </a:r>
            <a:r>
              <a:rPr lang="zh-CN" altLang="en-US" sz="2400">
                <a:latin typeface="楷体" panose="02010609060101010101" charset="-122"/>
                <a:ea typeface="楷体" panose="02010609060101010101" charset="-122"/>
                <a:cs typeface="楷体" panose="02010609060101010101" charset="-122"/>
              </a:rPr>
              <a:t>；</a:t>
            </a:r>
            <a:r>
              <a:rPr lang="zh-CN" altLang="en-US" sz="2400" b="1">
                <a:solidFill>
                  <a:srgbClr val="C00000"/>
                </a:solidFill>
                <a:latin typeface="楷体" panose="02010609060101010101" charset="-122"/>
                <a:ea typeface="楷体" panose="02010609060101010101" charset="-122"/>
                <a:cs typeface="楷体" panose="02010609060101010101" charset="-122"/>
              </a:rPr>
              <a:t>算法比较稳定、分类性能对于具有不同数据特点的数据集合其差别不大，即具有比较好的健壮性</a:t>
            </a:r>
            <a:r>
              <a:rPr lang="zh-CN" altLang="en-US" sz="2400">
                <a:latin typeface="楷体" panose="02010609060101010101" charset="-122"/>
                <a:ea typeface="楷体" panose="02010609060101010101" charset="-122"/>
                <a:cs typeface="楷体" panose="02010609060101010101" charset="-122"/>
              </a:rPr>
              <a:t>等优点。</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rPr>
              <a:t>尽管在实际情况中难以满足朴素贝叶斯模型的属性类条件独立性假定，但它分类预测效果在大多数情况下仍比较精确。原因有如下几个：要估计的参数比较少，从而加强了估计的稳定性；虽然概率估计是有偏的，但人们大多关心的不是它的绝对值，而是它的排列次序，因此有偏的概率估计在某些情况下可能并不要紧；现实中很多时候已经对数据进行那个了预处理，比如对变量进行了筛选，可能已经去掉了高度相关的量等。除了分类性能很好外，贝叶斯分类模型还具有形式简单、可扩展性很强和可理解性很好等优点。</a:t>
            </a:r>
            <a:endParaRPr lang="zh-CN" altLang="en-US" sz="2400">
              <a:latin typeface="楷体" panose="02010609060101010101" charset="-122"/>
              <a:ea typeface="楷体" panose="02010609060101010101" charset="-122"/>
              <a:cs typeface="楷体" panose="02010609060101010101" charset="-122"/>
            </a:endParaRPr>
          </a:p>
          <a:p>
            <a:pPr marL="0" indent="0">
              <a:buNone/>
            </a:pPr>
            <a:endParaRPr lang="zh-CN" altLang="en-US" sz="2400">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065020" y="1120775"/>
            <a:ext cx="8915400" cy="5175250"/>
          </a:xfrm>
        </p:spPr>
        <p:txBody>
          <a:bodyPr>
            <a:noAutofit/>
          </a:bodyPr>
          <a:p>
            <a:pPr marL="0" indent="0">
              <a:buNone/>
            </a:pPr>
            <a:r>
              <a:rPr lang="zh-CN" altLang="en-US" sz="2400">
                <a:latin typeface="楷体" panose="02010609060101010101" charset="-122"/>
                <a:ea typeface="楷体" panose="02010609060101010101" charset="-122"/>
                <a:cs typeface="楷体" panose="02010609060101010101" charset="-122"/>
                <a:sym typeface="+mn-ea"/>
              </a:rPr>
              <a:t>朴素贝叶斯分类器的</a:t>
            </a:r>
            <a:r>
              <a:rPr lang="zh-CN" altLang="en-US" sz="2400" b="1">
                <a:solidFill>
                  <a:srgbClr val="C00000"/>
                </a:solidFill>
                <a:latin typeface="楷体" panose="02010609060101010101" charset="-122"/>
                <a:ea typeface="楷体" panose="02010609060101010101" charset="-122"/>
                <a:cs typeface="楷体" panose="02010609060101010101" charset="-122"/>
                <a:sym typeface="+mn-ea"/>
              </a:rPr>
              <a:t>缺点是属性间类条件独立的这个假定</a:t>
            </a:r>
            <a:r>
              <a:rPr lang="zh-CN" altLang="en-US" sz="2400">
                <a:latin typeface="楷体" panose="02010609060101010101" charset="-122"/>
                <a:ea typeface="楷体" panose="02010609060101010101" charset="-122"/>
                <a:cs typeface="楷体" panose="02010609060101010101" charset="-122"/>
                <a:sym typeface="+mn-ea"/>
              </a:rPr>
              <a:t>，而很多实际问题中这个独立性假设并不成立，如果在属性间存在相关性的实际问题中忽视这一点，会导致分类效果下降。</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sym typeface="+mn-ea"/>
              </a:rPr>
              <a:t>朴素贝叶斯分类模型虽然在某些不满足独立性假设的情况下分类效果其仍比较好，但是大量研究表明可以通过各种改进方法来提高朴素贝叶斯分类器的性能。朴素贝叶斯分类器的改进方法主要有两类：一类是弱化属性的类条件独立性假设，在朴素贝叶斯分类器的基础上构建属性间的相关性，如构建相关性度量公式，增加属性间可能存在的依赖关系；另一类是构建新的样本属性集，期望在新的属性集中，属性间存在较好的类条件独立关系。</a:t>
            </a:r>
            <a:endParaRPr lang="zh-CN" altLang="en-US" sz="2400">
              <a:latin typeface="楷体" panose="02010609060101010101" charset="-122"/>
              <a:ea typeface="楷体" panose="02010609060101010101" charset="-122"/>
              <a:cs typeface="楷体" panose="02010609060101010101" charset="-122"/>
            </a:endParaRPr>
          </a:p>
          <a:p>
            <a:endParaRPr lang="zh-CN" altLang="en-US" sz="2400">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532255" y="285115"/>
            <a:ext cx="10481945" cy="6282055"/>
          </a:xfrm>
        </p:spPr>
        <p:txBody>
          <a:bodyPr>
            <a:noAutofit/>
          </a:bodyPr>
          <a:p>
            <a:pPr marL="0" indent="0">
              <a:buNone/>
            </a:pPr>
            <a:r>
              <a:rPr lang="en-US" altLang="zh-CN" sz="2400">
                <a:latin typeface="楷体" panose="02010609060101010101" charset="-122"/>
                <a:ea typeface="楷体" panose="02010609060101010101" charset="-122"/>
                <a:cs typeface="楷体" panose="02010609060101010101" charset="-122"/>
              </a:rPr>
              <a:t>  </a:t>
            </a:r>
            <a:r>
              <a:rPr lang="zh-CN" altLang="en-US" sz="2400">
                <a:latin typeface="楷体" panose="02010609060101010101" charset="-122"/>
                <a:ea typeface="楷体" panose="02010609060101010101" charset="-122"/>
                <a:cs typeface="楷体" panose="02010609060101010101" charset="-122"/>
              </a:rPr>
              <a:t>2朴素贝叶斯算法应用</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rPr>
              <a:t>  （1）贝叶斯方法在中医证候和症状描述中的应用。中医证候和症状描述错综复杂,如何较好地对病患所属证候进行鉴别诊断,一直是临床医疗工作者的首要目标,把数据挖掘技术的朴素贝叶斯分类方法应用到中医证候的诊断识别中,是一个较好的尝试。在使用朴素贝叶斯分类方法对中医证候进行分类识别并用遗传算法改进时,经历了以下过程：首先合理抽象鉴别诊断过程并建立数学模型;其次,提出了使用数据挖掘技术中的朴素贝叶斯分类方法对模型求解;第三,考虑到特征数量较大,运用了遗传算法进行特征优化;最后,使用医学上常用的ROC曲线评价方法对改进前后的分类识别的效率进行分析比较。</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rPr>
              <a:t>  （2）贝叶斯方法在玉米叶部病害图像识别中的应用。在图像分割和特征提取的基础上，利用朴素贝叶斯分类器的统计学习方法，可以实现玉米叶部病斑的分类识别。相关文献表明，贝叶斯分类器具有网络结构简单、易于扩展等特点，对玉米叶部病害的分类识别效果较好，也为其它作物病害图像识别的研究提供了借鉴。</a:t>
            </a:r>
            <a:endParaRPr lang="zh-CN" altLang="en-US" sz="2400">
              <a:latin typeface="楷体" panose="02010609060101010101" charset="-122"/>
              <a:ea typeface="楷体" panose="02010609060101010101" charset="-122"/>
              <a:cs typeface="楷体" panose="02010609060101010101" charset="-122"/>
            </a:endParaRPr>
          </a:p>
          <a:p>
            <a:pPr marL="0" indent="0">
              <a:buNone/>
            </a:pPr>
            <a:endParaRPr lang="zh-CN" altLang="en-US" sz="2400">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943100" y="544195"/>
            <a:ext cx="9595485" cy="5558790"/>
          </a:xfrm>
        </p:spPr>
        <p:txBody>
          <a:bodyPr>
            <a:noAutofit/>
          </a:bodyPr>
          <a:p>
            <a:pPr marL="0" indent="0">
              <a:buNone/>
            </a:pPr>
            <a:r>
              <a:rPr lang="zh-CN" altLang="en-US" sz="2400">
                <a:latin typeface="楷体" panose="02010609060101010101" charset="-122"/>
                <a:ea typeface="楷体" panose="02010609060101010101" charset="-122"/>
                <a:cs typeface="楷体" panose="02010609060101010101" charset="-122"/>
                <a:sym typeface="+mn-ea"/>
              </a:rPr>
              <a:t>5.5.2贝叶斯信念网</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sym typeface="+mn-ea"/>
              </a:rPr>
              <a:t>  1．贝叶斯信念网特点</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sym typeface="+mn-ea"/>
              </a:rPr>
              <a:t>（1）BBN提供了一种用图形模型来捕获特定领域的先验知识的方法。网络还可以用来对变量间的因果依赖关系进行编码。</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sym typeface="+mn-ea"/>
              </a:rPr>
              <a:t>（2）构造网络可能既费时又费力。然而，一旦网络结构确定下来，添加新变量就十分容易。</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sym typeface="+mn-ea"/>
              </a:rPr>
              <a:t>（3）贝叶斯网络很适合处理不完整的数据。对有属性遗漏的实例可以通过对该属性的所有可能取值的概率求和或求积分来加以处理。</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sym typeface="+mn-ea"/>
              </a:rPr>
              <a:t>（4）因为数据和先验知识以概率的方式结合起来了，所以该方法对模型的过分拟合问题是非常鲁棒的</a:t>
            </a:r>
            <a:endParaRPr lang="zh-CN" altLang="en-US" sz="2400">
              <a:latin typeface="楷体" panose="02010609060101010101" charset="-122"/>
              <a:ea typeface="楷体" panose="02010609060101010101" charset="-122"/>
              <a:cs typeface="楷体" panose="02010609060101010101" charset="-122"/>
            </a:endParaRPr>
          </a:p>
          <a:p>
            <a:endParaRPr lang="zh-CN" altLang="en-US" sz="2400">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750695" y="266700"/>
            <a:ext cx="10163175" cy="6209030"/>
          </a:xfrm>
        </p:spPr>
        <p:txBody>
          <a:bodyPr/>
          <a:p>
            <a:pPr marL="0" indent="0">
              <a:buNone/>
            </a:pPr>
            <a:r>
              <a:rPr lang="en-US" altLang="zh-CN" sz="2400">
                <a:latin typeface="楷体" panose="02010609060101010101" charset="-122"/>
                <a:ea typeface="楷体" panose="02010609060101010101" charset="-122"/>
                <a:cs typeface="楷体" panose="02010609060101010101" charset="-122"/>
              </a:rPr>
              <a:t>  </a:t>
            </a:r>
            <a:r>
              <a:rPr lang="zh-CN" altLang="en-US" sz="2400">
                <a:latin typeface="楷体" panose="02010609060101010101" charset="-122"/>
                <a:ea typeface="楷体" panose="02010609060101010101" charset="-122"/>
                <a:cs typeface="楷体" panose="02010609060101010101" charset="-122"/>
                <a:sym typeface="+mn-ea"/>
              </a:rPr>
              <a:t>2．贝叶斯信念网应用</a:t>
            </a:r>
            <a:endParaRPr lang="zh-CN" altLang="en-US" sz="2400">
              <a:latin typeface="楷体" panose="02010609060101010101" charset="-122"/>
              <a:ea typeface="楷体" panose="02010609060101010101" charset="-122"/>
              <a:cs typeface="楷体" panose="02010609060101010101" charset="-122"/>
            </a:endParaRPr>
          </a:p>
          <a:p>
            <a:pPr marL="0" indent="0">
              <a:buNone/>
            </a:pPr>
            <a:endParaRPr lang="en-US" altLang="zh-CN"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rPr>
              <a:t>（1）基于贝叶斯信念网的网络流量分类与识别研究</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rPr>
              <a:t>  网络流量分类识别技术是许多网络研究和应用领域的基础,但随着动态端口、端口伪装和信息加密等技术的使用,传统的纯端口识别法已不再有效，而是用基于贝叶斯信念网的网络流量分类方法可以解决这个问题，通过使用有向无环图和结点概率表,可以解决流属性之间条件独立的问题。相关文献对真实网络流量数据的测试结果表明,这种方法具有稳定可靠的分类识别效果。</a:t>
            </a:r>
            <a:endParaRPr lang="zh-CN" altLang="en-US" sz="2400">
              <a:latin typeface="楷体" panose="02010609060101010101" charset="-122"/>
              <a:ea typeface="楷体" panose="02010609060101010101" charset="-122"/>
              <a:cs typeface="楷体" panose="02010609060101010101" charset="-122"/>
            </a:endParaRPr>
          </a:p>
          <a:p>
            <a:pPr marL="0" indent="0">
              <a:buNone/>
            </a:pPr>
            <a:endParaRPr lang="zh-CN" altLang="en-US" sz="2400">
              <a:latin typeface="楷体" panose="02010609060101010101" charset="-122"/>
              <a:ea typeface="楷体" panose="02010609060101010101" charset="-122"/>
              <a:cs typeface="楷体" panose="02010609060101010101"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977707" y="316865"/>
            <a:ext cx="8915400" cy="3777622"/>
          </a:xfrm>
        </p:spPr>
        <p:txBody>
          <a:bodyPr/>
          <a:p>
            <a:pPr marL="0" indent="0">
              <a:buNone/>
            </a:pPr>
            <a:r>
              <a:rPr lang="zh-CN" altLang="en-US" sz="2400">
                <a:latin typeface="楷体" panose="02010609060101010101" charset="-122"/>
                <a:ea typeface="楷体" panose="02010609060101010101" charset="-122"/>
                <a:cs typeface="楷体" panose="02010609060101010101" charset="-122"/>
                <a:sym typeface="+mn-ea"/>
              </a:rPr>
              <a:t>思考题</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sym typeface="+mn-ea"/>
              </a:rPr>
              <a:t>1．简述朴素贝叶斯分类的工作过程。</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sym typeface="+mn-ea"/>
              </a:rPr>
              <a:t>2．表1是购买汽车的顾客分类训练样本集。假设顾客的属性集家庭经济状况、信用级别和月收入之间条件独立，则对于某顾客（测试样本），已知其属性集X=&lt;一般，优秀，12K&gt;，利用朴素贝叶斯分类器计算这位顾客购买汽车的概率。</a:t>
            </a:r>
            <a:endParaRPr lang="zh-CN" altLang="en-US" sz="2400">
              <a:latin typeface="楷体" panose="02010609060101010101" charset="-122"/>
              <a:ea typeface="楷体" panose="02010609060101010101" charset="-122"/>
              <a:cs typeface="楷体" panose="02010609060101010101" charset="-122"/>
            </a:endParaRPr>
          </a:p>
          <a:p>
            <a:pPr marL="0" indent="0">
              <a:buNone/>
            </a:pPr>
            <a:r>
              <a:rPr lang="zh-CN" altLang="en-US" sz="2400">
                <a:latin typeface="楷体" panose="02010609060101010101" charset="-122"/>
                <a:ea typeface="楷体" panose="02010609060101010101" charset="-122"/>
                <a:cs typeface="楷体" panose="02010609060101010101" charset="-122"/>
                <a:sym typeface="+mn-ea"/>
              </a:rPr>
              <a:t>             表1 购买汽车的顾客训练样本集</a:t>
            </a:r>
            <a:endParaRPr lang="zh-CN" altLang="en-US" sz="2400">
              <a:latin typeface="楷体" panose="02010609060101010101" charset="-122"/>
              <a:ea typeface="楷体" panose="02010609060101010101" charset="-122"/>
              <a:cs typeface="楷体" panose="02010609060101010101" charset="-122"/>
            </a:endParaRPr>
          </a:p>
          <a:p>
            <a:endParaRPr lang="zh-CN" altLang="en-US" sz="2400">
              <a:latin typeface="楷体" panose="02010609060101010101" charset="-122"/>
              <a:ea typeface="楷体" panose="02010609060101010101" charset="-122"/>
              <a:cs typeface="楷体" panose="02010609060101010101" charset="-122"/>
            </a:endParaRPr>
          </a:p>
        </p:txBody>
      </p:sp>
      <p:graphicFrame>
        <p:nvGraphicFramePr>
          <p:cNvPr id="4" name="表格 3"/>
          <p:cNvGraphicFramePr/>
          <p:nvPr>
            <p:custDataLst>
              <p:tags r:id="rId1"/>
            </p:custDataLst>
          </p:nvPr>
        </p:nvGraphicFramePr>
        <p:xfrm>
          <a:off x="2811780" y="3455670"/>
          <a:ext cx="5960745" cy="3194050"/>
        </p:xfrm>
        <a:graphic>
          <a:graphicData uri="http://schemas.openxmlformats.org/drawingml/2006/table">
            <a:tbl>
              <a:tblPr firstRow="1" bandRow="1">
                <a:tableStyleId>{5940675A-B579-460E-94D1-54222C63F5DA}</a:tableStyleId>
              </a:tblPr>
              <a:tblGrid>
                <a:gridCol w="951230"/>
                <a:gridCol w="1623060"/>
                <a:gridCol w="1263015"/>
                <a:gridCol w="901700"/>
                <a:gridCol w="1221740"/>
              </a:tblGrid>
              <a:tr h="396875">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序号</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家庭经济状况</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信用级别</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月收入</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购买汽车</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r>
              <a:tr h="264795">
                <a:tc>
                  <a:txBody>
                    <a:bodyPr/>
                    <a:p>
                      <a:pPr indent="0" algn="ctr">
                        <a:buNone/>
                      </a:pPr>
                      <a:r>
                        <a:rPr lang="en-US" sz="1600" b="0">
                          <a:solidFill>
                            <a:srgbClr val="000000"/>
                          </a:solidFill>
                          <a:latin typeface="仿宋_GB2312" charset="0"/>
                          <a:cs typeface="仿宋_GB2312" charset="0"/>
                        </a:rPr>
                        <a:t>1</a:t>
                      </a:r>
                      <a:endParaRPr lang="en-US" altLang="en-US" sz="1600" b="0">
                        <a:solidFill>
                          <a:srgbClr val="000000"/>
                        </a:solidFill>
                        <a:latin typeface="仿宋_GB2312" charset="0"/>
                        <a:ea typeface="仿宋_GB2312" charset="0"/>
                        <a:cs typeface="仿宋_GB2312" charset="0"/>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一般</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优秀</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10K</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是</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r>
              <a:tr h="264795">
                <a:tc>
                  <a:txBody>
                    <a:bodyPr/>
                    <a:p>
                      <a:pPr indent="0" algn="ctr">
                        <a:buNone/>
                      </a:pPr>
                      <a:r>
                        <a:rPr lang="en-US" sz="1600" b="0">
                          <a:solidFill>
                            <a:srgbClr val="000000"/>
                          </a:solidFill>
                          <a:latin typeface="仿宋_GB2312" charset="0"/>
                          <a:cs typeface="仿宋_GB2312" charset="0"/>
                        </a:rPr>
                        <a:t>2</a:t>
                      </a:r>
                      <a:endParaRPr lang="en-US" altLang="en-US" sz="1600" b="0">
                        <a:solidFill>
                          <a:srgbClr val="000000"/>
                        </a:solidFill>
                        <a:latin typeface="仿宋_GB2312" charset="0"/>
                        <a:ea typeface="仿宋_GB2312" charset="0"/>
                        <a:cs typeface="仿宋_GB2312" charset="0"/>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好</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优秀</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12K</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是</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r>
              <a:tr h="396875">
                <a:tc>
                  <a:txBody>
                    <a:bodyPr/>
                    <a:p>
                      <a:pPr indent="0" algn="ctr">
                        <a:buNone/>
                      </a:pPr>
                      <a:r>
                        <a:rPr lang="en-US" sz="1600" b="0">
                          <a:solidFill>
                            <a:srgbClr val="000000"/>
                          </a:solidFill>
                          <a:latin typeface="仿宋_GB2312" charset="0"/>
                          <a:cs typeface="仿宋_GB2312" charset="0"/>
                        </a:rPr>
                        <a:t>3</a:t>
                      </a:r>
                      <a:endParaRPr lang="en-US" altLang="en-US" sz="1600" b="0">
                        <a:solidFill>
                          <a:srgbClr val="000000"/>
                        </a:solidFill>
                        <a:latin typeface="仿宋_GB2312" charset="0"/>
                        <a:ea typeface="仿宋_GB2312" charset="0"/>
                        <a:cs typeface="仿宋_GB2312" charset="0"/>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一般</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优秀</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6K</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是</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r>
              <a:tr h="264795">
                <a:tc>
                  <a:txBody>
                    <a:bodyPr/>
                    <a:p>
                      <a:pPr indent="0" algn="ctr">
                        <a:buNone/>
                      </a:pPr>
                      <a:r>
                        <a:rPr lang="en-US" sz="1600" b="0">
                          <a:solidFill>
                            <a:srgbClr val="000000"/>
                          </a:solidFill>
                          <a:latin typeface="仿宋_GB2312" charset="0"/>
                          <a:cs typeface="仿宋_GB2312" charset="0"/>
                        </a:rPr>
                        <a:t>4</a:t>
                      </a:r>
                      <a:endParaRPr lang="en-US" altLang="en-US" sz="1600" b="0">
                        <a:solidFill>
                          <a:srgbClr val="000000"/>
                        </a:solidFill>
                        <a:latin typeface="仿宋_GB2312" charset="0"/>
                        <a:ea typeface="仿宋_GB2312" charset="0"/>
                        <a:cs typeface="仿宋_GB2312" charset="0"/>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一般</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良好</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8.5K</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否</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r>
              <a:tr h="263525">
                <a:tc>
                  <a:txBody>
                    <a:bodyPr/>
                    <a:p>
                      <a:pPr indent="0" algn="ctr">
                        <a:buNone/>
                      </a:pPr>
                      <a:r>
                        <a:rPr lang="en-US" sz="1600" b="0">
                          <a:solidFill>
                            <a:srgbClr val="000000"/>
                          </a:solidFill>
                          <a:latin typeface="仿宋_GB2312" charset="0"/>
                          <a:cs typeface="仿宋_GB2312" charset="0"/>
                        </a:rPr>
                        <a:t>5</a:t>
                      </a:r>
                      <a:endParaRPr lang="en-US" altLang="en-US" sz="1600" b="0">
                        <a:solidFill>
                          <a:srgbClr val="000000"/>
                        </a:solidFill>
                        <a:latin typeface="仿宋_GB2312" charset="0"/>
                        <a:ea typeface="仿宋_GB2312" charset="0"/>
                        <a:cs typeface="仿宋_GB2312" charset="0"/>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一般</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良好</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9K</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否</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r>
              <a:tr h="264795">
                <a:tc>
                  <a:txBody>
                    <a:bodyPr/>
                    <a:p>
                      <a:pPr indent="0" algn="ctr">
                        <a:buNone/>
                      </a:pPr>
                      <a:r>
                        <a:rPr lang="en-US" sz="1600" b="0">
                          <a:solidFill>
                            <a:srgbClr val="000000"/>
                          </a:solidFill>
                          <a:latin typeface="仿宋_GB2312" charset="0"/>
                          <a:cs typeface="仿宋_GB2312" charset="0"/>
                        </a:rPr>
                        <a:t>6</a:t>
                      </a:r>
                      <a:endParaRPr lang="en-US" altLang="en-US" sz="1600" b="0">
                        <a:solidFill>
                          <a:srgbClr val="000000"/>
                        </a:solidFill>
                        <a:latin typeface="仿宋_GB2312" charset="0"/>
                        <a:ea typeface="仿宋_GB2312" charset="0"/>
                        <a:cs typeface="仿宋_GB2312" charset="0"/>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一般</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优秀</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7.5K</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是</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r>
              <a:tr h="264795">
                <a:tc>
                  <a:txBody>
                    <a:bodyPr/>
                    <a:p>
                      <a:pPr indent="0" algn="ctr">
                        <a:buNone/>
                      </a:pPr>
                      <a:r>
                        <a:rPr lang="en-US" sz="1600" b="0">
                          <a:solidFill>
                            <a:srgbClr val="000000"/>
                          </a:solidFill>
                          <a:latin typeface="仿宋_GB2312" charset="0"/>
                          <a:cs typeface="仿宋_GB2312" charset="0"/>
                        </a:rPr>
                        <a:t>7</a:t>
                      </a:r>
                      <a:endParaRPr lang="en-US" altLang="en-US" sz="1600" b="0">
                        <a:solidFill>
                          <a:srgbClr val="000000"/>
                        </a:solidFill>
                        <a:latin typeface="仿宋_GB2312" charset="0"/>
                        <a:ea typeface="仿宋_GB2312" charset="0"/>
                        <a:cs typeface="仿宋_GB2312" charset="0"/>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好</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一般</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22K</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是</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r>
              <a:tr h="264795">
                <a:tc>
                  <a:txBody>
                    <a:bodyPr/>
                    <a:p>
                      <a:pPr indent="0" algn="ctr">
                        <a:buNone/>
                      </a:pPr>
                      <a:r>
                        <a:rPr lang="en-US" sz="1600" b="0">
                          <a:solidFill>
                            <a:srgbClr val="000000"/>
                          </a:solidFill>
                          <a:latin typeface="仿宋_GB2312" charset="0"/>
                          <a:cs typeface="仿宋_GB2312" charset="0"/>
                        </a:rPr>
                        <a:t>8</a:t>
                      </a:r>
                      <a:endParaRPr lang="en-US" altLang="en-US" sz="1600" b="0">
                        <a:solidFill>
                          <a:srgbClr val="000000"/>
                        </a:solidFill>
                        <a:latin typeface="仿宋_GB2312" charset="0"/>
                        <a:ea typeface="仿宋_GB2312" charset="0"/>
                        <a:cs typeface="仿宋_GB2312" charset="0"/>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一般</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一般</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9.5K</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否</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r>
              <a:tr h="283210">
                <a:tc>
                  <a:txBody>
                    <a:bodyPr/>
                    <a:p>
                      <a:pPr indent="0" algn="ctr">
                        <a:buNone/>
                      </a:pPr>
                      <a:r>
                        <a:rPr lang="en-US" sz="1600" b="0">
                          <a:solidFill>
                            <a:srgbClr val="000000"/>
                          </a:solidFill>
                          <a:latin typeface="仿宋_GB2312" charset="0"/>
                          <a:cs typeface="仿宋_GB2312" charset="0"/>
                        </a:rPr>
                        <a:t>9</a:t>
                      </a:r>
                      <a:endParaRPr lang="en-US" altLang="en-US" sz="1600" b="0">
                        <a:solidFill>
                          <a:srgbClr val="000000"/>
                        </a:solidFill>
                        <a:latin typeface="仿宋_GB2312" charset="0"/>
                        <a:ea typeface="仿宋_GB2312" charset="0"/>
                        <a:cs typeface="仿宋_GB2312" charset="0"/>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一般</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良好</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7K</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是</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r>
              <a:tr h="264795">
                <a:tc>
                  <a:txBody>
                    <a:bodyPr/>
                    <a:p>
                      <a:pPr indent="0" algn="ctr">
                        <a:buNone/>
                      </a:pPr>
                      <a:r>
                        <a:rPr lang="en-US" sz="1600" b="0">
                          <a:solidFill>
                            <a:srgbClr val="000000"/>
                          </a:solidFill>
                          <a:latin typeface="仿宋_GB2312" charset="0"/>
                          <a:cs typeface="仿宋_GB2312" charset="0"/>
                        </a:rPr>
                        <a:t>10</a:t>
                      </a:r>
                      <a:endParaRPr lang="en-US" altLang="en-US" sz="1600" b="0">
                        <a:solidFill>
                          <a:srgbClr val="000000"/>
                        </a:solidFill>
                        <a:latin typeface="仿宋_GB2312" charset="0"/>
                        <a:ea typeface="仿宋_GB2312" charset="0"/>
                        <a:cs typeface="仿宋_GB2312" charset="0"/>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好</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良好</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12.5K</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400" b="0">
                          <a:solidFill>
                            <a:srgbClr val="000000"/>
                          </a:solidFill>
                          <a:latin typeface="宋体" panose="02010600030101010101" pitchFamily="2" charset="-122"/>
                          <a:ea typeface="宋体" panose="02010600030101010101" pitchFamily="2" charset="-122"/>
                          <a:cs typeface="宋体" panose="02010600030101010101" pitchFamily="2" charset="-122"/>
                        </a:rPr>
                        <a:t>是</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FFFFFF"/>
                    </a:solidFill>
                  </a:tcPr>
                </a:tc>
              </a:tr>
            </a:tbl>
          </a:graphicData>
        </a:graphic>
      </p:graphicFrame>
    </p:spTree>
  </p:cSld>
  <p:clrMapOvr>
    <a:masterClrMapping/>
  </p:clrMapOvr>
</p:sld>
</file>

<file path=ppt/tags/tag1.xml><?xml version="1.0" encoding="utf-8"?>
<p:tagLst xmlns:p="http://schemas.openxmlformats.org/presentationml/2006/main">
  <p:tag name="KSO_WM_UNIT_TABLE_BEAUTIFY" val="smartTable{99506d33-fd6e-4b68-b072-a84ea90f8cb8}"/>
  <p:tag name="TABLE_ENDDRAG_ORIGIN_RECT" val="685*392"/>
  <p:tag name="TABLE_ENDDRAG_RECT" val="132*110*685*392"/>
</p:tagLst>
</file>

<file path=ppt/tags/tag2.xml><?xml version="1.0" encoding="utf-8"?>
<p:tagLst xmlns:p="http://schemas.openxmlformats.org/presentationml/2006/main">
  <p:tag name="REFSHAPE" val="1533200364"/>
</p:tagLst>
</file>

<file path=ppt/tags/tag3.xml><?xml version="1.0" encoding="utf-8"?>
<p:tagLst xmlns:p="http://schemas.openxmlformats.org/presentationml/2006/main">
  <p:tag name="KSO_WM_UNIT_TABLE_BEAUTIFY" val="smartTable{99506d33-fd6e-4b68-b072-a84ea90f8cb8}"/>
  <p:tag name="TABLE_ENDDRAG_ORIGIN_RECT" val="685*392"/>
  <p:tag name="TABLE_ENDDRAG_RECT" val="132*110*685*392"/>
</p:tagLst>
</file>

<file path=ppt/tags/tag4.xml><?xml version="1.0" encoding="utf-8"?>
<p:tagLst xmlns:p="http://schemas.openxmlformats.org/presentationml/2006/main">
  <p:tag name="KSO_WM_UNIT_TABLE_BEAUTIFY" val="smartTable{c6044376-22d3-438e-be9f-d2ced1294e6a}"/>
  <p:tag name="TABLE_ENDDRAG_ORIGIN_RECT" val="469*251"/>
  <p:tag name="TABLE_ENDDRAG_RECT" val="221*272*469*251"/>
</p:tagLst>
</file>

<file path=ppt/theme/theme1.xml><?xml version="1.0" encoding="utf-8"?>
<a:theme xmlns:a="http://schemas.openxmlformats.org/drawingml/2006/main" name="丝状">
  <a:themeElements>
    <a:clrScheme name="丝状">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丝状">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丝状">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0</TotalTime>
  <Words>11708</Words>
  <Application>WPS 演示</Application>
  <PresentationFormat>宽屏</PresentationFormat>
  <Paragraphs>907</Paragraphs>
  <Slides>56</Slides>
  <Notes>0</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209</vt:i4>
      </vt:variant>
      <vt:variant>
        <vt:lpstr>幻灯片标题</vt:lpstr>
      </vt:variant>
      <vt:variant>
        <vt:i4>56</vt:i4>
      </vt:variant>
    </vt:vector>
  </HeadingPairs>
  <TitlesOfParts>
    <vt:vector size="280" baseType="lpstr">
      <vt:lpstr>Arial</vt:lpstr>
      <vt:lpstr>宋体</vt:lpstr>
      <vt:lpstr>Wingdings</vt:lpstr>
      <vt:lpstr>Wingdings 3</vt:lpstr>
      <vt:lpstr>Arial</vt:lpstr>
      <vt:lpstr>楷体</vt:lpstr>
      <vt:lpstr>Times New Roman</vt:lpstr>
      <vt:lpstr>Century Gothic</vt:lpstr>
      <vt:lpstr>幼圆</vt:lpstr>
      <vt:lpstr>微软雅黑</vt:lpstr>
      <vt:lpstr>Arial Unicode MS</vt:lpstr>
      <vt:lpstr>Calibri</vt:lpstr>
      <vt:lpstr>仿宋_GB2312</vt:lpstr>
      <vt:lpstr>仿宋</vt:lpstr>
      <vt:lpstr>丝状</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Word.Document.8</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Word.Document.8</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第5章  贝叶斯分类算法</vt:lpstr>
      <vt:lpstr>5.1 基本概念</vt:lpstr>
      <vt:lpstr>PowerPoint 演示文稿</vt:lpstr>
      <vt:lpstr>PowerPoint 演示文稿</vt:lpstr>
      <vt:lpstr>PowerPoint 演示文稿</vt:lpstr>
      <vt:lpstr>PowerPoint 演示文稿</vt:lpstr>
      <vt:lpstr>贝叶斯公式从何而来？</vt:lpstr>
      <vt:lpstr>PowerPoint 演示文稿</vt:lpstr>
      <vt:lpstr>PowerPoint 演示文稿</vt:lpstr>
      <vt:lpstr>PowerPoint 演示文稿</vt:lpstr>
      <vt:lpstr>5.2贝叶斯分类算法原理</vt:lpstr>
      <vt:lpstr>5.2贝叶斯分类算法原理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5.3贝叶斯算法实例分析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5.4贝叶斯算法源程序分析</vt:lpstr>
      <vt:lpstr>PowerPoint 演示文稿</vt:lpstr>
      <vt:lpstr>5.5贝叶斯算法特点及应用</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dc:creator>
  <cp:lastModifiedBy>杨宏坚</cp:lastModifiedBy>
  <cp:revision>144</cp:revision>
  <dcterms:created xsi:type="dcterms:W3CDTF">2019-12-16T01:20:00Z</dcterms:created>
  <dcterms:modified xsi:type="dcterms:W3CDTF">2026-04-15T08:38:44Z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90CED93F99404673873CBB965EDE096F_12</vt:lpwstr>
  </property>
</Properties>
</file>