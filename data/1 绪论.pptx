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22"/>
  </p:notesMasterIdLst>
  <p:sldIdLst>
    <p:sldId id="329" r:id="rId4"/>
    <p:sldId id="335" r:id="rId5"/>
    <p:sldId id="400" r:id="rId6"/>
    <p:sldId id="399" r:id="rId7"/>
    <p:sldId id="402" r:id="rId8"/>
    <p:sldId id="401" r:id="rId9"/>
    <p:sldId id="357" r:id="rId10"/>
    <p:sldId id="358" r:id="rId11"/>
    <p:sldId id="365" r:id="rId12"/>
    <p:sldId id="366" r:id="rId13"/>
    <p:sldId id="359" r:id="rId14"/>
    <p:sldId id="360" r:id="rId15"/>
    <p:sldId id="361" r:id="rId16"/>
    <p:sldId id="362" r:id="rId17"/>
    <p:sldId id="363" r:id="rId18"/>
    <p:sldId id="364" r:id="rId19"/>
    <p:sldId id="385" r:id="rId20"/>
    <p:sldId id="386" r:id="rId21"/>
    <p:sldId id="407" r:id="rId23"/>
    <p:sldId id="294" r:id="rId24"/>
    <p:sldId id="268" r:id="rId25"/>
    <p:sldId id="297" r:id="rId26"/>
    <p:sldId id="299" r:id="rId27"/>
    <p:sldId id="403" r:id="rId28"/>
    <p:sldId id="301" r:id="rId29"/>
    <p:sldId id="283" r:id="rId30"/>
    <p:sldId id="284" r:id="rId31"/>
    <p:sldId id="285" r:id="rId32"/>
    <p:sldId id="286" r:id="rId33"/>
    <p:sldId id="404" r:id="rId34"/>
    <p:sldId id="405" r:id="rId35"/>
  </p:sldIdLst>
  <p:sldSz cx="9144000" cy="6858000" type="screen4x3"/>
  <p:notesSz cx="6858000" cy="9144000"/>
  <p:custDataLst>
    <p:tags r:id="rId39"/>
  </p:custDataLst>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4297" userDrawn="1">
          <p15:clr>
            <a:srgbClr val="A4A3A4"/>
          </p15:clr>
        </p15:guide>
        <p15:guide id="2" pos="28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33"/>
    <a:srgbClr val="00FFFF"/>
    <a:srgbClr val="009900"/>
    <a:srgbClr val="808000"/>
    <a:srgbClr val="CC99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3" d="100"/>
          <a:sy n="83" d="100"/>
        </p:scale>
        <p:origin x="1450" y="62"/>
      </p:cViewPr>
      <p:guideLst>
        <p:guide orient="horz" pos="4297"/>
        <p:guide pos="2862"/>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9" Type="http://schemas.openxmlformats.org/officeDocument/2006/relationships/tags" Target="tags/tag79.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notesMaster" Target="notesMasters/notes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6.wmf"/><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11.wmf"/><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15.wmf"/><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3.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defRPr sz="1200" smtClean="0">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67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defRPr sz="1200" smtClean="0">
                <a:latin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964"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867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Click to edit Master text styles</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Second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Third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Fourth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Fifth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67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defRPr sz="1200" smtClean="0">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67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lgn="r">
              <a:buNone/>
            </a:pPr>
            <a:fld id="{9A0DB2DC-4C9A-4742-B13C-FB6460FD3503}" type="slidenum">
              <a:rPr lang="zh-CN" altLang="en-US" sz="1200" dirty="0">
                <a:latin typeface="Times New Roman" panose="02020603050405020304" pitchFamily="18" charset="0"/>
              </a:rPr>
            </a:fld>
            <a:endParaRPr lang="zh-CN" altLang="en-US" sz="1200"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用于监测运动员的动作，优化训练方法，人机交互：用于手势控制设备或交互系统</a:t>
            </a:r>
            <a:r>
              <a:rPr lang="en-US" altLang="zh-CN"/>
              <a:t>  用于识别异常行为或动作，例如跌倒检测、攻击行为检测等   动画制作：在电影、动画和游戏中，使用姿态估计技术来捕捉演员的动作并生成动画角色的动作。 姿态估计可以用于监测老年人或病人的日常活动，检测异常动作，或帮助诊断与治疗与姿态相关的健康问题，如脊柱侧弯。</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白光照射到绿色物体上时，绿色光并没有被吸收，而是被反射。这是因为物体的颜色是由它反射的光决定的。</a:t>
            </a:r>
            <a:endParaRPr lang="zh-CN" altLang="en-US"/>
          </a:p>
          <a:p>
            <a:endParaRPr lang="zh-CN" altLang="en-US"/>
          </a:p>
          <a:p>
            <a:r>
              <a:rPr lang="zh-CN" altLang="en-US"/>
              <a:t>当白光（包含所有可见光的颜色）照射到绿色物体上时，该物体吸收了除了绿色光之外的其他颜色光波。绿色光则被反射到我们的眼睛中，因此我们看到了这个物体呈现绿色。</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sp>
          <p:nvSpPr>
            <p:cNvPr id="2056" name="Rectangle 3"/>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eaLnBrk="1" hangingPunct="1"/>
              <a:endParaRPr lang="zh-CN" altLang="en-US" sz="2400" dirty="0">
                <a:latin typeface="Times New Roman" panose="02020603050405020304" pitchFamily="18" charset="0"/>
              </a:endParaRPr>
            </a:p>
          </p:txBody>
        </p:sp>
        <p:sp>
          <p:nvSpPr>
            <p:cNvPr id="2057" name="Rectangle 4"/>
            <p:cNvSpPr/>
            <p:nvPr/>
          </p:nvSpPr>
          <p:spPr>
            <a:xfrm>
              <a:off x="1081" y="1065"/>
              <a:ext cx="4679" cy="1596"/>
            </a:xfrm>
            <a:prstGeom prst="rect">
              <a:avLst/>
            </a:prstGeom>
            <a:solidFill>
              <a:schemeClr val="bg2"/>
            </a:solidFill>
            <a:ln w="9525">
              <a:noFill/>
            </a:ln>
          </p:spPr>
          <p:txBody>
            <a:bodyPr/>
            <a:lstStyle/>
            <a:p>
              <a:pPr lvl="0" eaLnBrk="1" hangingPunct="1"/>
              <a:endParaRPr lang="zh-CN" altLang="en-US" sz="2400" dirty="0">
                <a:latin typeface="Times New Roman" panose="02020603050405020304" pitchFamily="18" charset="0"/>
              </a:endParaRPr>
            </a:p>
          </p:txBody>
        </p:sp>
        <p:grpSp>
          <p:nvGrpSpPr>
            <p:cNvPr id="2058" name="Group 5"/>
            <p:cNvGrpSpPr/>
            <p:nvPr/>
          </p:nvGrpSpPr>
          <p:grpSpPr>
            <a:xfrm>
              <a:off x="0" y="672"/>
              <a:ext cx="1806" cy="1989"/>
              <a:chOff x="0" y="672"/>
              <a:chExt cx="1806" cy="1989"/>
            </a:xfrm>
          </p:grpSpPr>
          <p:sp>
            <p:nvSpPr>
              <p:cNvPr id="2059" name="Rectangle 6"/>
              <p:cNvSpPr/>
              <p:nvPr userDrawn="1"/>
            </p:nvSpPr>
            <p:spPr>
              <a:xfrm>
                <a:off x="361" y="2257"/>
                <a:ext cx="363" cy="404"/>
              </a:xfrm>
              <a:prstGeom prst="rect">
                <a:avLst/>
              </a:prstGeom>
              <a:solidFill>
                <a:schemeClr val="accent2"/>
              </a:solidFill>
              <a:ln w="9525">
                <a:noFill/>
              </a:ln>
            </p:spPr>
            <p:txBody>
              <a:bodyPr/>
              <a:lstStyle/>
              <a:p>
                <a:pPr lvl="0" eaLnBrk="1" hangingPunct="1"/>
                <a:endParaRPr lang="zh-CN" altLang="en-US" sz="2400" dirty="0">
                  <a:latin typeface="Times New Roman" panose="02020603050405020304" pitchFamily="18" charset="0"/>
                </a:endParaRPr>
              </a:p>
            </p:txBody>
          </p:sp>
          <p:sp>
            <p:nvSpPr>
              <p:cNvPr id="2060" name="Rectangle 7"/>
              <p:cNvSpPr/>
              <p:nvPr userDrawn="1"/>
            </p:nvSpPr>
            <p:spPr>
              <a:xfrm>
                <a:off x="1081" y="1065"/>
                <a:ext cx="362" cy="405"/>
              </a:xfrm>
              <a:prstGeom prst="rect">
                <a:avLst/>
              </a:prstGeom>
              <a:solidFill>
                <a:schemeClr val="folHlink"/>
              </a:solidFill>
              <a:ln w="9525">
                <a:noFill/>
              </a:ln>
            </p:spPr>
            <p:txBody>
              <a:bodyPr/>
              <a:lstStyle/>
              <a:p>
                <a:pPr lvl="0" eaLnBrk="1" hangingPunct="1"/>
                <a:endParaRPr lang="zh-CN" altLang="en-US" sz="2400" dirty="0">
                  <a:latin typeface="Times New Roman" panose="02020603050405020304" pitchFamily="18" charset="0"/>
                </a:endParaRPr>
              </a:p>
            </p:txBody>
          </p:sp>
          <p:sp>
            <p:nvSpPr>
              <p:cNvPr id="2061" name="Rectangle 8"/>
              <p:cNvSpPr/>
              <p:nvPr userDrawn="1"/>
            </p:nvSpPr>
            <p:spPr>
              <a:xfrm>
                <a:off x="1437" y="672"/>
                <a:ext cx="369" cy="400"/>
              </a:xfrm>
              <a:prstGeom prst="rect">
                <a:avLst/>
              </a:prstGeom>
              <a:solidFill>
                <a:schemeClr val="folHlink"/>
              </a:solidFill>
              <a:ln w="9525">
                <a:noFill/>
              </a:ln>
            </p:spPr>
            <p:txBody>
              <a:bodyPr/>
              <a:lstStyle/>
              <a:p>
                <a:pPr lvl="0" eaLnBrk="1" hangingPunct="1"/>
                <a:endParaRPr lang="zh-CN" altLang="en-US" sz="2400" dirty="0">
                  <a:latin typeface="Times New Roman" panose="02020603050405020304" pitchFamily="18" charset="0"/>
                </a:endParaRPr>
              </a:p>
            </p:txBody>
          </p:sp>
          <p:sp>
            <p:nvSpPr>
              <p:cNvPr id="2062" name="Rectangle 9"/>
              <p:cNvSpPr/>
              <p:nvPr userDrawn="1"/>
            </p:nvSpPr>
            <p:spPr>
              <a:xfrm>
                <a:off x="719" y="2257"/>
                <a:ext cx="368" cy="404"/>
              </a:xfrm>
              <a:prstGeom prst="rect">
                <a:avLst/>
              </a:prstGeom>
              <a:solidFill>
                <a:schemeClr val="bg2"/>
              </a:solidFill>
              <a:ln w="9525">
                <a:noFill/>
              </a:ln>
            </p:spPr>
            <p:txBody>
              <a:bodyPr/>
              <a:lstStyle/>
              <a:p>
                <a:pPr lvl="0" eaLnBrk="1" hangingPunct="1"/>
                <a:endParaRPr lang="zh-CN" altLang="en-US" sz="2400" dirty="0">
                  <a:latin typeface="Times New Roman" panose="02020603050405020304" pitchFamily="18" charset="0"/>
                </a:endParaRPr>
              </a:p>
            </p:txBody>
          </p:sp>
          <p:sp>
            <p:nvSpPr>
              <p:cNvPr id="2063" name="Rectangle 10"/>
              <p:cNvSpPr/>
              <p:nvPr userDrawn="1"/>
            </p:nvSpPr>
            <p:spPr>
              <a:xfrm>
                <a:off x="1437" y="1065"/>
                <a:ext cx="369" cy="405"/>
              </a:xfrm>
              <a:prstGeom prst="rect">
                <a:avLst/>
              </a:prstGeom>
              <a:solidFill>
                <a:schemeClr val="accent2"/>
              </a:solidFill>
              <a:ln w="9525">
                <a:noFill/>
              </a:ln>
            </p:spPr>
            <p:txBody>
              <a:bodyPr/>
              <a:lstStyle/>
              <a:p>
                <a:pPr lvl="0" eaLnBrk="1" hangingPunct="1"/>
                <a:endParaRPr lang="zh-CN" altLang="en-US" sz="2400" dirty="0">
                  <a:latin typeface="Times New Roman" panose="02020603050405020304" pitchFamily="18" charset="0"/>
                </a:endParaRPr>
              </a:p>
            </p:txBody>
          </p:sp>
          <p:sp>
            <p:nvSpPr>
              <p:cNvPr id="2064" name="Rectangle 11"/>
              <p:cNvSpPr/>
              <p:nvPr userDrawn="1"/>
            </p:nvSpPr>
            <p:spPr>
              <a:xfrm>
                <a:off x="719" y="1464"/>
                <a:ext cx="368" cy="399"/>
              </a:xfrm>
              <a:prstGeom prst="rect">
                <a:avLst/>
              </a:prstGeom>
              <a:solidFill>
                <a:schemeClr val="folHlink"/>
              </a:solidFill>
              <a:ln w="9525">
                <a:noFill/>
              </a:ln>
            </p:spPr>
            <p:txBody>
              <a:bodyPr/>
              <a:lstStyle/>
              <a:p>
                <a:pPr lvl="0" eaLnBrk="1" hangingPunct="1"/>
                <a:endParaRPr lang="zh-CN" altLang="en-US" sz="2400" dirty="0">
                  <a:latin typeface="Times New Roman" panose="02020603050405020304" pitchFamily="18" charset="0"/>
                </a:endParaRPr>
              </a:p>
            </p:txBody>
          </p:sp>
          <p:sp>
            <p:nvSpPr>
              <p:cNvPr id="2065" name="Rectangle 12"/>
              <p:cNvSpPr/>
              <p:nvPr userDrawn="1"/>
            </p:nvSpPr>
            <p:spPr>
              <a:xfrm>
                <a:off x="0" y="1464"/>
                <a:ext cx="367" cy="399"/>
              </a:xfrm>
              <a:prstGeom prst="rect">
                <a:avLst/>
              </a:prstGeom>
              <a:solidFill>
                <a:schemeClr val="bg2"/>
              </a:solidFill>
              <a:ln w="9525">
                <a:noFill/>
              </a:ln>
            </p:spPr>
            <p:txBody>
              <a:bodyPr/>
              <a:lstStyle/>
              <a:p>
                <a:pPr lvl="0" eaLnBrk="1" hangingPunct="1"/>
                <a:endParaRPr lang="zh-CN" altLang="en-US" sz="2400" dirty="0">
                  <a:latin typeface="Times New Roman" panose="02020603050405020304" pitchFamily="18" charset="0"/>
                </a:endParaRPr>
              </a:p>
            </p:txBody>
          </p:sp>
          <p:sp>
            <p:nvSpPr>
              <p:cNvPr id="2066" name="Rectangle 13"/>
              <p:cNvSpPr/>
              <p:nvPr userDrawn="1"/>
            </p:nvSpPr>
            <p:spPr>
              <a:xfrm>
                <a:off x="1081" y="1464"/>
                <a:ext cx="362" cy="399"/>
              </a:xfrm>
              <a:prstGeom prst="rect">
                <a:avLst/>
              </a:prstGeom>
              <a:solidFill>
                <a:schemeClr val="accent2"/>
              </a:solidFill>
              <a:ln w="9525">
                <a:noFill/>
              </a:ln>
            </p:spPr>
            <p:txBody>
              <a:bodyPr/>
              <a:lstStyle/>
              <a:p>
                <a:pPr lvl="0" eaLnBrk="1" hangingPunct="1"/>
                <a:endParaRPr lang="zh-CN" altLang="en-US" sz="2400" dirty="0">
                  <a:latin typeface="Times New Roman" panose="02020603050405020304" pitchFamily="18" charset="0"/>
                </a:endParaRPr>
              </a:p>
            </p:txBody>
          </p:sp>
          <p:sp>
            <p:nvSpPr>
              <p:cNvPr id="2067" name="Rectangle 14"/>
              <p:cNvSpPr/>
              <p:nvPr userDrawn="1"/>
            </p:nvSpPr>
            <p:spPr>
              <a:xfrm>
                <a:off x="361" y="1857"/>
                <a:ext cx="363" cy="406"/>
              </a:xfrm>
              <a:prstGeom prst="rect">
                <a:avLst/>
              </a:prstGeom>
              <a:solidFill>
                <a:schemeClr val="folHlink"/>
              </a:solidFill>
              <a:ln w="9525">
                <a:noFill/>
              </a:ln>
            </p:spPr>
            <p:txBody>
              <a:bodyPr/>
              <a:lstStyle/>
              <a:p>
                <a:pPr lvl="0" eaLnBrk="1" hangingPunct="1"/>
                <a:endParaRPr lang="zh-CN" altLang="en-US" sz="2400" dirty="0">
                  <a:latin typeface="Times New Roman" panose="02020603050405020304" pitchFamily="18" charset="0"/>
                </a:endParaRPr>
              </a:p>
            </p:txBody>
          </p:sp>
          <p:sp>
            <p:nvSpPr>
              <p:cNvPr id="2068" name="Rectangle 15"/>
              <p:cNvSpPr/>
              <p:nvPr userDrawn="1"/>
            </p:nvSpPr>
            <p:spPr>
              <a:xfrm>
                <a:off x="719" y="1857"/>
                <a:ext cx="368" cy="406"/>
              </a:xfrm>
              <a:prstGeom prst="rect">
                <a:avLst/>
              </a:prstGeom>
              <a:solidFill>
                <a:schemeClr val="accent2"/>
              </a:solidFill>
              <a:ln w="9525">
                <a:noFill/>
              </a:ln>
            </p:spPr>
            <p:txBody>
              <a:bodyPr/>
              <a:lstStyle/>
              <a:p>
                <a:pPr lvl="0" eaLnBrk="1" hangingPunct="1"/>
                <a:endParaRPr lang="zh-CN" altLang="en-US" sz="2400" dirty="0">
                  <a:latin typeface="Times New Roman" panose="02020603050405020304" pitchFamily="18" charset="0"/>
                </a:endParaRPr>
              </a:p>
            </p:txBody>
          </p:sp>
        </p:grpSp>
      </p:grpSp>
      <p:sp>
        <p:nvSpPr>
          <p:cNvPr id="64531"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altLang="en-US" noProof="0" smtClean="0"/>
              <a:t>单击此处编辑母版标题样式</a:t>
            </a:r>
            <a:endParaRPr lang="zh-CN" altLang="en-US" noProof="0" smtClean="0"/>
          </a:p>
        </p:txBody>
      </p:sp>
      <p:sp>
        <p:nvSpPr>
          <p:cNvPr id="64532"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lvl="0"/>
            <a:r>
              <a:rPr lang="zh-CN" altLang="en-US" noProof="0" smtClean="0"/>
              <a:t>单击此处编辑母版副标题样式</a:t>
            </a:r>
            <a:endParaRPr lang="zh-CN" altLang="en-US" noProof="0" smtClean="0"/>
          </a:p>
        </p:txBody>
      </p:sp>
      <p:sp>
        <p:nvSpPr>
          <p:cNvPr id="31" name="Rectangle 16"/>
          <p:cNvSpPr>
            <a:spLocks noGrp="1" noChangeArrowheads="1"/>
          </p:cNvSpPr>
          <p:nvPr>
            <p:ph type="dt" sz="half" idx="2"/>
          </p:nvPr>
        </p:nvSpPr>
        <p:spPr bwMode="auto">
          <a:xfrm>
            <a:off x="457200" y="6248400"/>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mtClean="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algn="r">
              <a:buNone/>
            </a:pPr>
            <a:fld id="{9A0DB2DC-4C9A-4742-B13C-FB6460FD3503}" type="slidenum">
              <a:rPr lang="zh-CN" altLang="en-US" dirty="0">
                <a:latin typeface="Arial Black" panose="020B0A04020102020204" pitchFamily="34" charset="0"/>
              </a:rPr>
            </a:fld>
            <a:endParaRPr lang="zh-CN" altLang="en-US" dirty="0">
              <a:latin typeface="Arial Black" panose="020B0A040201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9" name="日期占位符 8"/>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4" name="日期占位符 3"/>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sp>
          <p:nvSpPr>
            <p:cNvPr id="2056" name="Rectangle 3"/>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eaLnBrk="1" hangingPunct="1"/>
              <a:endParaRPr lang="zh-CN" altLang="en-US" sz="2400" dirty="0">
                <a:latin typeface="Times New Roman" panose="02020603050405020304" pitchFamily="18" charset="0"/>
              </a:endParaRPr>
            </a:p>
          </p:txBody>
        </p:sp>
        <p:sp>
          <p:nvSpPr>
            <p:cNvPr id="2057" name="Rectangle 4"/>
            <p:cNvSpPr/>
            <p:nvPr/>
          </p:nvSpPr>
          <p:spPr>
            <a:xfrm>
              <a:off x="1081" y="1065"/>
              <a:ext cx="4679" cy="1596"/>
            </a:xfrm>
            <a:prstGeom prst="rect">
              <a:avLst/>
            </a:prstGeom>
            <a:solidFill>
              <a:schemeClr val="bg2"/>
            </a:solidFill>
            <a:ln w="9525">
              <a:noFill/>
            </a:ln>
          </p:spPr>
          <p:txBody>
            <a:bodyPr/>
            <a:lstStyle/>
            <a:p>
              <a:pPr lvl="0" eaLnBrk="1" hangingPunct="1"/>
              <a:endParaRPr lang="zh-CN" altLang="en-US" sz="2400" dirty="0">
                <a:latin typeface="Times New Roman" panose="02020603050405020304" pitchFamily="18" charset="0"/>
              </a:endParaRPr>
            </a:p>
          </p:txBody>
        </p:sp>
        <p:grpSp>
          <p:nvGrpSpPr>
            <p:cNvPr id="2058" name="Group 5"/>
            <p:cNvGrpSpPr/>
            <p:nvPr/>
          </p:nvGrpSpPr>
          <p:grpSpPr>
            <a:xfrm>
              <a:off x="0" y="672"/>
              <a:ext cx="1806" cy="1989"/>
              <a:chOff x="0" y="672"/>
              <a:chExt cx="1806" cy="1989"/>
            </a:xfrm>
          </p:grpSpPr>
          <p:sp>
            <p:nvSpPr>
              <p:cNvPr id="2059" name="Rectangle 6"/>
              <p:cNvSpPr/>
              <p:nvPr userDrawn="1"/>
            </p:nvSpPr>
            <p:spPr>
              <a:xfrm>
                <a:off x="361" y="2257"/>
                <a:ext cx="363" cy="404"/>
              </a:xfrm>
              <a:prstGeom prst="rect">
                <a:avLst/>
              </a:prstGeom>
              <a:solidFill>
                <a:schemeClr val="accent2"/>
              </a:solidFill>
              <a:ln w="9525">
                <a:noFill/>
              </a:ln>
            </p:spPr>
            <p:txBody>
              <a:bodyPr/>
              <a:lstStyle/>
              <a:p>
                <a:pPr lvl="0" eaLnBrk="1" hangingPunct="1"/>
                <a:endParaRPr lang="zh-CN" altLang="en-US" sz="2400" dirty="0">
                  <a:latin typeface="Times New Roman" panose="02020603050405020304" pitchFamily="18" charset="0"/>
                </a:endParaRPr>
              </a:p>
            </p:txBody>
          </p:sp>
          <p:sp>
            <p:nvSpPr>
              <p:cNvPr id="2060" name="Rectangle 7"/>
              <p:cNvSpPr/>
              <p:nvPr userDrawn="1"/>
            </p:nvSpPr>
            <p:spPr>
              <a:xfrm>
                <a:off x="1081" y="1065"/>
                <a:ext cx="362" cy="405"/>
              </a:xfrm>
              <a:prstGeom prst="rect">
                <a:avLst/>
              </a:prstGeom>
              <a:solidFill>
                <a:schemeClr val="folHlink"/>
              </a:solidFill>
              <a:ln w="9525">
                <a:noFill/>
              </a:ln>
            </p:spPr>
            <p:txBody>
              <a:bodyPr/>
              <a:lstStyle/>
              <a:p>
                <a:pPr lvl="0" eaLnBrk="1" hangingPunct="1"/>
                <a:endParaRPr lang="zh-CN" altLang="en-US" sz="2400" dirty="0">
                  <a:latin typeface="Times New Roman" panose="02020603050405020304" pitchFamily="18" charset="0"/>
                </a:endParaRPr>
              </a:p>
            </p:txBody>
          </p:sp>
          <p:sp>
            <p:nvSpPr>
              <p:cNvPr id="2061" name="Rectangle 8"/>
              <p:cNvSpPr/>
              <p:nvPr userDrawn="1"/>
            </p:nvSpPr>
            <p:spPr>
              <a:xfrm>
                <a:off x="1437" y="672"/>
                <a:ext cx="369" cy="400"/>
              </a:xfrm>
              <a:prstGeom prst="rect">
                <a:avLst/>
              </a:prstGeom>
              <a:solidFill>
                <a:schemeClr val="folHlink"/>
              </a:solidFill>
              <a:ln w="9525">
                <a:noFill/>
              </a:ln>
            </p:spPr>
            <p:txBody>
              <a:bodyPr/>
              <a:lstStyle/>
              <a:p>
                <a:pPr lvl="0" eaLnBrk="1" hangingPunct="1"/>
                <a:endParaRPr lang="zh-CN" altLang="en-US" sz="2400" dirty="0">
                  <a:latin typeface="Times New Roman" panose="02020603050405020304" pitchFamily="18" charset="0"/>
                </a:endParaRPr>
              </a:p>
            </p:txBody>
          </p:sp>
          <p:sp>
            <p:nvSpPr>
              <p:cNvPr id="2062" name="Rectangle 9"/>
              <p:cNvSpPr/>
              <p:nvPr userDrawn="1"/>
            </p:nvSpPr>
            <p:spPr>
              <a:xfrm>
                <a:off x="719" y="2257"/>
                <a:ext cx="368" cy="404"/>
              </a:xfrm>
              <a:prstGeom prst="rect">
                <a:avLst/>
              </a:prstGeom>
              <a:solidFill>
                <a:schemeClr val="bg2"/>
              </a:solidFill>
              <a:ln w="9525">
                <a:noFill/>
              </a:ln>
            </p:spPr>
            <p:txBody>
              <a:bodyPr/>
              <a:lstStyle/>
              <a:p>
                <a:pPr lvl="0" eaLnBrk="1" hangingPunct="1"/>
                <a:endParaRPr lang="zh-CN" altLang="en-US" sz="2400" dirty="0">
                  <a:latin typeface="Times New Roman" panose="02020603050405020304" pitchFamily="18" charset="0"/>
                </a:endParaRPr>
              </a:p>
            </p:txBody>
          </p:sp>
          <p:sp>
            <p:nvSpPr>
              <p:cNvPr id="2063" name="Rectangle 10"/>
              <p:cNvSpPr/>
              <p:nvPr userDrawn="1"/>
            </p:nvSpPr>
            <p:spPr>
              <a:xfrm>
                <a:off x="1437" y="1065"/>
                <a:ext cx="369" cy="405"/>
              </a:xfrm>
              <a:prstGeom prst="rect">
                <a:avLst/>
              </a:prstGeom>
              <a:solidFill>
                <a:schemeClr val="accent2"/>
              </a:solidFill>
              <a:ln w="9525">
                <a:noFill/>
              </a:ln>
            </p:spPr>
            <p:txBody>
              <a:bodyPr/>
              <a:lstStyle/>
              <a:p>
                <a:pPr lvl="0" eaLnBrk="1" hangingPunct="1"/>
                <a:endParaRPr lang="zh-CN" altLang="en-US" sz="2400" dirty="0">
                  <a:latin typeface="Times New Roman" panose="02020603050405020304" pitchFamily="18" charset="0"/>
                </a:endParaRPr>
              </a:p>
            </p:txBody>
          </p:sp>
          <p:sp>
            <p:nvSpPr>
              <p:cNvPr id="2064" name="Rectangle 11"/>
              <p:cNvSpPr/>
              <p:nvPr userDrawn="1"/>
            </p:nvSpPr>
            <p:spPr>
              <a:xfrm>
                <a:off x="719" y="1464"/>
                <a:ext cx="368" cy="399"/>
              </a:xfrm>
              <a:prstGeom prst="rect">
                <a:avLst/>
              </a:prstGeom>
              <a:solidFill>
                <a:schemeClr val="folHlink"/>
              </a:solidFill>
              <a:ln w="9525">
                <a:noFill/>
              </a:ln>
            </p:spPr>
            <p:txBody>
              <a:bodyPr/>
              <a:lstStyle/>
              <a:p>
                <a:pPr lvl="0" eaLnBrk="1" hangingPunct="1"/>
                <a:endParaRPr lang="zh-CN" altLang="en-US" sz="2400" dirty="0">
                  <a:latin typeface="Times New Roman" panose="02020603050405020304" pitchFamily="18" charset="0"/>
                </a:endParaRPr>
              </a:p>
            </p:txBody>
          </p:sp>
          <p:sp>
            <p:nvSpPr>
              <p:cNvPr id="2065" name="Rectangle 12"/>
              <p:cNvSpPr/>
              <p:nvPr userDrawn="1"/>
            </p:nvSpPr>
            <p:spPr>
              <a:xfrm>
                <a:off x="0" y="1464"/>
                <a:ext cx="367" cy="399"/>
              </a:xfrm>
              <a:prstGeom prst="rect">
                <a:avLst/>
              </a:prstGeom>
              <a:solidFill>
                <a:schemeClr val="bg2"/>
              </a:solidFill>
              <a:ln w="9525">
                <a:noFill/>
              </a:ln>
            </p:spPr>
            <p:txBody>
              <a:bodyPr/>
              <a:lstStyle/>
              <a:p>
                <a:pPr lvl="0" eaLnBrk="1" hangingPunct="1"/>
                <a:endParaRPr lang="zh-CN" altLang="en-US" sz="2400" dirty="0">
                  <a:latin typeface="Times New Roman" panose="02020603050405020304" pitchFamily="18" charset="0"/>
                </a:endParaRPr>
              </a:p>
            </p:txBody>
          </p:sp>
          <p:sp>
            <p:nvSpPr>
              <p:cNvPr id="2066" name="Rectangle 13"/>
              <p:cNvSpPr/>
              <p:nvPr userDrawn="1"/>
            </p:nvSpPr>
            <p:spPr>
              <a:xfrm>
                <a:off x="1081" y="1464"/>
                <a:ext cx="362" cy="399"/>
              </a:xfrm>
              <a:prstGeom prst="rect">
                <a:avLst/>
              </a:prstGeom>
              <a:solidFill>
                <a:schemeClr val="accent2"/>
              </a:solidFill>
              <a:ln w="9525">
                <a:noFill/>
              </a:ln>
            </p:spPr>
            <p:txBody>
              <a:bodyPr/>
              <a:lstStyle/>
              <a:p>
                <a:pPr lvl="0" eaLnBrk="1" hangingPunct="1"/>
                <a:endParaRPr lang="zh-CN" altLang="en-US" sz="2400" dirty="0">
                  <a:latin typeface="Times New Roman" panose="02020603050405020304" pitchFamily="18" charset="0"/>
                </a:endParaRPr>
              </a:p>
            </p:txBody>
          </p:sp>
          <p:sp>
            <p:nvSpPr>
              <p:cNvPr id="2067" name="Rectangle 14"/>
              <p:cNvSpPr/>
              <p:nvPr userDrawn="1"/>
            </p:nvSpPr>
            <p:spPr>
              <a:xfrm>
                <a:off x="361" y="1857"/>
                <a:ext cx="363" cy="406"/>
              </a:xfrm>
              <a:prstGeom prst="rect">
                <a:avLst/>
              </a:prstGeom>
              <a:solidFill>
                <a:schemeClr val="folHlink"/>
              </a:solidFill>
              <a:ln w="9525">
                <a:noFill/>
              </a:ln>
            </p:spPr>
            <p:txBody>
              <a:bodyPr/>
              <a:lstStyle/>
              <a:p>
                <a:pPr lvl="0" eaLnBrk="1" hangingPunct="1"/>
                <a:endParaRPr lang="zh-CN" altLang="en-US" sz="2400" dirty="0">
                  <a:latin typeface="Times New Roman" panose="02020603050405020304" pitchFamily="18" charset="0"/>
                </a:endParaRPr>
              </a:p>
            </p:txBody>
          </p:sp>
          <p:sp>
            <p:nvSpPr>
              <p:cNvPr id="2068" name="Rectangle 15"/>
              <p:cNvSpPr/>
              <p:nvPr userDrawn="1"/>
            </p:nvSpPr>
            <p:spPr>
              <a:xfrm>
                <a:off x="719" y="1857"/>
                <a:ext cx="368" cy="406"/>
              </a:xfrm>
              <a:prstGeom prst="rect">
                <a:avLst/>
              </a:prstGeom>
              <a:solidFill>
                <a:schemeClr val="accent2"/>
              </a:solidFill>
              <a:ln w="9525">
                <a:noFill/>
              </a:ln>
            </p:spPr>
            <p:txBody>
              <a:bodyPr/>
              <a:lstStyle/>
              <a:p>
                <a:pPr lvl="0" eaLnBrk="1" hangingPunct="1"/>
                <a:endParaRPr lang="zh-CN" altLang="en-US" sz="2400" dirty="0">
                  <a:latin typeface="Times New Roman" panose="02020603050405020304" pitchFamily="18" charset="0"/>
                </a:endParaRPr>
              </a:p>
            </p:txBody>
          </p:sp>
        </p:grpSp>
      </p:grpSp>
      <p:sp>
        <p:nvSpPr>
          <p:cNvPr id="64531"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altLang="en-US" noProof="0" smtClean="0"/>
              <a:t>单击此处编辑母版标题样式</a:t>
            </a:r>
            <a:endParaRPr lang="zh-CN" altLang="en-US" noProof="0" smtClean="0"/>
          </a:p>
        </p:txBody>
      </p:sp>
      <p:sp>
        <p:nvSpPr>
          <p:cNvPr id="64532"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lvl="0"/>
            <a:r>
              <a:rPr lang="zh-CN" altLang="en-US" noProof="0" smtClean="0"/>
              <a:t>单击此处编辑母版副标题样式</a:t>
            </a:r>
            <a:endParaRPr lang="zh-CN" altLang="en-US" noProof="0" smtClean="0"/>
          </a:p>
        </p:txBody>
      </p:sp>
      <p:sp>
        <p:nvSpPr>
          <p:cNvPr id="31" name="Rectangle 16"/>
          <p:cNvSpPr>
            <a:spLocks noGrp="1" noChangeArrowheads="1"/>
          </p:cNvSpPr>
          <p:nvPr>
            <p:ph type="dt" sz="half" idx="2"/>
          </p:nvPr>
        </p:nvSpPr>
        <p:spPr bwMode="auto">
          <a:xfrm>
            <a:off x="457200" y="6248400"/>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mtClean="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algn="r">
              <a:buNone/>
            </a:pPr>
            <a:fld id="{9A0DB2DC-4C9A-4742-B13C-FB6460FD3503}" type="slidenum">
              <a:rPr lang="zh-CN" altLang="en-US" dirty="0">
                <a:latin typeface="Arial Black" panose="020B0A04020102020204" pitchFamily="34" charset="0"/>
              </a:rPr>
            </a:fld>
            <a:endParaRPr lang="zh-CN" altLang="en-US" dirty="0">
              <a:latin typeface="Arial Black" panose="020B0A040201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9" name="日期占位符 8"/>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4" name="日期占位符 3"/>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sz="1200" smtClean="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491"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atin typeface="Arial Black" panose="020B0A04020102020204" pitchFamily="34" charset="0"/>
              </a:defRPr>
            </a:lvl1p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grpSp>
        <p:nvGrpSpPr>
          <p:cNvPr id="1028" name="Group 4"/>
          <p:cNvGrpSpPr/>
          <p:nvPr/>
        </p:nvGrpSpPr>
        <p:grpSpPr>
          <a:xfrm>
            <a:off x="0" y="0"/>
            <a:ext cx="9144000" cy="546100"/>
            <a:chOff x="0" y="0"/>
            <a:chExt cx="5760" cy="344"/>
          </a:xfrm>
        </p:grpSpPr>
        <p:sp>
          <p:nvSpPr>
            <p:cNvPr id="1032" name="Rectangle 5"/>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eaLnBrk="1" hangingPunct="1"/>
              <a:endParaRPr lang="zh-CN" altLang="en-US" sz="2400" dirty="0">
                <a:latin typeface="Times New Roman" panose="02020603050405020304" pitchFamily="18" charset="0"/>
              </a:endParaRPr>
            </a:p>
          </p:txBody>
        </p:sp>
        <p:sp>
          <p:nvSpPr>
            <p:cNvPr id="1033" name="Rectangle 6"/>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lstStyle/>
            <a:p>
              <a:pPr lvl="0" eaLnBrk="1" hangingPunct="1"/>
              <a:endParaRPr lang="zh-CN" altLang="en-US" sz="2400" dirty="0">
                <a:latin typeface="Times New Roman" panose="02020603050405020304" pitchFamily="18" charset="0"/>
              </a:endParaRPr>
            </a:p>
          </p:txBody>
        </p:sp>
        <p:sp>
          <p:nvSpPr>
            <p:cNvPr id="1034" name="Rectangle 7"/>
            <p:cNvSpPr/>
            <p:nvPr/>
          </p:nvSpPr>
          <p:spPr>
            <a:xfrm>
              <a:off x="258" y="85"/>
              <a:ext cx="87" cy="89"/>
            </a:xfrm>
            <a:prstGeom prst="rect">
              <a:avLst/>
            </a:prstGeom>
            <a:solidFill>
              <a:schemeClr val="folHlink"/>
            </a:solidFill>
            <a:ln w="9525">
              <a:noFill/>
            </a:ln>
          </p:spPr>
          <p:txBody>
            <a:bodyPr/>
            <a:lstStyle/>
            <a:p>
              <a:pPr lvl="0" eaLnBrk="1" hangingPunct="1"/>
              <a:endParaRPr lang="zh-CN" altLang="en-US" dirty="0">
                <a:solidFill>
                  <a:schemeClr val="hlink"/>
                </a:solidFill>
                <a:latin typeface="Arial" panose="020B0604020202020204" pitchFamily="34" charset="0"/>
              </a:endParaRPr>
            </a:p>
          </p:txBody>
        </p:sp>
        <p:sp>
          <p:nvSpPr>
            <p:cNvPr id="1035" name="Rectangle 8"/>
            <p:cNvSpPr/>
            <p:nvPr/>
          </p:nvSpPr>
          <p:spPr>
            <a:xfrm>
              <a:off x="345" y="0"/>
              <a:ext cx="88" cy="87"/>
            </a:xfrm>
            <a:prstGeom prst="rect">
              <a:avLst/>
            </a:prstGeom>
            <a:solidFill>
              <a:schemeClr val="folHlink"/>
            </a:solidFill>
            <a:ln w="9525">
              <a:noFill/>
            </a:ln>
          </p:spPr>
          <p:txBody>
            <a:bodyPr/>
            <a:lstStyle/>
            <a:p>
              <a:pPr lvl="0" eaLnBrk="1" hangingPunct="1"/>
              <a:endParaRPr lang="zh-CN" altLang="en-US" dirty="0">
                <a:solidFill>
                  <a:schemeClr val="hlink"/>
                </a:solidFill>
                <a:latin typeface="Arial" panose="020B0604020202020204" pitchFamily="34" charset="0"/>
              </a:endParaRPr>
            </a:p>
          </p:txBody>
        </p:sp>
        <p:sp>
          <p:nvSpPr>
            <p:cNvPr id="1036" name="Rectangle 9"/>
            <p:cNvSpPr/>
            <p:nvPr/>
          </p:nvSpPr>
          <p:spPr>
            <a:xfrm>
              <a:off x="345" y="85"/>
              <a:ext cx="88" cy="89"/>
            </a:xfrm>
            <a:prstGeom prst="rect">
              <a:avLst/>
            </a:prstGeom>
            <a:solidFill>
              <a:schemeClr val="accent2"/>
            </a:solidFill>
            <a:ln w="9525">
              <a:noFill/>
            </a:ln>
          </p:spPr>
          <p:txBody>
            <a:bodyPr/>
            <a:lstStyle/>
            <a:p>
              <a:pPr lvl="0" eaLnBrk="1" hangingPunct="1"/>
              <a:endParaRPr lang="zh-CN" altLang="en-US" dirty="0">
                <a:solidFill>
                  <a:schemeClr val="accent2"/>
                </a:solidFill>
                <a:latin typeface="Arial" panose="020B0604020202020204" pitchFamily="34" charset="0"/>
              </a:endParaRPr>
            </a:p>
          </p:txBody>
        </p:sp>
        <p:sp>
          <p:nvSpPr>
            <p:cNvPr id="1037" name="Rectangle 10"/>
            <p:cNvSpPr/>
            <p:nvPr/>
          </p:nvSpPr>
          <p:spPr>
            <a:xfrm>
              <a:off x="173" y="173"/>
              <a:ext cx="86" cy="87"/>
            </a:xfrm>
            <a:prstGeom prst="rect">
              <a:avLst/>
            </a:prstGeom>
            <a:solidFill>
              <a:schemeClr val="folHlink"/>
            </a:solidFill>
            <a:ln w="9525">
              <a:noFill/>
            </a:ln>
          </p:spPr>
          <p:txBody>
            <a:bodyPr/>
            <a:lstStyle/>
            <a:p>
              <a:pPr lvl="0" eaLnBrk="1" hangingPunct="1"/>
              <a:endParaRPr lang="zh-CN" altLang="en-US" dirty="0">
                <a:solidFill>
                  <a:schemeClr val="hlink"/>
                </a:solidFill>
                <a:latin typeface="Arial" panose="020B0604020202020204" pitchFamily="34" charset="0"/>
              </a:endParaRPr>
            </a:p>
          </p:txBody>
        </p:sp>
        <p:sp>
          <p:nvSpPr>
            <p:cNvPr id="1038" name="Rectangle 11"/>
            <p:cNvSpPr/>
            <p:nvPr/>
          </p:nvSpPr>
          <p:spPr>
            <a:xfrm>
              <a:off x="83" y="86"/>
              <a:ext cx="89" cy="87"/>
            </a:xfrm>
            <a:prstGeom prst="rect">
              <a:avLst/>
            </a:prstGeom>
            <a:solidFill>
              <a:schemeClr val="bg2"/>
            </a:solidFill>
            <a:ln w="9525">
              <a:noFill/>
            </a:ln>
          </p:spPr>
          <p:txBody>
            <a:bodyPr/>
            <a:lstStyle/>
            <a:p>
              <a:pPr lvl="0" eaLnBrk="1" hangingPunct="1"/>
              <a:endParaRPr lang="zh-CN" altLang="en-US" sz="2400" dirty="0">
                <a:latin typeface="Times New Roman" panose="02020603050405020304" pitchFamily="18" charset="0"/>
              </a:endParaRPr>
            </a:p>
          </p:txBody>
        </p:sp>
        <p:sp>
          <p:nvSpPr>
            <p:cNvPr id="1039" name="Rectangle 12"/>
            <p:cNvSpPr/>
            <p:nvPr/>
          </p:nvSpPr>
          <p:spPr>
            <a:xfrm>
              <a:off x="258" y="171"/>
              <a:ext cx="87" cy="87"/>
            </a:xfrm>
            <a:prstGeom prst="rect">
              <a:avLst/>
            </a:prstGeom>
            <a:solidFill>
              <a:schemeClr val="accent2"/>
            </a:solidFill>
            <a:ln w="9525">
              <a:noFill/>
            </a:ln>
          </p:spPr>
          <p:txBody>
            <a:bodyPr/>
            <a:lstStyle/>
            <a:p>
              <a:pPr lvl="0" eaLnBrk="1" hangingPunct="1"/>
              <a:endParaRPr lang="zh-CN" altLang="en-US" dirty="0">
                <a:solidFill>
                  <a:schemeClr val="accent2"/>
                </a:solidFill>
                <a:latin typeface="Arial" panose="020B0604020202020204" pitchFamily="34" charset="0"/>
              </a:endParaRPr>
            </a:p>
          </p:txBody>
        </p:sp>
        <p:sp>
          <p:nvSpPr>
            <p:cNvPr id="1040" name="Rectangle 13"/>
            <p:cNvSpPr/>
            <p:nvPr/>
          </p:nvSpPr>
          <p:spPr>
            <a:xfrm>
              <a:off x="173" y="258"/>
              <a:ext cx="86" cy="86"/>
            </a:xfrm>
            <a:prstGeom prst="rect">
              <a:avLst/>
            </a:prstGeom>
            <a:solidFill>
              <a:schemeClr val="accent2"/>
            </a:solidFill>
            <a:ln w="9525">
              <a:noFill/>
            </a:ln>
          </p:spPr>
          <p:txBody>
            <a:bodyPr/>
            <a:lstStyle/>
            <a:p>
              <a:pPr lvl="0" eaLnBrk="1" hangingPunct="1"/>
              <a:endParaRPr lang="zh-CN" altLang="en-US" dirty="0">
                <a:solidFill>
                  <a:schemeClr val="accent2"/>
                </a:solidFill>
                <a:latin typeface="Arial" panose="020B0604020202020204" pitchFamily="34" charset="0"/>
              </a:endParaRPr>
            </a:p>
          </p:txBody>
        </p:sp>
      </p:grpSp>
      <p:sp>
        <p:nvSpPr>
          <p:cNvPr id="1029" name="Rectangle 14"/>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30" name="Rectangle 15"/>
          <p:cNvSpPr>
            <a:spLocks noGrp="1"/>
          </p:cNvSpPr>
          <p:nvPr>
            <p:ph type="body" idx="1"/>
          </p:nvPr>
        </p:nvSpPr>
        <p:spPr>
          <a:xfrm>
            <a:off x="457200" y="1981200"/>
            <a:ext cx="8229600" cy="38862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3504"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sz="1200" smtClean="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491"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atin typeface="Arial Black" panose="020B0A04020102020204" pitchFamily="34" charset="0"/>
              </a:defRPr>
            </a:lvl1p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grpSp>
        <p:nvGrpSpPr>
          <p:cNvPr id="1028" name="Group 4"/>
          <p:cNvGrpSpPr/>
          <p:nvPr/>
        </p:nvGrpSpPr>
        <p:grpSpPr>
          <a:xfrm>
            <a:off x="0" y="0"/>
            <a:ext cx="9144000" cy="546100"/>
            <a:chOff x="0" y="0"/>
            <a:chExt cx="5760" cy="344"/>
          </a:xfrm>
        </p:grpSpPr>
        <p:sp>
          <p:nvSpPr>
            <p:cNvPr id="1032" name="Rectangle 5"/>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eaLnBrk="1" hangingPunct="1"/>
              <a:endParaRPr lang="zh-CN" altLang="en-US" sz="2400" dirty="0">
                <a:latin typeface="Times New Roman" panose="02020603050405020304" pitchFamily="18" charset="0"/>
              </a:endParaRPr>
            </a:p>
          </p:txBody>
        </p:sp>
        <p:sp>
          <p:nvSpPr>
            <p:cNvPr id="1033" name="Rectangle 6"/>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lstStyle/>
            <a:p>
              <a:pPr lvl="0" eaLnBrk="1" hangingPunct="1"/>
              <a:endParaRPr lang="zh-CN" altLang="en-US" sz="2400" dirty="0">
                <a:latin typeface="Times New Roman" panose="02020603050405020304" pitchFamily="18" charset="0"/>
              </a:endParaRPr>
            </a:p>
          </p:txBody>
        </p:sp>
        <p:sp>
          <p:nvSpPr>
            <p:cNvPr id="1034" name="Rectangle 7"/>
            <p:cNvSpPr/>
            <p:nvPr/>
          </p:nvSpPr>
          <p:spPr>
            <a:xfrm>
              <a:off x="258" y="85"/>
              <a:ext cx="87" cy="89"/>
            </a:xfrm>
            <a:prstGeom prst="rect">
              <a:avLst/>
            </a:prstGeom>
            <a:solidFill>
              <a:schemeClr val="folHlink"/>
            </a:solidFill>
            <a:ln w="9525">
              <a:noFill/>
            </a:ln>
          </p:spPr>
          <p:txBody>
            <a:bodyPr/>
            <a:lstStyle/>
            <a:p>
              <a:pPr lvl="0" eaLnBrk="1" hangingPunct="1"/>
              <a:endParaRPr lang="zh-CN" altLang="en-US" dirty="0">
                <a:solidFill>
                  <a:schemeClr val="hlink"/>
                </a:solidFill>
                <a:latin typeface="Arial" panose="020B0604020202020204" pitchFamily="34" charset="0"/>
              </a:endParaRPr>
            </a:p>
          </p:txBody>
        </p:sp>
        <p:sp>
          <p:nvSpPr>
            <p:cNvPr id="1035" name="Rectangle 8"/>
            <p:cNvSpPr/>
            <p:nvPr/>
          </p:nvSpPr>
          <p:spPr>
            <a:xfrm>
              <a:off x="345" y="0"/>
              <a:ext cx="88" cy="87"/>
            </a:xfrm>
            <a:prstGeom prst="rect">
              <a:avLst/>
            </a:prstGeom>
            <a:solidFill>
              <a:schemeClr val="folHlink"/>
            </a:solidFill>
            <a:ln w="9525">
              <a:noFill/>
            </a:ln>
          </p:spPr>
          <p:txBody>
            <a:bodyPr/>
            <a:lstStyle/>
            <a:p>
              <a:pPr lvl="0" eaLnBrk="1" hangingPunct="1"/>
              <a:endParaRPr lang="zh-CN" altLang="en-US" dirty="0">
                <a:solidFill>
                  <a:schemeClr val="hlink"/>
                </a:solidFill>
                <a:latin typeface="Arial" panose="020B0604020202020204" pitchFamily="34" charset="0"/>
              </a:endParaRPr>
            </a:p>
          </p:txBody>
        </p:sp>
        <p:sp>
          <p:nvSpPr>
            <p:cNvPr id="1036" name="Rectangle 9"/>
            <p:cNvSpPr/>
            <p:nvPr/>
          </p:nvSpPr>
          <p:spPr>
            <a:xfrm>
              <a:off x="345" y="85"/>
              <a:ext cx="88" cy="89"/>
            </a:xfrm>
            <a:prstGeom prst="rect">
              <a:avLst/>
            </a:prstGeom>
            <a:solidFill>
              <a:schemeClr val="accent2"/>
            </a:solidFill>
            <a:ln w="9525">
              <a:noFill/>
            </a:ln>
          </p:spPr>
          <p:txBody>
            <a:bodyPr/>
            <a:lstStyle/>
            <a:p>
              <a:pPr lvl="0" eaLnBrk="1" hangingPunct="1"/>
              <a:endParaRPr lang="zh-CN" altLang="en-US" dirty="0">
                <a:solidFill>
                  <a:schemeClr val="accent2"/>
                </a:solidFill>
                <a:latin typeface="Arial" panose="020B0604020202020204" pitchFamily="34" charset="0"/>
              </a:endParaRPr>
            </a:p>
          </p:txBody>
        </p:sp>
        <p:sp>
          <p:nvSpPr>
            <p:cNvPr id="1037" name="Rectangle 10"/>
            <p:cNvSpPr/>
            <p:nvPr/>
          </p:nvSpPr>
          <p:spPr>
            <a:xfrm>
              <a:off x="173" y="173"/>
              <a:ext cx="86" cy="87"/>
            </a:xfrm>
            <a:prstGeom prst="rect">
              <a:avLst/>
            </a:prstGeom>
            <a:solidFill>
              <a:schemeClr val="folHlink"/>
            </a:solidFill>
            <a:ln w="9525">
              <a:noFill/>
            </a:ln>
          </p:spPr>
          <p:txBody>
            <a:bodyPr/>
            <a:lstStyle/>
            <a:p>
              <a:pPr lvl="0" eaLnBrk="1" hangingPunct="1"/>
              <a:endParaRPr lang="zh-CN" altLang="en-US" dirty="0">
                <a:solidFill>
                  <a:schemeClr val="hlink"/>
                </a:solidFill>
                <a:latin typeface="Arial" panose="020B0604020202020204" pitchFamily="34" charset="0"/>
              </a:endParaRPr>
            </a:p>
          </p:txBody>
        </p:sp>
        <p:sp>
          <p:nvSpPr>
            <p:cNvPr id="1038" name="Rectangle 11"/>
            <p:cNvSpPr/>
            <p:nvPr/>
          </p:nvSpPr>
          <p:spPr>
            <a:xfrm>
              <a:off x="83" y="86"/>
              <a:ext cx="89" cy="87"/>
            </a:xfrm>
            <a:prstGeom prst="rect">
              <a:avLst/>
            </a:prstGeom>
            <a:solidFill>
              <a:schemeClr val="bg2"/>
            </a:solidFill>
            <a:ln w="9525">
              <a:noFill/>
            </a:ln>
          </p:spPr>
          <p:txBody>
            <a:bodyPr/>
            <a:lstStyle/>
            <a:p>
              <a:pPr lvl="0" eaLnBrk="1" hangingPunct="1"/>
              <a:endParaRPr lang="zh-CN" altLang="en-US" sz="2400" dirty="0">
                <a:latin typeface="Times New Roman" panose="02020603050405020304" pitchFamily="18" charset="0"/>
              </a:endParaRPr>
            </a:p>
          </p:txBody>
        </p:sp>
        <p:sp>
          <p:nvSpPr>
            <p:cNvPr id="1039" name="Rectangle 12"/>
            <p:cNvSpPr/>
            <p:nvPr/>
          </p:nvSpPr>
          <p:spPr>
            <a:xfrm>
              <a:off x="258" y="171"/>
              <a:ext cx="87" cy="87"/>
            </a:xfrm>
            <a:prstGeom prst="rect">
              <a:avLst/>
            </a:prstGeom>
            <a:solidFill>
              <a:schemeClr val="accent2"/>
            </a:solidFill>
            <a:ln w="9525">
              <a:noFill/>
            </a:ln>
          </p:spPr>
          <p:txBody>
            <a:bodyPr/>
            <a:lstStyle/>
            <a:p>
              <a:pPr lvl="0" eaLnBrk="1" hangingPunct="1"/>
              <a:endParaRPr lang="zh-CN" altLang="en-US" dirty="0">
                <a:solidFill>
                  <a:schemeClr val="accent2"/>
                </a:solidFill>
                <a:latin typeface="Arial" panose="020B0604020202020204" pitchFamily="34" charset="0"/>
              </a:endParaRPr>
            </a:p>
          </p:txBody>
        </p:sp>
        <p:sp>
          <p:nvSpPr>
            <p:cNvPr id="1040" name="Rectangle 13"/>
            <p:cNvSpPr/>
            <p:nvPr/>
          </p:nvSpPr>
          <p:spPr>
            <a:xfrm>
              <a:off x="173" y="258"/>
              <a:ext cx="86" cy="86"/>
            </a:xfrm>
            <a:prstGeom prst="rect">
              <a:avLst/>
            </a:prstGeom>
            <a:solidFill>
              <a:schemeClr val="accent2"/>
            </a:solidFill>
            <a:ln w="9525">
              <a:noFill/>
            </a:ln>
          </p:spPr>
          <p:txBody>
            <a:bodyPr/>
            <a:lstStyle/>
            <a:p>
              <a:pPr lvl="0" eaLnBrk="1" hangingPunct="1"/>
              <a:endParaRPr lang="zh-CN" altLang="en-US" dirty="0">
                <a:solidFill>
                  <a:schemeClr val="accent2"/>
                </a:solidFill>
                <a:latin typeface="Arial" panose="020B0604020202020204" pitchFamily="34" charset="0"/>
              </a:endParaRPr>
            </a:p>
          </p:txBody>
        </p:sp>
      </p:grpSp>
      <p:sp>
        <p:nvSpPr>
          <p:cNvPr id="1029" name="Rectangle 14"/>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30" name="Rectangle 15"/>
          <p:cNvSpPr>
            <a:spLocks noGrp="1"/>
          </p:cNvSpPr>
          <p:nvPr>
            <p:ph type="body" idx="1"/>
          </p:nvPr>
        </p:nvSpPr>
        <p:spPr>
          <a:xfrm>
            <a:off x="457200" y="1981200"/>
            <a:ext cx="8229600" cy="38862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3504"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tags" Target="../tags/tag3.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image" Target="../media/image4.wmf"/><Relationship Id="rId7" Type="http://schemas.openxmlformats.org/officeDocument/2006/relationships/oleObject" Target="../embeddings/oleObject2.bin"/><Relationship Id="rId6" Type="http://schemas.openxmlformats.org/officeDocument/2006/relationships/tags" Target="../tags/tag7.xml"/><Relationship Id="rId5" Type="http://schemas.openxmlformats.org/officeDocument/2006/relationships/image" Target="../media/image3.wmf"/><Relationship Id="rId4" Type="http://schemas.openxmlformats.org/officeDocument/2006/relationships/oleObject" Target="../embeddings/oleObject1.bin"/><Relationship Id="rId3" Type="http://schemas.openxmlformats.org/officeDocument/2006/relationships/tags" Target="../tags/tag6.xml"/><Relationship Id="rId2" Type="http://schemas.openxmlformats.org/officeDocument/2006/relationships/tags" Target="../tags/tag5.xml"/><Relationship Id="rId18" Type="http://schemas.openxmlformats.org/officeDocument/2006/relationships/vmlDrawing" Target="../drawings/vmlDrawing1.vml"/><Relationship Id="rId17" Type="http://schemas.openxmlformats.org/officeDocument/2006/relationships/slideLayout" Target="../slideLayouts/slideLayout7.xml"/><Relationship Id="rId16" Type="http://schemas.openxmlformats.org/officeDocument/2006/relationships/tags" Target="../tags/tag11.xml"/><Relationship Id="rId15" Type="http://schemas.openxmlformats.org/officeDocument/2006/relationships/image" Target="../media/image6.wmf"/><Relationship Id="rId14" Type="http://schemas.openxmlformats.org/officeDocument/2006/relationships/oleObject" Target="../embeddings/oleObject4.bin"/><Relationship Id="rId13" Type="http://schemas.openxmlformats.org/officeDocument/2006/relationships/tags" Target="../tags/tag10.xml"/><Relationship Id="rId12" Type="http://schemas.openxmlformats.org/officeDocument/2006/relationships/image" Target="../media/image5.wmf"/><Relationship Id="rId11" Type="http://schemas.openxmlformats.org/officeDocument/2006/relationships/oleObject" Target="../embeddings/oleObject3.bin"/><Relationship Id="rId10" Type="http://schemas.openxmlformats.org/officeDocument/2006/relationships/tags" Target="../tags/tag9.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tags" Target="../tags/tag13.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image" Target="../media/image9.wmf"/><Relationship Id="rId7" Type="http://schemas.openxmlformats.org/officeDocument/2006/relationships/oleObject" Target="../embeddings/oleObject6.bin"/><Relationship Id="rId6" Type="http://schemas.openxmlformats.org/officeDocument/2006/relationships/tags" Target="../tags/tag17.xml"/><Relationship Id="rId5" Type="http://schemas.openxmlformats.org/officeDocument/2006/relationships/image" Target="../media/image8.wmf"/><Relationship Id="rId4" Type="http://schemas.openxmlformats.org/officeDocument/2006/relationships/oleObject" Target="../embeddings/oleObject5.bin"/><Relationship Id="rId3" Type="http://schemas.openxmlformats.org/officeDocument/2006/relationships/tags" Target="../tags/tag16.xml"/><Relationship Id="rId2" Type="http://schemas.openxmlformats.org/officeDocument/2006/relationships/tags" Target="../tags/tag15.xml"/><Relationship Id="rId16" Type="http://schemas.openxmlformats.org/officeDocument/2006/relationships/vmlDrawing" Target="../drawings/vmlDrawing2.vml"/><Relationship Id="rId15" Type="http://schemas.openxmlformats.org/officeDocument/2006/relationships/slideLayout" Target="../slideLayouts/slideLayout7.xml"/><Relationship Id="rId14" Type="http://schemas.openxmlformats.org/officeDocument/2006/relationships/image" Target="../media/image11.wmf"/><Relationship Id="rId13" Type="http://schemas.openxmlformats.org/officeDocument/2006/relationships/oleObject" Target="../embeddings/oleObject8.bin"/><Relationship Id="rId12" Type="http://schemas.openxmlformats.org/officeDocument/2006/relationships/tags" Target="../tags/tag19.xml"/><Relationship Id="rId11" Type="http://schemas.openxmlformats.org/officeDocument/2006/relationships/image" Target="../media/image10.wmf"/><Relationship Id="rId10" Type="http://schemas.openxmlformats.org/officeDocument/2006/relationships/oleObject" Target="../embeddings/oleObject7.bin"/><Relationship Id="rId1" Type="http://schemas.openxmlformats.org/officeDocument/2006/relationships/tags" Target="../tags/tag14.xml"/></Relationships>
</file>

<file path=ppt/slides/_rels/slide8.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image" Target="../media/image13.wmf"/><Relationship Id="rId6" Type="http://schemas.openxmlformats.org/officeDocument/2006/relationships/oleObject" Target="../embeddings/oleObject10.bin"/><Relationship Id="rId5" Type="http://schemas.openxmlformats.org/officeDocument/2006/relationships/tags" Target="../tags/tag22.xml"/><Relationship Id="rId4" Type="http://schemas.openxmlformats.org/officeDocument/2006/relationships/image" Target="../media/image12.wmf"/><Relationship Id="rId3" Type="http://schemas.openxmlformats.org/officeDocument/2006/relationships/oleObject" Target="../embeddings/oleObject9.bin"/><Relationship Id="rId2" Type="http://schemas.openxmlformats.org/officeDocument/2006/relationships/tags" Target="../tags/tag21.xml"/><Relationship Id="rId16" Type="http://schemas.openxmlformats.org/officeDocument/2006/relationships/vmlDrawing" Target="../drawings/vmlDrawing3.vml"/><Relationship Id="rId15" Type="http://schemas.openxmlformats.org/officeDocument/2006/relationships/slideLayout" Target="../slideLayouts/slideLayout7.xml"/><Relationship Id="rId14" Type="http://schemas.openxmlformats.org/officeDocument/2006/relationships/image" Target="../media/image15.wmf"/><Relationship Id="rId13" Type="http://schemas.openxmlformats.org/officeDocument/2006/relationships/oleObject" Target="../embeddings/oleObject12.bin"/><Relationship Id="rId12" Type="http://schemas.openxmlformats.org/officeDocument/2006/relationships/tags" Target="../tags/tag25.xml"/><Relationship Id="rId11" Type="http://schemas.openxmlformats.org/officeDocument/2006/relationships/image" Target="../media/image14.wmf"/><Relationship Id="rId10" Type="http://schemas.openxmlformats.org/officeDocument/2006/relationships/oleObject" Target="../embeddings/oleObject11.bin"/><Relationship Id="rId1" Type="http://schemas.openxmlformats.org/officeDocument/2006/relationships/tags" Target="../tags/tag20.xml"/></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30.xml"/><Relationship Id="rId7" Type="http://schemas.openxmlformats.org/officeDocument/2006/relationships/image" Target="../media/image17.wmf"/><Relationship Id="rId6" Type="http://schemas.openxmlformats.org/officeDocument/2006/relationships/oleObject" Target="../embeddings/oleObject13.bin"/><Relationship Id="rId5" Type="http://schemas.openxmlformats.org/officeDocument/2006/relationships/tags" Target="../tags/tag29.xml"/><Relationship Id="rId4" Type="http://schemas.openxmlformats.org/officeDocument/2006/relationships/image" Target="../media/image16.png"/><Relationship Id="rId3" Type="http://schemas.openxmlformats.org/officeDocument/2006/relationships/tags" Target="../tags/tag28.xml"/><Relationship Id="rId2" Type="http://schemas.openxmlformats.org/officeDocument/2006/relationships/tags" Target="../tags/tag27.xml"/><Relationship Id="rId10" Type="http://schemas.openxmlformats.org/officeDocument/2006/relationships/vmlDrawing" Target="../drawings/vmlDrawing4.vml"/><Relationship Id="rId1" Type="http://schemas.openxmlformats.org/officeDocument/2006/relationships/tags" Target="../tags/tag26.xml"/></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9.wmf"/><Relationship Id="rId7" Type="http://schemas.openxmlformats.org/officeDocument/2006/relationships/oleObject" Target="../embeddings/oleObject15.bin"/><Relationship Id="rId6" Type="http://schemas.openxmlformats.org/officeDocument/2006/relationships/tags" Target="../tags/tag34.xml"/><Relationship Id="rId5" Type="http://schemas.openxmlformats.org/officeDocument/2006/relationships/image" Target="../media/image18.wmf"/><Relationship Id="rId4" Type="http://schemas.openxmlformats.org/officeDocument/2006/relationships/oleObject" Target="../embeddings/oleObject14.bin"/><Relationship Id="rId3" Type="http://schemas.openxmlformats.org/officeDocument/2006/relationships/tags" Target="../tags/tag33.xml"/><Relationship Id="rId2" Type="http://schemas.openxmlformats.org/officeDocument/2006/relationships/tags" Target="../tags/tag32.xml"/><Relationship Id="rId10" Type="http://schemas.openxmlformats.org/officeDocument/2006/relationships/vmlDrawing" Target="../drawings/vmlDrawing5.vml"/><Relationship Id="rId1" Type="http://schemas.openxmlformats.org/officeDocument/2006/relationships/tags" Target="../tags/tag31.xml"/></Relationships>
</file>

<file path=ppt/slides/_rels/slide11.xml.rels><?xml version="1.0" encoding="UTF-8" standalone="yes"?>
<Relationships xmlns="http://schemas.openxmlformats.org/package/2006/relationships"><Relationship Id="rId7" Type="http://schemas.openxmlformats.org/officeDocument/2006/relationships/vmlDrawing" Target="../drawings/vmlDrawing6.vml"/><Relationship Id="rId6" Type="http://schemas.openxmlformats.org/officeDocument/2006/relationships/slideLayout" Target="../slideLayouts/slideLayout7.xml"/><Relationship Id="rId5" Type="http://schemas.openxmlformats.org/officeDocument/2006/relationships/tags" Target="../tags/tag37.xml"/><Relationship Id="rId4" Type="http://schemas.openxmlformats.org/officeDocument/2006/relationships/image" Target="../media/image20.wmf"/><Relationship Id="rId3" Type="http://schemas.openxmlformats.org/officeDocument/2006/relationships/oleObject" Target="../embeddings/oleObject16.bin"/><Relationship Id="rId2" Type="http://schemas.openxmlformats.org/officeDocument/2006/relationships/tags" Target="../tags/tag36.xml"/><Relationship Id="rId1" Type="http://schemas.openxmlformats.org/officeDocument/2006/relationships/tags" Target="../tags/tag35.xml"/></Relationships>
</file>

<file path=ppt/slides/_rels/slide12.xml.rels><?xml version="1.0" encoding="UTF-8" standalone="yes"?>
<Relationships xmlns="http://schemas.openxmlformats.org/package/2006/relationships"><Relationship Id="rId9" Type="http://schemas.openxmlformats.org/officeDocument/2006/relationships/vmlDrawing" Target="../drawings/vmlDrawing7.vml"/><Relationship Id="rId8" Type="http://schemas.openxmlformats.org/officeDocument/2006/relationships/slideLayout" Target="../slideLayouts/slideLayout7.xml"/><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image" Target="../media/image22.wmf"/><Relationship Id="rId4" Type="http://schemas.openxmlformats.org/officeDocument/2006/relationships/oleObject" Target="../embeddings/oleObject17.bin"/><Relationship Id="rId3" Type="http://schemas.openxmlformats.org/officeDocument/2006/relationships/tags" Target="../tags/tag39.xml"/><Relationship Id="rId2" Type="http://schemas.openxmlformats.org/officeDocument/2006/relationships/image" Target="../media/image21.jpeg"/><Relationship Id="rId1" Type="http://schemas.openxmlformats.org/officeDocument/2006/relationships/tags" Target="../tags/tag38.xml"/></Relationships>
</file>

<file path=ppt/slides/_rels/slide13.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image" Target="../media/image25.wmf"/><Relationship Id="rId7" Type="http://schemas.openxmlformats.org/officeDocument/2006/relationships/oleObject" Target="../embeddings/oleObject19.bin"/><Relationship Id="rId6" Type="http://schemas.openxmlformats.org/officeDocument/2006/relationships/tags" Target="../tags/tag44.xml"/><Relationship Id="rId5" Type="http://schemas.openxmlformats.org/officeDocument/2006/relationships/image" Target="../media/image24.png"/><Relationship Id="rId4" Type="http://schemas.openxmlformats.org/officeDocument/2006/relationships/image" Target="../media/image23.wmf"/><Relationship Id="rId3" Type="http://schemas.openxmlformats.org/officeDocument/2006/relationships/oleObject" Target="../embeddings/oleObject18.bin"/><Relationship Id="rId2" Type="http://schemas.openxmlformats.org/officeDocument/2006/relationships/tags" Target="../tags/tag43.xml"/><Relationship Id="rId11" Type="http://schemas.openxmlformats.org/officeDocument/2006/relationships/vmlDrawing" Target="../drawings/vmlDrawing8.vml"/><Relationship Id="rId10" Type="http://schemas.openxmlformats.org/officeDocument/2006/relationships/slideLayout" Target="../slideLayouts/slideLayout7.xml"/><Relationship Id="rId1" Type="http://schemas.openxmlformats.org/officeDocument/2006/relationships/tags" Target="../tags/tag42.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48.xml"/><Relationship Id="rId3" Type="http://schemas.openxmlformats.org/officeDocument/2006/relationships/image" Target="../media/image26.jpeg"/><Relationship Id="rId2" Type="http://schemas.openxmlformats.org/officeDocument/2006/relationships/tags" Target="../tags/tag47.xml"/><Relationship Id="rId1" Type="http://schemas.openxmlformats.org/officeDocument/2006/relationships/tags" Target="../tags/tag46.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8.jpeg"/><Relationship Id="rId4" Type="http://schemas.openxmlformats.org/officeDocument/2006/relationships/tags" Target="../tags/tag51.xml"/><Relationship Id="rId3" Type="http://schemas.openxmlformats.org/officeDocument/2006/relationships/image" Target="../media/image27.jpeg"/><Relationship Id="rId2" Type="http://schemas.openxmlformats.org/officeDocument/2006/relationships/tags" Target="../tags/tag50.xml"/><Relationship Id="rId1" Type="http://schemas.openxmlformats.org/officeDocument/2006/relationships/tags" Target="../tags/tag49.xml"/></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30.jpeg"/><Relationship Id="rId5" Type="http://schemas.openxmlformats.org/officeDocument/2006/relationships/tags" Target="../tags/tag55.xml"/><Relationship Id="rId4" Type="http://schemas.openxmlformats.org/officeDocument/2006/relationships/image" Target="../media/image29.jpeg"/><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s>
</file>

<file path=ppt/slides/_rels/slide17.xml.rels><?xml version="1.0" encoding="UTF-8" standalone="yes"?>
<Relationships xmlns="http://schemas.openxmlformats.org/package/2006/relationships"><Relationship Id="rId7" Type="http://schemas.openxmlformats.org/officeDocument/2006/relationships/vmlDrawing" Target="../drawings/vmlDrawing9.vml"/><Relationship Id="rId6" Type="http://schemas.openxmlformats.org/officeDocument/2006/relationships/slideLayout" Target="../slideLayouts/slideLayout7.xml"/><Relationship Id="rId5" Type="http://schemas.openxmlformats.org/officeDocument/2006/relationships/image" Target="../media/image31.wmf"/><Relationship Id="rId4" Type="http://schemas.openxmlformats.org/officeDocument/2006/relationships/oleObject" Target="../embeddings/oleObject20.bin"/><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vmlDrawing" Target="../drawings/vmlDrawing10.vml"/><Relationship Id="rId6" Type="http://schemas.openxmlformats.org/officeDocument/2006/relationships/slideLayout" Target="../slideLayouts/slideLayout7.xml"/><Relationship Id="rId5" Type="http://schemas.openxmlformats.org/officeDocument/2006/relationships/image" Target="../media/image32.wmf"/><Relationship Id="rId4" Type="http://schemas.openxmlformats.org/officeDocument/2006/relationships/oleObject" Target="../embeddings/oleObject21.bin"/><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2.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65.xml"/><Relationship Id="rId3" Type="http://schemas.openxmlformats.org/officeDocument/2006/relationships/image" Target="../media/image33.png"/><Relationship Id="rId2" Type="http://schemas.openxmlformats.org/officeDocument/2006/relationships/tags" Target="../tags/tag64.xml"/><Relationship Id="rId1" Type="http://schemas.openxmlformats.org/officeDocument/2006/relationships/tags" Target="../tags/tag63.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34.png"/><Relationship Id="rId2" Type="http://schemas.openxmlformats.org/officeDocument/2006/relationships/tags" Target="../tags/tag67.xml"/><Relationship Id="rId1" Type="http://schemas.openxmlformats.org/officeDocument/2006/relationships/tags" Target="../tags/tag66.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image" Target="../media/image35.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0.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tags" Target="../tags/tag71.xml"/></Relationships>
</file>

<file path=ppt/slides/_rels/slide25.xml.rels><?xml version="1.0" encoding="UTF-8" standalone="yes"?>
<Relationships xmlns="http://schemas.openxmlformats.org/package/2006/relationships"><Relationship Id="rId7" Type="http://schemas.openxmlformats.org/officeDocument/2006/relationships/vmlDrawing" Target="../drawings/vmlDrawing11.vml"/><Relationship Id="rId6" Type="http://schemas.openxmlformats.org/officeDocument/2006/relationships/slideLayout" Target="../slideLayouts/slideLayout7.xml"/><Relationship Id="rId5" Type="http://schemas.openxmlformats.org/officeDocument/2006/relationships/tags" Target="../tags/tag72.xml"/><Relationship Id="rId4" Type="http://schemas.openxmlformats.org/officeDocument/2006/relationships/image" Target="../media/image39.wmf"/><Relationship Id="rId3" Type="http://schemas.openxmlformats.org/officeDocument/2006/relationships/oleObject" Target="../embeddings/oleObject23.bin"/><Relationship Id="rId2" Type="http://schemas.openxmlformats.org/officeDocument/2006/relationships/image" Target="../media/image38.wmf"/><Relationship Id="rId1" Type="http://schemas.openxmlformats.org/officeDocument/2006/relationships/oleObject" Target="../embeddings/oleObject22.bin"/></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3.xml"/><Relationship Id="rId1"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4.xml"/><Relationship Id="rId1" Type="http://schemas.openxmlformats.org/officeDocument/2006/relationships/image" Target="../media/image41.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5.xml"/><Relationship Id="rId1" Type="http://schemas.openxmlformats.org/officeDocument/2006/relationships/image" Target="../media/image42.pn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76.xml"/><Relationship Id="rId2" Type="http://schemas.openxmlformats.org/officeDocument/2006/relationships/image" Target="../media/image44.png"/><Relationship Id="rId1" Type="http://schemas.openxmlformats.org/officeDocument/2006/relationships/image" Target="../media/image43.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a:off x="5964434" y="2535273"/>
            <a:ext cx="3179566" cy="2175272"/>
          </a:xfrm>
          <a:custGeom>
            <a:avLst/>
            <a:gdLst>
              <a:gd name="connsiteX0" fmla="*/ 825458 w 4239421"/>
              <a:gd name="connsiteY0" fmla="*/ 0 h 2900363"/>
              <a:gd name="connsiteX1" fmla="*/ 4239421 w 4239421"/>
              <a:gd name="connsiteY1" fmla="*/ 0 h 2900363"/>
              <a:gd name="connsiteX2" fmla="*/ 4239421 w 4239421"/>
              <a:gd name="connsiteY2" fmla="*/ 2900363 h 2900363"/>
              <a:gd name="connsiteX3" fmla="*/ 1170276 w 4239421"/>
              <a:gd name="connsiteY3" fmla="*/ 2900363 h 2900363"/>
              <a:gd name="connsiteX4" fmla="*/ 0 w 4239421"/>
              <a:gd name="connsiteY4" fmla="*/ 1490041 h 2900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421" h="2900363">
                <a:moveTo>
                  <a:pt x="825458" y="0"/>
                </a:moveTo>
                <a:lnTo>
                  <a:pt x="4239421" y="0"/>
                </a:lnTo>
                <a:lnTo>
                  <a:pt x="4239421" y="2900363"/>
                </a:lnTo>
                <a:lnTo>
                  <a:pt x="1170276" y="2900363"/>
                </a:lnTo>
                <a:lnTo>
                  <a:pt x="0" y="1490041"/>
                </a:lnTo>
                <a:close/>
              </a:path>
            </a:pathLst>
          </a:custGeom>
          <a:blipFill dpi="0" rotWithShape="1">
            <a:blip r:embed="rId1"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latin typeface="Arial" panose="020B0604020202020204" pitchFamily="34" charset="0"/>
              <a:ea typeface="微软雅黑" panose="020B0503020204020204" charset="-122"/>
              <a:sym typeface="Arial" panose="020B0604020202020204" pitchFamily="34" charset="0"/>
            </a:endParaRPr>
          </a:p>
        </p:txBody>
      </p:sp>
      <p:sp>
        <p:nvSpPr>
          <p:cNvPr id="5" name="任意多边形 4"/>
          <p:cNvSpPr/>
          <p:nvPr/>
        </p:nvSpPr>
        <p:spPr>
          <a:xfrm>
            <a:off x="5954909" y="2535273"/>
            <a:ext cx="1317126" cy="2175272"/>
          </a:xfrm>
          <a:custGeom>
            <a:avLst/>
            <a:gdLst>
              <a:gd name="connsiteX0" fmla="*/ 825458 w 1756168"/>
              <a:gd name="connsiteY0" fmla="*/ 0 h 2900363"/>
              <a:gd name="connsiteX1" fmla="*/ 1418888 w 1756168"/>
              <a:gd name="connsiteY1" fmla="*/ 0 h 2900363"/>
              <a:gd name="connsiteX2" fmla="*/ 590412 w 1756168"/>
              <a:gd name="connsiteY2" fmla="*/ 1495489 h 2900363"/>
              <a:gd name="connsiteX3" fmla="*/ 1756168 w 1756168"/>
              <a:gd name="connsiteY3" fmla="*/ 2900363 h 2900363"/>
              <a:gd name="connsiteX4" fmla="*/ 1170276 w 1756168"/>
              <a:gd name="connsiteY4" fmla="*/ 2900363 h 2900363"/>
              <a:gd name="connsiteX5" fmla="*/ 0 w 1756168"/>
              <a:gd name="connsiteY5" fmla="*/ 1490041 h 290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6168" h="2900363">
                <a:moveTo>
                  <a:pt x="825458" y="0"/>
                </a:moveTo>
                <a:lnTo>
                  <a:pt x="1418888" y="0"/>
                </a:lnTo>
                <a:lnTo>
                  <a:pt x="590412" y="1495489"/>
                </a:lnTo>
                <a:lnTo>
                  <a:pt x="1756168" y="2900363"/>
                </a:lnTo>
                <a:lnTo>
                  <a:pt x="1170276" y="2900363"/>
                </a:lnTo>
                <a:lnTo>
                  <a:pt x="0" y="1490041"/>
                </a:lnTo>
                <a:close/>
              </a:path>
            </a:pathLst>
          </a:custGeom>
          <a:solidFill>
            <a:srgbClr val="E3827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latin typeface="Arial" panose="020B0604020202020204" pitchFamily="34" charset="0"/>
              <a:ea typeface="微软雅黑" panose="020B0503020204020204" charset="-122"/>
              <a:sym typeface="Arial" panose="020B0604020202020204" pitchFamily="34" charset="0"/>
            </a:endParaRPr>
          </a:p>
        </p:txBody>
      </p:sp>
      <p:sp>
        <p:nvSpPr>
          <p:cNvPr id="6" name="任意多边形 5"/>
          <p:cNvSpPr/>
          <p:nvPr/>
        </p:nvSpPr>
        <p:spPr>
          <a:xfrm>
            <a:off x="1" y="3510396"/>
            <a:ext cx="6649952" cy="1200149"/>
          </a:xfrm>
          <a:custGeom>
            <a:avLst/>
            <a:gdLst>
              <a:gd name="connsiteX0" fmla="*/ 0 w 8866603"/>
              <a:gd name="connsiteY0" fmla="*/ 0 h 1600199"/>
              <a:gd name="connsiteX1" fmla="*/ 7538768 w 8866603"/>
              <a:gd name="connsiteY1" fmla="*/ 0 h 1600199"/>
              <a:gd name="connsiteX2" fmla="*/ 8866603 w 8866603"/>
              <a:gd name="connsiteY2" fmla="*/ 1600199 h 1600199"/>
              <a:gd name="connsiteX3" fmla="*/ 0 w 8866603"/>
              <a:gd name="connsiteY3" fmla="*/ 1600199 h 1600199"/>
            </a:gdLst>
            <a:ahLst/>
            <a:cxnLst>
              <a:cxn ang="0">
                <a:pos x="connsiteX0" y="connsiteY0"/>
              </a:cxn>
              <a:cxn ang="0">
                <a:pos x="connsiteX1" y="connsiteY1"/>
              </a:cxn>
              <a:cxn ang="0">
                <a:pos x="connsiteX2" y="connsiteY2"/>
              </a:cxn>
              <a:cxn ang="0">
                <a:pos x="connsiteX3" y="connsiteY3"/>
              </a:cxn>
            </a:cxnLst>
            <a:rect l="l" t="t" r="r" b="b"/>
            <a:pathLst>
              <a:path w="8866603" h="1600199">
                <a:moveTo>
                  <a:pt x="0" y="0"/>
                </a:moveTo>
                <a:lnTo>
                  <a:pt x="7538768" y="0"/>
                </a:lnTo>
                <a:lnTo>
                  <a:pt x="8866603" y="1600199"/>
                </a:lnTo>
                <a:lnTo>
                  <a:pt x="0" y="1600199"/>
                </a:lnTo>
                <a:close/>
              </a:path>
            </a:pathLst>
          </a:custGeom>
          <a:solidFill>
            <a:srgbClr val="68746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nvSpPr>
        <p:spPr>
          <a:xfrm>
            <a:off x="0" y="2200930"/>
            <a:ext cx="9143999" cy="1180880"/>
          </a:xfrm>
          <a:custGeom>
            <a:avLst/>
            <a:gdLst>
              <a:gd name="connsiteX0" fmla="*/ 8427488 w 12191999"/>
              <a:gd name="connsiteY0" fmla="*/ 0 h 1574506"/>
              <a:gd name="connsiteX1" fmla="*/ 12191999 w 12191999"/>
              <a:gd name="connsiteY1" fmla="*/ 0 h 1574506"/>
              <a:gd name="connsiteX2" fmla="*/ 12191999 w 12191999"/>
              <a:gd name="connsiteY2" fmla="*/ 303715 h 1574506"/>
              <a:gd name="connsiteX3" fmla="*/ 8649669 w 12191999"/>
              <a:gd name="connsiteY3" fmla="*/ 303715 h 1574506"/>
              <a:gd name="connsiteX4" fmla="*/ 7945673 w 12191999"/>
              <a:gd name="connsiteY4" fmla="*/ 1574506 h 1574506"/>
              <a:gd name="connsiteX5" fmla="*/ 7555238 w 12191999"/>
              <a:gd name="connsiteY5" fmla="*/ 1574506 h 1574506"/>
              <a:gd name="connsiteX6" fmla="*/ 7555239 w 12191999"/>
              <a:gd name="connsiteY6" fmla="*/ 1574505 h 1574506"/>
              <a:gd name="connsiteX7" fmla="*/ 914400 w 12191999"/>
              <a:gd name="connsiteY7" fmla="*/ 1574505 h 1574506"/>
              <a:gd name="connsiteX8" fmla="*/ 185737 w 12191999"/>
              <a:gd name="connsiteY8" fmla="*/ 1574505 h 1574506"/>
              <a:gd name="connsiteX9" fmla="*/ 0 w 12191999"/>
              <a:gd name="connsiteY9" fmla="*/ 1574505 h 1574506"/>
              <a:gd name="connsiteX10" fmla="*/ 0 w 12191999"/>
              <a:gd name="connsiteY10" fmla="*/ 1244558 h 1574506"/>
              <a:gd name="connsiteX11" fmla="*/ 914400 w 12191999"/>
              <a:gd name="connsiteY11" fmla="*/ 1244558 h 1574506"/>
              <a:gd name="connsiteX12" fmla="*/ 914400 w 12191999"/>
              <a:gd name="connsiteY12" fmla="*/ 1245890 h 1574506"/>
              <a:gd name="connsiteX13" fmla="*/ 7737286 w 12191999"/>
              <a:gd name="connsiteY13" fmla="*/ 1245890 h 15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999" h="1574506">
                <a:moveTo>
                  <a:pt x="8427488" y="0"/>
                </a:moveTo>
                <a:lnTo>
                  <a:pt x="12191999" y="0"/>
                </a:lnTo>
                <a:lnTo>
                  <a:pt x="12191999" y="303715"/>
                </a:lnTo>
                <a:lnTo>
                  <a:pt x="8649669" y="303715"/>
                </a:lnTo>
                <a:lnTo>
                  <a:pt x="7945673" y="1574506"/>
                </a:lnTo>
                <a:lnTo>
                  <a:pt x="7555238" y="1574506"/>
                </a:lnTo>
                <a:lnTo>
                  <a:pt x="7555239" y="1574505"/>
                </a:lnTo>
                <a:lnTo>
                  <a:pt x="914400" y="1574505"/>
                </a:lnTo>
                <a:lnTo>
                  <a:pt x="185737" y="1574505"/>
                </a:lnTo>
                <a:lnTo>
                  <a:pt x="0" y="1574505"/>
                </a:lnTo>
                <a:lnTo>
                  <a:pt x="0" y="1244558"/>
                </a:lnTo>
                <a:lnTo>
                  <a:pt x="914400" y="1244558"/>
                </a:lnTo>
                <a:lnTo>
                  <a:pt x="914400" y="1245890"/>
                </a:lnTo>
                <a:lnTo>
                  <a:pt x="7737286" y="1245890"/>
                </a:lnTo>
                <a:close/>
              </a:path>
            </a:pathLst>
          </a:custGeom>
          <a:solidFill>
            <a:srgbClr val="BC8268"/>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latin typeface="Arial" panose="020B0604020202020204" pitchFamily="34" charset="0"/>
              <a:ea typeface="微软雅黑" panose="020B0503020204020204" charset="-122"/>
              <a:sym typeface="Arial" panose="020B0604020202020204" pitchFamily="34" charset="0"/>
            </a:endParaRPr>
          </a:p>
        </p:txBody>
      </p:sp>
      <p:sp>
        <p:nvSpPr>
          <p:cNvPr id="8" name="文本框 7"/>
          <p:cNvSpPr txBox="1"/>
          <p:nvPr/>
        </p:nvSpPr>
        <p:spPr>
          <a:xfrm>
            <a:off x="540000" y="2099250"/>
            <a:ext cx="5130000" cy="645160"/>
          </a:xfrm>
          <a:prstGeom prst="rect">
            <a:avLst/>
          </a:prstGeom>
          <a:noFill/>
        </p:spPr>
        <p:txBody>
          <a:bodyPr wrap="square" rtlCol="0">
            <a:spAutoFit/>
          </a:bodyPr>
          <a:lstStyle/>
          <a:p>
            <a:pPr algn="dist"/>
            <a:r>
              <a:rPr lang="zh-CN" altLang="en-US" sz="3600" b="1" dirty="0" smtClean="0">
                <a:effectLst>
                  <a:innerShdw blurRad="63500" dist="50800" dir="16200000">
                    <a:prstClr val="black">
                      <a:alpha val="50000"/>
                    </a:prstClr>
                  </a:innerShdw>
                </a:effectLst>
                <a:latin typeface="Arial" panose="020B0604020202020204" pitchFamily="34" charset="0"/>
                <a:ea typeface="微软雅黑" panose="020B0503020204020204" charset="-122"/>
                <a:sym typeface="Arial" panose="020B0604020202020204" pitchFamily="34" charset="0"/>
              </a:rPr>
              <a:t>计算机视觉与图像处理</a:t>
            </a:r>
            <a:endParaRPr lang="zh-CN" altLang="en-US" sz="3600" b="1" dirty="0" smtClean="0">
              <a:effectLst>
                <a:innerShdw blurRad="63500" dist="50800" dir="16200000">
                  <a:prstClr val="black">
                    <a:alpha val="50000"/>
                  </a:prstClr>
                </a:innerShdw>
              </a:effectLst>
              <a:latin typeface="Arial" panose="020B0604020202020204" pitchFamily="34" charset="0"/>
              <a:ea typeface="微软雅黑" panose="020B0503020204020204" charset="-122"/>
              <a:sym typeface="Arial" panose="020B0604020202020204" pitchFamily="34" charset="0"/>
            </a:endParaRPr>
          </a:p>
        </p:txBody>
      </p:sp>
      <p:sp>
        <p:nvSpPr>
          <p:cNvPr id="14" name="矩形 13"/>
          <p:cNvSpPr/>
          <p:nvPr/>
        </p:nvSpPr>
        <p:spPr>
          <a:xfrm>
            <a:off x="-1" y="5424537"/>
            <a:ext cx="9143999" cy="583282"/>
          </a:xfrm>
          <a:prstGeom prst="rect">
            <a:avLst/>
          </a:prstGeom>
          <a:solidFill>
            <a:srgbClr val="EBED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latin typeface="Arial" panose="020B0604020202020204" pitchFamily="34" charset="0"/>
              <a:ea typeface="微软雅黑" panose="020B050302020402020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0131"/>
    </mc:Choice>
    <mc:Fallback>
      <p:transition spd="slow" advTm="10131"/>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6"/>
          <p:cNvSpPr/>
          <p:nvPr/>
        </p:nvSpPr>
        <p:spPr>
          <a:xfrm>
            <a:off x="0" y="2200930"/>
            <a:ext cx="9143999" cy="1180880"/>
          </a:xfrm>
          <a:custGeom>
            <a:avLst/>
            <a:gdLst>
              <a:gd name="connsiteX0" fmla="*/ 8427488 w 12191999"/>
              <a:gd name="connsiteY0" fmla="*/ 0 h 1574506"/>
              <a:gd name="connsiteX1" fmla="*/ 12191999 w 12191999"/>
              <a:gd name="connsiteY1" fmla="*/ 0 h 1574506"/>
              <a:gd name="connsiteX2" fmla="*/ 12191999 w 12191999"/>
              <a:gd name="connsiteY2" fmla="*/ 303715 h 1574506"/>
              <a:gd name="connsiteX3" fmla="*/ 8649669 w 12191999"/>
              <a:gd name="connsiteY3" fmla="*/ 303715 h 1574506"/>
              <a:gd name="connsiteX4" fmla="*/ 7945673 w 12191999"/>
              <a:gd name="connsiteY4" fmla="*/ 1574506 h 1574506"/>
              <a:gd name="connsiteX5" fmla="*/ 7555238 w 12191999"/>
              <a:gd name="connsiteY5" fmla="*/ 1574506 h 1574506"/>
              <a:gd name="connsiteX6" fmla="*/ 7555239 w 12191999"/>
              <a:gd name="connsiteY6" fmla="*/ 1574505 h 1574506"/>
              <a:gd name="connsiteX7" fmla="*/ 914400 w 12191999"/>
              <a:gd name="connsiteY7" fmla="*/ 1574505 h 1574506"/>
              <a:gd name="connsiteX8" fmla="*/ 185737 w 12191999"/>
              <a:gd name="connsiteY8" fmla="*/ 1574505 h 1574506"/>
              <a:gd name="connsiteX9" fmla="*/ 0 w 12191999"/>
              <a:gd name="connsiteY9" fmla="*/ 1574505 h 1574506"/>
              <a:gd name="connsiteX10" fmla="*/ 0 w 12191999"/>
              <a:gd name="connsiteY10" fmla="*/ 1244558 h 1574506"/>
              <a:gd name="connsiteX11" fmla="*/ 914400 w 12191999"/>
              <a:gd name="connsiteY11" fmla="*/ 1244558 h 1574506"/>
              <a:gd name="connsiteX12" fmla="*/ 914400 w 12191999"/>
              <a:gd name="connsiteY12" fmla="*/ 1245890 h 1574506"/>
              <a:gd name="connsiteX13" fmla="*/ 7737286 w 12191999"/>
              <a:gd name="connsiteY13" fmla="*/ 1245890 h 15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999" h="1574506">
                <a:moveTo>
                  <a:pt x="8427488" y="0"/>
                </a:moveTo>
                <a:lnTo>
                  <a:pt x="12191999" y="0"/>
                </a:lnTo>
                <a:lnTo>
                  <a:pt x="12191999" y="303715"/>
                </a:lnTo>
                <a:lnTo>
                  <a:pt x="8649669" y="303715"/>
                </a:lnTo>
                <a:lnTo>
                  <a:pt x="7945673" y="1574506"/>
                </a:lnTo>
                <a:lnTo>
                  <a:pt x="7555238" y="1574506"/>
                </a:lnTo>
                <a:lnTo>
                  <a:pt x="7555239" y="1574505"/>
                </a:lnTo>
                <a:lnTo>
                  <a:pt x="914400" y="1574505"/>
                </a:lnTo>
                <a:lnTo>
                  <a:pt x="185737" y="1574505"/>
                </a:lnTo>
                <a:lnTo>
                  <a:pt x="0" y="1574505"/>
                </a:lnTo>
                <a:lnTo>
                  <a:pt x="0" y="1244558"/>
                </a:lnTo>
                <a:lnTo>
                  <a:pt x="914400" y="1244558"/>
                </a:lnTo>
                <a:lnTo>
                  <a:pt x="914400" y="1245890"/>
                </a:lnTo>
                <a:lnTo>
                  <a:pt x="7737286" y="1245890"/>
                </a:lnTo>
                <a:close/>
              </a:path>
            </a:pathLst>
          </a:custGeom>
          <a:solidFill>
            <a:srgbClr val="BC8268"/>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latin typeface="Arial" panose="020B0604020202020204" pitchFamily="34" charset="0"/>
              <a:ea typeface="微软雅黑" panose="020B0503020204020204" charset="-122"/>
              <a:sym typeface="Arial" panose="020B0604020202020204" pitchFamily="34" charset="0"/>
            </a:endParaRPr>
          </a:p>
        </p:txBody>
      </p:sp>
      <p:sp>
        <p:nvSpPr>
          <p:cNvPr id="8" name="文本框 7"/>
          <p:cNvSpPr txBox="1"/>
          <p:nvPr/>
        </p:nvSpPr>
        <p:spPr>
          <a:xfrm>
            <a:off x="540000" y="2099250"/>
            <a:ext cx="5130000" cy="645160"/>
          </a:xfrm>
          <a:prstGeom prst="rect">
            <a:avLst/>
          </a:prstGeom>
          <a:noFill/>
        </p:spPr>
        <p:txBody>
          <a:bodyPr wrap="square" rtlCol="0">
            <a:spAutoFit/>
          </a:bodyPr>
          <a:lstStyle/>
          <a:p>
            <a:r>
              <a:rPr lang="zh-CN" altLang="en-US" sz="3600" b="1" dirty="0" smtClean="0">
                <a:effectLst>
                  <a:innerShdw blurRad="63500" dist="50800" dir="16200000">
                    <a:prstClr val="black">
                      <a:alpha val="50000"/>
                    </a:prstClr>
                  </a:innerShdw>
                </a:effectLst>
                <a:latin typeface="Arial" panose="020B0604020202020204" pitchFamily="34" charset="0"/>
                <a:ea typeface="微软雅黑" panose="020B0503020204020204" charset="-122"/>
                <a:sym typeface="Arial" panose="020B0604020202020204" pitchFamily="34" charset="0"/>
              </a:rPr>
              <a:t>参考教材</a:t>
            </a:r>
            <a:endParaRPr lang="zh-CN" altLang="en-US" sz="3600" b="1" dirty="0" smtClean="0">
              <a:effectLst>
                <a:innerShdw blurRad="63500" dist="50800" dir="16200000">
                  <a:prstClr val="black">
                    <a:alpha val="50000"/>
                  </a:prstClr>
                </a:innerShdw>
              </a:effectLst>
              <a:latin typeface="Arial" panose="020B0604020202020204" pitchFamily="34" charset="0"/>
              <a:ea typeface="微软雅黑" panose="020B0503020204020204" charset="-122"/>
              <a:sym typeface="Arial" panose="020B0604020202020204" pitchFamily="34" charset="0"/>
            </a:endParaRPr>
          </a:p>
        </p:txBody>
      </p:sp>
      <p:sp>
        <p:nvSpPr>
          <p:cNvPr id="102" name="文本框 101"/>
          <p:cNvSpPr txBox="1"/>
          <p:nvPr/>
        </p:nvSpPr>
        <p:spPr>
          <a:xfrm>
            <a:off x="248920" y="3429000"/>
            <a:ext cx="8747125" cy="2306955"/>
          </a:xfrm>
          <a:prstGeom prst="rect">
            <a:avLst/>
          </a:prstGeom>
          <a:noFill/>
          <a:ln w="9525">
            <a:noFill/>
          </a:ln>
        </p:spPr>
        <p:txBody>
          <a:bodyPr wrap="square">
            <a:spAutoFit/>
          </a:bodyPr>
          <a:lstStyle/>
          <a:p>
            <a:pPr>
              <a:lnSpc>
                <a:spcPct val="150000"/>
              </a:lnSpc>
            </a:pPr>
            <a:r>
              <a:rPr lang="zh-CN" sz="2400">
                <a:cs typeface="仿宋_GB2312" charset="0"/>
              </a:rPr>
              <a:t>（</a:t>
            </a:r>
            <a:r>
              <a:rPr lang="en-US" sz="2400">
                <a:latin typeface="Times New Roman" panose="02020603050405020304" pitchFamily="18" charset="0"/>
              </a:rPr>
              <a:t>1</a:t>
            </a:r>
            <a:r>
              <a:rPr lang="zh-CN" sz="2400">
                <a:cs typeface="仿宋_GB2312" charset="0"/>
              </a:rPr>
              <a:t>）</a:t>
            </a:r>
            <a:r>
              <a:rPr lang="zh-CN" sz="2400">
                <a:cs typeface="仿宋_GB2312" charset="0"/>
                <a:sym typeface="+mn-ea"/>
              </a:rPr>
              <a:t>王栋，</a:t>
            </a:r>
            <a:r>
              <a:rPr lang="zh-CN" sz="2400">
                <a:cs typeface="仿宋_GB2312" charset="0"/>
              </a:rPr>
              <a:t>高月芳著，《计算机视觉与图像处理》，</a:t>
            </a:r>
            <a:r>
              <a:rPr lang="zh-CN" altLang="en-US" sz="2400">
                <a:cs typeface="仿宋_GB2312" charset="0"/>
              </a:rPr>
              <a:t>中国农业出版社</a:t>
            </a:r>
            <a:endParaRPr lang="zh-CN" altLang="en-US" sz="2400">
              <a:cs typeface="仿宋_GB2312" charset="0"/>
            </a:endParaRPr>
          </a:p>
          <a:p>
            <a:pPr>
              <a:lnSpc>
                <a:spcPct val="150000"/>
              </a:lnSpc>
            </a:pPr>
            <a:r>
              <a:rPr lang="zh-CN" sz="2400">
                <a:cs typeface="仿宋_GB2312" charset="0"/>
                <a:sym typeface="+mn-ea"/>
              </a:rPr>
              <a:t>（</a:t>
            </a:r>
            <a:r>
              <a:rPr lang="en-US" sz="2400">
                <a:latin typeface="Times New Roman" panose="02020603050405020304" pitchFamily="18" charset="0"/>
                <a:sym typeface="+mn-ea"/>
              </a:rPr>
              <a:t>2</a:t>
            </a:r>
            <a:r>
              <a:rPr lang="zh-CN" sz="2400">
                <a:cs typeface="仿宋_GB2312" charset="0"/>
                <a:sym typeface="+mn-ea"/>
              </a:rPr>
              <a:t>）</a:t>
            </a:r>
            <a:r>
              <a:rPr lang="en-US" sz="2400">
                <a:latin typeface="Times New Roman" panose="02020603050405020304" pitchFamily="18" charset="0"/>
                <a:sym typeface="+mn-ea"/>
              </a:rPr>
              <a:t>[</a:t>
            </a:r>
            <a:r>
              <a:rPr lang="zh-CN" sz="2400">
                <a:cs typeface="仿宋_GB2312" charset="0"/>
                <a:sym typeface="+mn-ea"/>
              </a:rPr>
              <a:t>美</a:t>
            </a:r>
            <a:r>
              <a:rPr lang="en-US" sz="2400">
                <a:latin typeface="Times New Roman" panose="02020603050405020304" pitchFamily="18" charset="0"/>
                <a:sym typeface="+mn-ea"/>
              </a:rPr>
              <a:t>]</a:t>
            </a:r>
            <a:r>
              <a:rPr lang="zh-CN" sz="2400">
                <a:cs typeface="仿宋_GB2312" charset="0"/>
                <a:sym typeface="+mn-ea"/>
              </a:rPr>
              <a:t>冈萨雷斯著，《数字图像处理》，电子工业出版社</a:t>
            </a:r>
            <a:endParaRPr lang="zh-CN" altLang="en-US" sz="2400">
              <a:cs typeface="仿宋_GB2312" charset="0"/>
            </a:endParaRPr>
          </a:p>
          <a:p>
            <a:pPr>
              <a:lnSpc>
                <a:spcPct val="150000"/>
              </a:lnSpc>
            </a:pPr>
            <a:r>
              <a:rPr lang="zh-CN" sz="2400">
                <a:cs typeface="仿宋_GB2312" charset="0"/>
              </a:rPr>
              <a:t>（</a:t>
            </a:r>
            <a:r>
              <a:rPr lang="en-US" sz="2400">
                <a:latin typeface="Times New Roman" panose="02020603050405020304" pitchFamily="18" charset="0"/>
              </a:rPr>
              <a:t>3</a:t>
            </a:r>
            <a:r>
              <a:rPr lang="zh-CN" sz="2400">
                <a:cs typeface="仿宋_GB2312" charset="0"/>
              </a:rPr>
              <a:t>）</a:t>
            </a:r>
            <a:r>
              <a:rPr lang="zh-CN" sz="2400">
                <a:cs typeface="仿宋_GB2312" charset="0"/>
                <a:sym typeface="+mn-ea"/>
              </a:rPr>
              <a:t>章毓晋著，《计算机视觉教程》，人民邮电出版社</a:t>
            </a:r>
            <a:endParaRPr lang="zh-CN" altLang="en-US" sz="2400">
              <a:cs typeface="仿宋_GB2312"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10131"/>
    </mc:Choice>
    <mc:Fallback>
      <p:transition spd="slow" advTm="10131"/>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custDataLst>
              <p:tags r:id="rId1"/>
            </p:custDataLst>
          </p:nvPr>
        </p:nvSpPr>
        <p:spPr>
          <a:xfrm>
            <a:off x="782955" y="570865"/>
            <a:ext cx="4803140" cy="768985"/>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zh-CN" altLang="en-US" sz="4000" b="1" dirty="0">
                <a:solidFill>
                  <a:srgbClr val="FF0000"/>
                </a:solidFill>
                <a:ea typeface="微软雅黑" panose="020B0503020204020204" charset="-122"/>
                <a:sym typeface="Arial" panose="020B0604020202020204" pitchFamily="34" charset="0"/>
              </a:rPr>
              <a:t>第</a:t>
            </a:r>
            <a:r>
              <a:rPr lang="en-US" altLang="zh-CN" sz="4000" b="1" dirty="0">
                <a:solidFill>
                  <a:srgbClr val="FF0000"/>
                </a:solidFill>
                <a:ea typeface="微软雅黑" panose="020B0503020204020204" charset="-122"/>
                <a:sym typeface="Arial" panose="020B0604020202020204" pitchFamily="34" charset="0"/>
              </a:rPr>
              <a:t>1</a:t>
            </a:r>
            <a:r>
              <a:rPr lang="zh-CN" altLang="en-US" sz="4000" b="1" dirty="0">
                <a:solidFill>
                  <a:srgbClr val="FF0000"/>
                </a:solidFill>
                <a:ea typeface="微软雅黑" panose="020B0503020204020204" charset="-122"/>
                <a:sym typeface="Arial" panose="020B0604020202020204" pitchFamily="34" charset="0"/>
              </a:rPr>
              <a:t>章  绪论</a:t>
            </a:r>
            <a:r>
              <a:rPr lang="zh-CN" altLang="en-US" sz="4000" dirty="0">
                <a:solidFill>
                  <a:srgbClr val="FF0000"/>
                </a:solidFill>
                <a:ea typeface="微软雅黑" panose="020B0503020204020204" charset="-122"/>
                <a:sym typeface="Arial" panose="020B0604020202020204" pitchFamily="34" charset="0"/>
              </a:rPr>
              <a:t> </a:t>
            </a:r>
            <a:endParaRPr kumimoji="0" lang="zh-CN" altLang="en-US" sz="4000" b="1" i="0" kern="1200" cap="none" spc="0" normalizeH="0" baseline="0" noProof="0" dirty="0">
              <a:solidFill>
                <a:srgbClr val="FF0000"/>
              </a:solidFill>
              <a:effectLst>
                <a:innerShdw blurRad="63500" dist="50800" dir="13500000">
                  <a:prstClr val="black">
                    <a:alpha val="50000"/>
                  </a:prstClr>
                </a:innerShdw>
              </a:effectLst>
              <a:latin typeface="Arial" panose="020B0604020202020204" pitchFamily="34" charset="0"/>
              <a:ea typeface="微软雅黑" panose="020B0503020204020204" charset="-122"/>
              <a:sym typeface="Arial" panose="020B0604020202020204" pitchFamily="34" charset="0"/>
            </a:endParaRPr>
          </a:p>
        </p:txBody>
      </p:sp>
      <p:sp>
        <p:nvSpPr>
          <p:cNvPr id="9" name="矩形 8"/>
          <p:cNvSpPr/>
          <p:nvPr/>
        </p:nvSpPr>
        <p:spPr>
          <a:xfrm>
            <a:off x="1100271" y="1644664"/>
            <a:ext cx="5265000" cy="4707890"/>
          </a:xfrm>
          <a:prstGeom prst="rect">
            <a:avLst/>
          </a:prstGeom>
        </p:spPr>
        <p:txBody>
          <a:bodyPr wrap="square">
            <a:spAutoFit/>
          </a:bodyPr>
          <a:lstStyle/>
          <a:p>
            <a:pPr defTabSz="720090">
              <a:lnSpc>
                <a:spcPct val="200000"/>
              </a:lnSpc>
              <a:spcBef>
                <a:spcPts val="600"/>
              </a:spcBef>
            </a:pPr>
            <a:r>
              <a:rPr lang="zh-CN" altLang="en-US" sz="2800" b="1" dirty="0">
                <a:solidFill>
                  <a:schemeClr val="tx1"/>
                </a:solidFill>
                <a:latin typeface="微软雅黑" panose="020B0503020204020204" charset="-122"/>
                <a:ea typeface="微软雅黑" panose="020B0503020204020204" charset="-122"/>
              </a:rPr>
              <a:t>目录</a:t>
            </a:r>
            <a:endParaRPr lang="zh-CN" altLang="en-US" sz="2800" b="1" dirty="0">
              <a:solidFill>
                <a:schemeClr val="tx1"/>
              </a:solidFill>
              <a:latin typeface="微软雅黑" panose="020B0503020204020204" charset="-122"/>
              <a:ea typeface="微软雅黑" panose="020B0503020204020204" charset="-122"/>
            </a:endParaRPr>
          </a:p>
          <a:p>
            <a:pPr defTabSz="720090">
              <a:lnSpc>
                <a:spcPct val="200000"/>
              </a:lnSpc>
              <a:spcBef>
                <a:spcPts val="600"/>
              </a:spcBef>
            </a:pPr>
            <a:r>
              <a:rPr lang="en-US" altLang="zh-CN" sz="2800" b="1" dirty="0">
                <a:latin typeface="Arial" panose="020B0604020202020204" pitchFamily="34" charset="0"/>
                <a:ea typeface="微软雅黑" panose="020B0503020204020204" charset="-122"/>
                <a:sym typeface="Arial" panose="020B0604020202020204" pitchFamily="34" charset="0"/>
              </a:rPr>
              <a:t>1.1	</a:t>
            </a:r>
            <a:r>
              <a:rPr lang="zh-CN" altLang="en-US" sz="2800" dirty="0">
                <a:latin typeface="微软雅黑" panose="020B0503020204020204" charset="-122"/>
                <a:ea typeface="微软雅黑" panose="020B0503020204020204" charset="-122"/>
                <a:sym typeface="+mn-ea"/>
              </a:rPr>
              <a:t>概念</a:t>
            </a:r>
            <a:endParaRPr lang="zh-CN" altLang="en-US" sz="2800" dirty="0">
              <a:latin typeface="微软雅黑" panose="020B0503020204020204" charset="-122"/>
              <a:ea typeface="微软雅黑" panose="020B0503020204020204" charset="-122"/>
              <a:sym typeface="+mn-ea"/>
            </a:endParaRPr>
          </a:p>
          <a:p>
            <a:pPr algn="l" defTabSz="720090">
              <a:lnSpc>
                <a:spcPct val="200000"/>
              </a:lnSpc>
              <a:spcBef>
                <a:spcPts val="600"/>
              </a:spcBef>
              <a:buClrTx/>
              <a:buSzTx/>
              <a:buFontTx/>
            </a:pPr>
            <a:r>
              <a:rPr lang="en-US" altLang="zh-CN" sz="2800" b="1" dirty="0">
                <a:ea typeface="微软雅黑" panose="020B0503020204020204" charset="-122"/>
                <a:sym typeface="+mn-ea"/>
              </a:rPr>
              <a:t>1.2 </a:t>
            </a:r>
            <a:r>
              <a:rPr lang="zh-CN" altLang="en-US" sz="2800" dirty="0" smtClean="0">
                <a:ea typeface="微软雅黑" panose="020B0503020204020204" charset="-122"/>
                <a:sym typeface="+mn-ea"/>
              </a:rPr>
              <a:t> 图像视觉任务</a:t>
            </a:r>
            <a:endParaRPr lang="zh-CN" altLang="en-US" sz="2800" dirty="0" smtClean="0">
              <a:ea typeface="微软雅黑" panose="020B0503020204020204" charset="-122"/>
              <a:sym typeface="Arial" panose="020B0604020202020204" pitchFamily="34" charset="0"/>
            </a:endParaRPr>
          </a:p>
          <a:p>
            <a:pPr defTabSz="720090">
              <a:lnSpc>
                <a:spcPct val="200000"/>
              </a:lnSpc>
              <a:spcBef>
                <a:spcPts val="600"/>
              </a:spcBef>
            </a:pPr>
            <a:r>
              <a:rPr lang="en-US" altLang="zh-CN" sz="2800" b="1" dirty="0">
                <a:latin typeface="Arial" panose="020B0604020202020204" pitchFamily="34" charset="0"/>
                <a:ea typeface="微软雅黑" panose="020B0503020204020204" charset="-122"/>
                <a:sym typeface="Arial" panose="020B0604020202020204" pitchFamily="34" charset="0"/>
              </a:rPr>
              <a:t>1.3	</a:t>
            </a:r>
            <a:r>
              <a:rPr lang="zh-CN" altLang="en-US" sz="2800" dirty="0" smtClean="0">
                <a:latin typeface="Arial" panose="020B0604020202020204" pitchFamily="34" charset="0"/>
                <a:ea typeface="微软雅黑" panose="020B0503020204020204" charset="-122"/>
                <a:sym typeface="Arial" panose="020B0604020202020204" pitchFamily="34" charset="0"/>
              </a:rPr>
              <a:t>图像基础</a:t>
            </a:r>
            <a:endParaRPr lang="en-US" altLang="zh-CN" sz="2800" dirty="0">
              <a:latin typeface="Arial" panose="020B0604020202020204" pitchFamily="34" charset="0"/>
              <a:ea typeface="微软雅黑" panose="020B0503020204020204" charset="-122"/>
              <a:sym typeface="Arial" panose="020B0604020202020204" pitchFamily="34" charset="0"/>
            </a:endParaRPr>
          </a:p>
          <a:p>
            <a:pPr defTabSz="720090">
              <a:lnSpc>
                <a:spcPct val="200000"/>
              </a:lnSpc>
              <a:spcBef>
                <a:spcPts val="600"/>
              </a:spcBef>
            </a:pPr>
            <a:endParaRPr lang="en-US" altLang="zh-CN" sz="28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50375"/>
    </mc:Choice>
    <mc:Fallback>
      <p:transition spd="slow" advTm="50375"/>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custDataLst>
              <p:tags r:id="rId1"/>
            </p:custDataLst>
          </p:nvPr>
        </p:nvSpPr>
        <p:spPr>
          <a:xfrm>
            <a:off x="7090935" y="99489"/>
            <a:ext cx="2025000"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1.1 </a:t>
            </a:r>
            <a:r>
              <a:rPr lang="zh-CN" altLang="en-US" sz="2800" b="1" dirty="0">
                <a:solidFill>
                  <a:srgbClr val="FF0000"/>
                </a:solidFill>
                <a:latin typeface="微软雅黑" panose="020B0503020204020204" charset="-122"/>
                <a:ea typeface="微软雅黑" panose="020B0503020204020204" charset="-122"/>
                <a:sym typeface="+mn-ea"/>
              </a:rPr>
              <a:t>概念</a:t>
            </a:r>
            <a:endParaRPr kumimoji="0" lang="zh-CN" altLang="en-US" sz="2800" b="1" i="0" kern="1200" cap="none" spc="0" normalizeH="0" baseline="0" noProof="0" dirty="0">
              <a:effectLst>
                <a:innerShdw blurRad="63500" dist="50800" dir="13500000">
                  <a:prstClr val="black">
                    <a:alpha val="50000"/>
                  </a:prstClr>
                </a:innerShdw>
              </a:effectLst>
              <a:latin typeface="Arial" panose="020B0604020202020204" pitchFamily="34" charset="0"/>
              <a:ea typeface="微软雅黑" panose="020B0503020204020204" charset="-122"/>
              <a:sym typeface="Arial" panose="020B0604020202020204" pitchFamily="34" charset="0"/>
            </a:endParaRPr>
          </a:p>
        </p:txBody>
      </p:sp>
      <p:sp>
        <p:nvSpPr>
          <p:cNvPr id="2" name="文本框 1"/>
          <p:cNvSpPr txBox="1"/>
          <p:nvPr/>
        </p:nvSpPr>
        <p:spPr>
          <a:xfrm>
            <a:off x="713740" y="1102995"/>
            <a:ext cx="7385685" cy="1863725"/>
          </a:xfrm>
          <a:prstGeom prst="rect">
            <a:avLst/>
          </a:prstGeom>
          <a:noFill/>
        </p:spPr>
        <p:txBody>
          <a:bodyPr wrap="square" rtlCol="0" anchor="t">
            <a:spAutoFit/>
          </a:bodyPr>
          <a:lstStyle/>
          <a:p>
            <a:pPr>
              <a:lnSpc>
                <a:spcPct val="120000"/>
              </a:lnSpc>
              <a:spcBef>
                <a:spcPts val="0"/>
              </a:spcBef>
              <a:spcAft>
                <a:spcPts val="0"/>
              </a:spcAft>
            </a:pPr>
            <a:r>
              <a:rPr lang="zh-CN" altLang="en-US" sz="2400" dirty="0">
                <a:latin typeface="微软雅黑" panose="020B0503020204020204" charset="-122"/>
                <a:ea typeface="微软雅黑" panose="020B0503020204020204" charset="-122"/>
                <a:sym typeface="+mn-ea"/>
              </a:rPr>
              <a:t>图像：</a:t>
            </a:r>
            <a:r>
              <a:rPr lang="zh-CN" altLang="en-US" sz="2400">
                <a:sym typeface="+mn-ea"/>
              </a:rPr>
              <a:t>是视觉信息的载体。在数字世界中，图像通常指由数字设备捕捉或生成的二维数据集合，这些数据集合以数字形式存储，并可以被计算机处理、显示、传输和存储。</a:t>
            </a:r>
            <a:endParaRPr lang="zh-CN" altLang="en-US" sz="2400">
              <a:sym typeface="+mn-ea"/>
            </a:endParaRPr>
          </a:p>
        </p:txBody>
      </p:sp>
      <p:pic>
        <p:nvPicPr>
          <p:cNvPr id="23554" name="Picture 4"/>
          <p:cNvPicPr>
            <a:picLocks noChangeAspect="1"/>
          </p:cNvPicPr>
          <p:nvPr>
            <p:custDataLst>
              <p:tags r:id="rId2"/>
            </p:custDataLst>
          </p:nvPr>
        </p:nvPicPr>
        <p:blipFill>
          <a:blip r:embed="rId3"/>
          <a:stretch>
            <a:fillRect/>
          </a:stretch>
        </p:blipFill>
        <p:spPr>
          <a:xfrm>
            <a:off x="2420303" y="3087688"/>
            <a:ext cx="3021330" cy="2266474"/>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advTm="50375"/>
    </mc:Choice>
    <mc:Fallback>
      <p:transition spd="slow" advTm="50375"/>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custDataLst>
              <p:tags r:id="rId1"/>
            </p:custDataLst>
          </p:nvPr>
        </p:nvSpPr>
        <p:spPr>
          <a:xfrm>
            <a:off x="7090935" y="99489"/>
            <a:ext cx="2025000"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1.1 </a:t>
            </a:r>
            <a:r>
              <a:rPr lang="zh-CN" altLang="en-US" sz="2800" b="1" dirty="0">
                <a:solidFill>
                  <a:srgbClr val="FF0000"/>
                </a:solidFill>
                <a:latin typeface="微软雅黑" panose="020B0503020204020204" charset="-122"/>
                <a:ea typeface="微软雅黑" panose="020B0503020204020204" charset="-122"/>
                <a:sym typeface="+mn-ea"/>
              </a:rPr>
              <a:t>概念</a:t>
            </a:r>
            <a:endParaRPr kumimoji="0" lang="zh-CN" altLang="en-US" sz="2800" b="1" i="0" kern="1200" cap="none" spc="0" normalizeH="0" baseline="0" noProof="0" dirty="0">
              <a:effectLst>
                <a:innerShdw blurRad="63500" dist="50800" dir="13500000">
                  <a:prstClr val="black">
                    <a:alpha val="50000"/>
                  </a:prstClr>
                </a:innerShdw>
              </a:effectLst>
              <a:latin typeface="Arial" panose="020B0604020202020204" pitchFamily="34" charset="0"/>
              <a:ea typeface="微软雅黑" panose="020B0503020204020204" charset="-122"/>
              <a:sym typeface="Arial" panose="020B0604020202020204" pitchFamily="34" charset="0"/>
            </a:endParaRPr>
          </a:p>
        </p:txBody>
      </p:sp>
      <p:sp>
        <p:nvSpPr>
          <p:cNvPr id="6" name="文本框 5"/>
          <p:cNvSpPr txBox="1"/>
          <p:nvPr>
            <p:custDataLst>
              <p:tags r:id="rId2"/>
            </p:custDataLst>
          </p:nvPr>
        </p:nvSpPr>
        <p:spPr>
          <a:xfrm>
            <a:off x="335915" y="563245"/>
            <a:ext cx="4535805" cy="460375"/>
          </a:xfrm>
          <a:prstGeom prst="rect">
            <a:avLst/>
          </a:prstGeom>
          <a:noFill/>
        </p:spPr>
        <p:txBody>
          <a:bodyPr wrap="square" rtlCol="0">
            <a:spAutoFit/>
          </a:bodyPr>
          <a:lstStyle/>
          <a:p>
            <a:r>
              <a:rPr lang="zh-CN" altLang="en-US" sz="2400" b="1">
                <a:gradFill>
                  <a:gsLst>
                    <a:gs pos="0">
                      <a:srgbClr val="7B32B2"/>
                    </a:gs>
                    <a:gs pos="100000">
                      <a:srgbClr val="401A5D"/>
                    </a:gs>
                  </a:gsLst>
                  <a:lin scaled="0"/>
                </a:gradFill>
              </a:rPr>
              <a:t>图像处理与计算机视觉</a:t>
            </a:r>
            <a:r>
              <a:rPr lang="zh-CN" altLang="en-US" sz="2400" b="1">
                <a:gradFill>
                  <a:gsLst>
                    <a:gs pos="0">
                      <a:srgbClr val="7B32B2"/>
                    </a:gs>
                    <a:gs pos="100000">
                      <a:srgbClr val="401A5D"/>
                    </a:gs>
                  </a:gsLst>
                  <a:lin scaled="0"/>
                </a:gradFill>
              </a:rPr>
              <a:t>任务</a:t>
            </a:r>
            <a:endParaRPr lang="zh-CN" altLang="en-US" sz="2400" b="1">
              <a:gradFill>
                <a:gsLst>
                  <a:gs pos="0">
                    <a:srgbClr val="7B32B2"/>
                  </a:gs>
                  <a:gs pos="100000">
                    <a:srgbClr val="401A5D"/>
                  </a:gs>
                </a:gsLst>
                <a:lin scaled="0"/>
              </a:gradFill>
            </a:endParaRPr>
          </a:p>
        </p:txBody>
      </p:sp>
      <p:sp>
        <p:nvSpPr>
          <p:cNvPr id="2" name="文本框 1"/>
          <p:cNvSpPr txBox="1"/>
          <p:nvPr/>
        </p:nvSpPr>
        <p:spPr>
          <a:xfrm>
            <a:off x="521335" y="1023620"/>
            <a:ext cx="7612380" cy="1198880"/>
          </a:xfrm>
          <a:prstGeom prst="rect">
            <a:avLst/>
          </a:prstGeom>
          <a:noFill/>
        </p:spPr>
        <p:txBody>
          <a:bodyPr wrap="square" rtlCol="0" anchor="t">
            <a:spAutoFit/>
          </a:bodyPr>
          <a:lstStyle/>
          <a:p>
            <a:pPr>
              <a:lnSpc>
                <a:spcPct val="150000"/>
              </a:lnSpc>
            </a:pPr>
            <a:r>
              <a:rPr lang="zh-CN" altLang="en-US" sz="2400" dirty="0">
                <a:latin typeface="Times New Roman" panose="02020603050405020304" pitchFamily="18" charset="0"/>
                <a:sym typeface="+mn-ea"/>
              </a:rPr>
              <a:t>图像处理和计算机视觉任务通常可分为低级、中级和高级三个处理层次。</a:t>
            </a:r>
            <a:endParaRPr lang="zh-CN" altLang="en-US" sz="2400">
              <a:sym typeface="+mn-ea"/>
            </a:endParaRPr>
          </a:p>
        </p:txBody>
      </p:sp>
      <p:sp>
        <p:nvSpPr>
          <p:cNvPr id="5" name="文本框 4"/>
          <p:cNvSpPr txBox="1"/>
          <p:nvPr/>
        </p:nvSpPr>
        <p:spPr>
          <a:xfrm>
            <a:off x="177800" y="2222500"/>
            <a:ext cx="4693920" cy="3115310"/>
          </a:xfrm>
          <a:prstGeom prst="rect">
            <a:avLst/>
          </a:prstGeom>
          <a:noFill/>
        </p:spPr>
        <p:txBody>
          <a:bodyPr wrap="square" rtlCol="0" anchor="t">
            <a:spAutoFit/>
          </a:bodyPr>
          <a:lstStyle/>
          <a:p>
            <a:pPr marL="342900" indent="-342900" defTabSz="720090">
              <a:lnSpc>
                <a:spcPct val="130000"/>
              </a:lnSpc>
              <a:spcBef>
                <a:spcPts val="600"/>
              </a:spcBef>
              <a:spcAft>
                <a:spcPts val="0"/>
              </a:spcAft>
              <a:buFont typeface="Wingdings" panose="05000000000000000000" charset="0"/>
              <a:buChar char="Ø"/>
              <a:defRPr/>
            </a:pPr>
            <a:r>
              <a:rPr lang="zh-CN" altLang="en-US" sz="2000" smtClean="0">
                <a:latin typeface="微软雅黑" panose="020B0503020204020204" charset="-122"/>
                <a:ea typeface="微软雅黑" panose="020B0503020204020204" charset="-122"/>
                <a:sym typeface="+mn-ea"/>
              </a:rPr>
              <a:t>低级处理</a:t>
            </a:r>
            <a:endParaRPr lang="zh-CN" altLang="en-US" sz="2000" smtClean="0">
              <a:latin typeface="微软雅黑" panose="020B0503020204020204" charset="-122"/>
              <a:ea typeface="微软雅黑" panose="020B0503020204020204" charset="-122"/>
            </a:endParaRPr>
          </a:p>
          <a:p>
            <a:pPr marL="800100" lvl="1" indent="-342900" defTabSz="720090">
              <a:lnSpc>
                <a:spcPct val="130000"/>
              </a:lnSpc>
              <a:spcBef>
                <a:spcPts val="600"/>
              </a:spcBef>
              <a:spcAft>
                <a:spcPts val="0"/>
              </a:spcAft>
              <a:buFont typeface="Wingdings" panose="05000000000000000000" charset="0"/>
              <a:buChar char="p"/>
              <a:defRPr/>
            </a:pPr>
            <a:r>
              <a:rPr lang="zh-CN" altLang="en-US" sz="1800" smtClean="0">
                <a:latin typeface="微软雅黑" panose="020B0503020204020204" charset="-122"/>
                <a:ea typeface="微软雅黑" panose="020B0503020204020204" charset="-122"/>
                <a:sym typeface="+mn-ea"/>
              </a:rPr>
              <a:t>输入输出都是图像</a:t>
            </a:r>
            <a:endParaRPr lang="zh-CN" altLang="en-US" sz="1800" smtClean="0">
              <a:latin typeface="微软雅黑" panose="020B0503020204020204" charset="-122"/>
              <a:ea typeface="微软雅黑" panose="020B0503020204020204" charset="-122"/>
            </a:endParaRPr>
          </a:p>
          <a:p>
            <a:pPr marL="800100" lvl="1" indent="-342900" defTabSz="720090">
              <a:lnSpc>
                <a:spcPct val="130000"/>
              </a:lnSpc>
              <a:spcBef>
                <a:spcPts val="600"/>
              </a:spcBef>
              <a:spcAft>
                <a:spcPts val="0"/>
              </a:spcAft>
              <a:buFont typeface="Wingdings" panose="05000000000000000000" charset="0"/>
              <a:buChar char="p"/>
              <a:defRPr/>
            </a:pPr>
            <a:r>
              <a:rPr lang="zh-CN" altLang="en-US" sz="1800" smtClean="0">
                <a:latin typeface="微软雅黑" panose="020B0503020204020204" charset="-122"/>
                <a:ea typeface="微软雅黑" panose="020B0503020204020204" charset="-122"/>
                <a:sym typeface="+mn-ea"/>
              </a:rPr>
              <a:t>去噪、对比度增强、图像编辑</a:t>
            </a:r>
            <a:r>
              <a:rPr lang="zh-CN" altLang="en-US" sz="2000" smtClean="0">
                <a:latin typeface="微软雅黑" panose="020B0503020204020204" charset="-122"/>
                <a:ea typeface="微软雅黑" panose="020B0503020204020204" charset="-122"/>
                <a:sym typeface="+mn-ea"/>
              </a:rPr>
              <a:t>等</a:t>
            </a:r>
            <a:endParaRPr lang="zh-CN" altLang="en-US" sz="2000" smtClean="0">
              <a:latin typeface="微软雅黑" panose="020B0503020204020204" charset="-122"/>
              <a:ea typeface="微软雅黑" panose="020B0503020204020204" charset="-122"/>
            </a:endParaRPr>
          </a:p>
          <a:p>
            <a:pPr marL="342900" indent="-342900" defTabSz="720090">
              <a:lnSpc>
                <a:spcPct val="130000"/>
              </a:lnSpc>
              <a:spcBef>
                <a:spcPts val="600"/>
              </a:spcBef>
              <a:spcAft>
                <a:spcPts val="0"/>
              </a:spcAft>
              <a:buFont typeface="Wingdings" panose="05000000000000000000" charset="0"/>
              <a:buChar char="Ø"/>
              <a:defRPr/>
            </a:pPr>
            <a:r>
              <a:rPr lang="zh-CN" altLang="en-US" sz="2000" smtClean="0">
                <a:latin typeface="微软雅黑" panose="020B0503020204020204" charset="-122"/>
                <a:ea typeface="微软雅黑" panose="020B0503020204020204" charset="-122"/>
                <a:sym typeface="+mn-ea"/>
              </a:rPr>
              <a:t>中级处理</a:t>
            </a:r>
            <a:endParaRPr lang="zh-CN" altLang="en-US" sz="2000" smtClean="0">
              <a:latin typeface="微软雅黑" panose="020B0503020204020204" charset="-122"/>
              <a:ea typeface="微软雅黑" panose="020B0503020204020204" charset="-122"/>
            </a:endParaRPr>
          </a:p>
          <a:p>
            <a:pPr marL="800100" lvl="1" indent="-342900" defTabSz="720090">
              <a:lnSpc>
                <a:spcPct val="130000"/>
              </a:lnSpc>
              <a:spcBef>
                <a:spcPts val="600"/>
              </a:spcBef>
              <a:spcAft>
                <a:spcPts val="0"/>
              </a:spcAft>
              <a:buFont typeface="Wingdings" panose="05000000000000000000" charset="0"/>
              <a:buChar char="p"/>
              <a:defRPr/>
            </a:pPr>
            <a:r>
              <a:rPr lang="zh-CN" altLang="en-US" sz="1800" smtClean="0">
                <a:latin typeface="微软雅黑" panose="020B0503020204020204" charset="-122"/>
                <a:ea typeface="微软雅黑" panose="020B0503020204020204" charset="-122"/>
                <a:sym typeface="+mn-ea"/>
              </a:rPr>
              <a:t>输入为图像、输出为</a:t>
            </a:r>
            <a:r>
              <a:rPr lang="zh-CN" altLang="en-US" sz="1800" smtClean="0">
                <a:latin typeface="微软雅黑" panose="020B0503020204020204" charset="-122"/>
                <a:ea typeface="微软雅黑" panose="020B0503020204020204" charset="-122"/>
              </a:rPr>
              <a:t>图像中的区域、边界、轮廓等</a:t>
            </a:r>
            <a:endParaRPr lang="zh-CN" altLang="en-US" sz="1800" smtClean="0">
              <a:latin typeface="微软雅黑" panose="020B0503020204020204" charset="-122"/>
              <a:ea typeface="微软雅黑" panose="020B0503020204020204" charset="-122"/>
            </a:endParaRPr>
          </a:p>
          <a:p>
            <a:pPr marL="800100" lvl="1" indent="-342900" defTabSz="720090">
              <a:lnSpc>
                <a:spcPct val="130000"/>
              </a:lnSpc>
              <a:spcBef>
                <a:spcPts val="600"/>
              </a:spcBef>
              <a:spcAft>
                <a:spcPts val="0"/>
              </a:spcAft>
              <a:buFont typeface="Wingdings" panose="05000000000000000000" charset="0"/>
              <a:buChar char="p"/>
              <a:defRPr/>
            </a:pPr>
            <a:r>
              <a:rPr lang="zh-CN" altLang="en-US" sz="1800" smtClean="0">
                <a:latin typeface="微软雅黑" panose="020B0503020204020204" charset="-122"/>
                <a:ea typeface="微软雅黑" panose="020B0503020204020204" charset="-122"/>
                <a:sym typeface="+mn-ea"/>
              </a:rPr>
              <a:t>图像分割、边缘检测、区域</a:t>
            </a:r>
            <a:r>
              <a:rPr lang="zh-CN" altLang="en-US" sz="1800" smtClean="0">
                <a:latin typeface="微软雅黑" panose="020B0503020204020204" charset="-122"/>
                <a:ea typeface="微软雅黑" panose="020B0503020204020204" charset="-122"/>
                <a:sym typeface="+mn-ea"/>
              </a:rPr>
              <a:t>提取等</a:t>
            </a:r>
            <a:endParaRPr lang="zh-CN" altLang="en-US" sz="1800" smtClean="0">
              <a:latin typeface="微软雅黑" panose="020B0503020204020204" charset="-122"/>
              <a:ea typeface="微软雅黑" panose="020B0503020204020204" charset="-122"/>
              <a:sym typeface="+mn-ea"/>
            </a:endParaRPr>
          </a:p>
        </p:txBody>
      </p:sp>
      <p:graphicFrame>
        <p:nvGraphicFramePr>
          <p:cNvPr id="7" name="对象 6"/>
          <p:cNvGraphicFramePr/>
          <p:nvPr>
            <p:custDataLst>
              <p:tags r:id="rId3"/>
            </p:custDataLst>
          </p:nvPr>
        </p:nvGraphicFramePr>
        <p:xfrm>
          <a:off x="4759008" y="2418874"/>
          <a:ext cx="1890000" cy="1350000"/>
        </p:xfrm>
        <a:graphic>
          <a:graphicData uri="http://schemas.openxmlformats.org/presentationml/2006/ole">
            <mc:AlternateContent xmlns:mc="http://schemas.openxmlformats.org/markup-compatibility/2006">
              <mc:Choice xmlns:v="urn:schemas-microsoft-com:vml" Requires="v">
                <p:oleObj spid="_x0000_s1029" name="" r:id="rId4" imgW="4257675" imgH="3190875" progId="Paint.Picture">
                  <p:embed/>
                </p:oleObj>
              </mc:Choice>
              <mc:Fallback>
                <p:oleObj name="" r:id="rId4" imgW="4257675" imgH="3190875" progId="Paint.Picture">
                  <p:embed/>
                  <p:pic>
                    <p:nvPicPr>
                      <p:cNvPr id="0" name="图片 8"/>
                      <p:cNvPicPr/>
                      <p:nvPr/>
                    </p:nvPicPr>
                    <p:blipFill>
                      <a:blip r:embed="rId5"/>
                      <a:stretch>
                        <a:fillRect/>
                      </a:stretch>
                    </p:blipFill>
                    <p:spPr>
                      <a:xfrm>
                        <a:off x="4759008" y="2418874"/>
                        <a:ext cx="1890000" cy="1350000"/>
                      </a:xfrm>
                      <a:prstGeom prst="rect">
                        <a:avLst/>
                      </a:prstGeom>
                    </p:spPr>
                  </p:pic>
                </p:oleObj>
              </mc:Fallback>
            </mc:AlternateContent>
          </a:graphicData>
        </a:graphic>
      </p:graphicFrame>
      <p:graphicFrame>
        <p:nvGraphicFramePr>
          <p:cNvPr id="9" name="对象 8"/>
          <p:cNvGraphicFramePr/>
          <p:nvPr>
            <p:custDataLst>
              <p:tags r:id="rId6"/>
            </p:custDataLst>
          </p:nvPr>
        </p:nvGraphicFramePr>
        <p:xfrm>
          <a:off x="7085648" y="2423160"/>
          <a:ext cx="1890000" cy="1350000"/>
        </p:xfrm>
        <a:graphic>
          <a:graphicData uri="http://schemas.openxmlformats.org/presentationml/2006/ole">
            <mc:AlternateContent xmlns:mc="http://schemas.openxmlformats.org/markup-compatibility/2006">
              <mc:Choice xmlns:v="urn:schemas-microsoft-com:vml" Requires="v">
                <p:oleObj spid="_x0000_s1030" name="" r:id="rId7" imgW="4267200" imgH="3181350" progId="Paint.Picture">
                  <p:embed/>
                </p:oleObj>
              </mc:Choice>
              <mc:Fallback>
                <p:oleObj name="" r:id="rId7" imgW="4267200" imgH="3181350" progId="Paint.Picture">
                  <p:embed/>
                  <p:pic>
                    <p:nvPicPr>
                      <p:cNvPr id="0" name="图片 10"/>
                      <p:cNvPicPr/>
                      <p:nvPr/>
                    </p:nvPicPr>
                    <p:blipFill>
                      <a:blip r:embed="rId8"/>
                      <a:stretch>
                        <a:fillRect/>
                      </a:stretch>
                    </p:blipFill>
                    <p:spPr>
                      <a:xfrm>
                        <a:off x="7085648" y="2423160"/>
                        <a:ext cx="1890000" cy="1350000"/>
                      </a:xfrm>
                      <a:prstGeom prst="rect">
                        <a:avLst/>
                      </a:prstGeom>
                    </p:spPr>
                  </p:pic>
                </p:oleObj>
              </mc:Fallback>
            </mc:AlternateContent>
          </a:graphicData>
        </a:graphic>
      </p:graphicFrame>
      <p:sp>
        <p:nvSpPr>
          <p:cNvPr id="14" name="右箭头 13"/>
          <p:cNvSpPr/>
          <p:nvPr>
            <p:custDataLst>
              <p:tags r:id="rId9"/>
            </p:custDataLst>
          </p:nvPr>
        </p:nvSpPr>
        <p:spPr>
          <a:xfrm>
            <a:off x="6694170" y="3065145"/>
            <a:ext cx="305276" cy="79534"/>
          </a:xfrm>
          <a:prstGeom prst="right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00"/>
          </a:p>
        </p:txBody>
      </p:sp>
      <p:graphicFrame>
        <p:nvGraphicFramePr>
          <p:cNvPr id="16" name="对象 15"/>
          <p:cNvGraphicFramePr/>
          <p:nvPr>
            <p:custDataLst>
              <p:tags r:id="rId10"/>
            </p:custDataLst>
          </p:nvPr>
        </p:nvGraphicFramePr>
        <p:xfrm>
          <a:off x="4759008" y="3792379"/>
          <a:ext cx="1890000" cy="1350000"/>
        </p:xfrm>
        <a:graphic>
          <a:graphicData uri="http://schemas.openxmlformats.org/presentationml/2006/ole">
            <mc:AlternateContent xmlns:mc="http://schemas.openxmlformats.org/markup-compatibility/2006">
              <mc:Choice xmlns:v="urn:schemas-microsoft-com:vml" Requires="v">
                <p:oleObj spid="_x0000_s1031" name="" r:id="rId11" imgW="4724400" imgH="2943225" progId="Paint.Picture">
                  <p:embed/>
                </p:oleObj>
              </mc:Choice>
              <mc:Fallback>
                <p:oleObj name="" r:id="rId11" imgW="4724400" imgH="2943225" progId="Paint.Picture">
                  <p:embed/>
                  <p:pic>
                    <p:nvPicPr>
                      <p:cNvPr id="0" name="图片 13"/>
                      <p:cNvPicPr/>
                      <p:nvPr/>
                    </p:nvPicPr>
                    <p:blipFill>
                      <a:blip r:embed="rId12"/>
                      <a:stretch>
                        <a:fillRect/>
                      </a:stretch>
                    </p:blipFill>
                    <p:spPr>
                      <a:xfrm>
                        <a:off x="4759008" y="3792379"/>
                        <a:ext cx="1890000" cy="1350000"/>
                      </a:xfrm>
                      <a:prstGeom prst="rect">
                        <a:avLst/>
                      </a:prstGeom>
                    </p:spPr>
                  </p:pic>
                </p:oleObj>
              </mc:Fallback>
            </mc:AlternateContent>
          </a:graphicData>
        </a:graphic>
      </p:graphicFrame>
      <p:graphicFrame>
        <p:nvGraphicFramePr>
          <p:cNvPr id="26" name="对象 25"/>
          <p:cNvGraphicFramePr/>
          <p:nvPr>
            <p:custDataLst>
              <p:tags r:id="rId13"/>
            </p:custDataLst>
          </p:nvPr>
        </p:nvGraphicFramePr>
        <p:xfrm>
          <a:off x="7085648" y="3792379"/>
          <a:ext cx="1890000" cy="1350000"/>
        </p:xfrm>
        <a:graphic>
          <a:graphicData uri="http://schemas.openxmlformats.org/presentationml/2006/ole">
            <mc:AlternateContent xmlns:mc="http://schemas.openxmlformats.org/markup-compatibility/2006">
              <mc:Choice xmlns:v="urn:schemas-microsoft-com:vml" Requires="v">
                <p:oleObj spid="_x0000_s1032" name="" r:id="rId14" imgW="4714875" imgH="2943225" progId="Paint.Picture">
                  <p:embed/>
                </p:oleObj>
              </mc:Choice>
              <mc:Fallback>
                <p:oleObj name="" r:id="rId14" imgW="4714875" imgH="2943225" progId="Paint.Picture">
                  <p:embed/>
                  <p:pic>
                    <p:nvPicPr>
                      <p:cNvPr id="0" name="图片 15"/>
                      <p:cNvPicPr/>
                      <p:nvPr/>
                    </p:nvPicPr>
                    <p:blipFill>
                      <a:blip r:embed="rId15"/>
                      <a:stretch>
                        <a:fillRect/>
                      </a:stretch>
                    </p:blipFill>
                    <p:spPr>
                      <a:xfrm>
                        <a:off x="7085648" y="3792379"/>
                        <a:ext cx="1890000" cy="1350000"/>
                      </a:xfrm>
                      <a:prstGeom prst="rect">
                        <a:avLst/>
                      </a:prstGeom>
                    </p:spPr>
                  </p:pic>
                </p:oleObj>
              </mc:Fallback>
            </mc:AlternateContent>
          </a:graphicData>
        </a:graphic>
      </p:graphicFrame>
      <p:sp>
        <p:nvSpPr>
          <p:cNvPr id="28" name="右箭头 27"/>
          <p:cNvSpPr/>
          <p:nvPr>
            <p:custDataLst>
              <p:tags r:id="rId16"/>
            </p:custDataLst>
          </p:nvPr>
        </p:nvSpPr>
        <p:spPr>
          <a:xfrm>
            <a:off x="6694170" y="4427696"/>
            <a:ext cx="305276" cy="79534"/>
          </a:xfrm>
          <a:prstGeom prst="right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00"/>
          </a:p>
        </p:txBody>
      </p:sp>
    </p:spTree>
  </p:cSld>
  <p:clrMapOvr>
    <a:masterClrMapping/>
  </p:clrMapOvr>
  <mc:AlternateContent xmlns:mc="http://schemas.openxmlformats.org/markup-compatibility/2006">
    <mc:Choice xmlns:p14="http://schemas.microsoft.com/office/powerpoint/2010/main" Requires="p14">
      <p:transition spd="slow" p14:dur="2000" advTm="50375"/>
    </mc:Choice>
    <mc:Fallback>
      <p:transition spd="slow" advTm="50375"/>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custDataLst>
              <p:tags r:id="rId1"/>
            </p:custDataLst>
          </p:nvPr>
        </p:nvSpPr>
        <p:spPr>
          <a:xfrm>
            <a:off x="7090935" y="99489"/>
            <a:ext cx="2025000"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1.1 </a:t>
            </a:r>
            <a:r>
              <a:rPr lang="zh-CN" altLang="en-US" sz="2800" b="1" dirty="0">
                <a:solidFill>
                  <a:srgbClr val="FF0000"/>
                </a:solidFill>
                <a:latin typeface="微软雅黑" panose="020B0503020204020204" charset="-122"/>
                <a:ea typeface="微软雅黑" panose="020B0503020204020204" charset="-122"/>
                <a:sym typeface="+mn-ea"/>
              </a:rPr>
              <a:t>概念</a:t>
            </a:r>
            <a:endParaRPr kumimoji="0" lang="zh-CN" altLang="en-US" sz="2800" b="1" i="0" kern="1200" cap="none" spc="0" normalizeH="0" baseline="0" noProof="0" dirty="0">
              <a:effectLst>
                <a:innerShdw blurRad="63500" dist="50800" dir="13500000">
                  <a:prstClr val="black">
                    <a:alpha val="50000"/>
                  </a:prstClr>
                </a:innerShdw>
              </a:effectLst>
              <a:latin typeface="Arial" panose="020B0604020202020204" pitchFamily="34" charset="0"/>
              <a:ea typeface="微软雅黑" panose="020B0503020204020204" charset="-122"/>
              <a:sym typeface="Arial" panose="020B0604020202020204" pitchFamily="34" charset="0"/>
            </a:endParaRPr>
          </a:p>
        </p:txBody>
      </p:sp>
      <p:sp>
        <p:nvSpPr>
          <p:cNvPr id="6" name="文本框 5"/>
          <p:cNvSpPr txBox="1"/>
          <p:nvPr>
            <p:custDataLst>
              <p:tags r:id="rId2"/>
            </p:custDataLst>
          </p:nvPr>
        </p:nvSpPr>
        <p:spPr>
          <a:xfrm>
            <a:off x="335915" y="563245"/>
            <a:ext cx="4535805" cy="460375"/>
          </a:xfrm>
          <a:prstGeom prst="rect">
            <a:avLst/>
          </a:prstGeom>
          <a:noFill/>
        </p:spPr>
        <p:txBody>
          <a:bodyPr wrap="square" rtlCol="0">
            <a:spAutoFit/>
          </a:bodyPr>
          <a:lstStyle/>
          <a:p>
            <a:r>
              <a:rPr lang="zh-CN" altLang="en-US" sz="2400" b="1">
                <a:gradFill>
                  <a:gsLst>
                    <a:gs pos="0">
                      <a:srgbClr val="7B32B2"/>
                    </a:gs>
                    <a:gs pos="100000">
                      <a:srgbClr val="401A5D"/>
                    </a:gs>
                  </a:gsLst>
                  <a:lin scaled="0"/>
                </a:gradFill>
                <a:sym typeface="+mn-ea"/>
              </a:rPr>
              <a:t>图像处理与计算机视觉任务</a:t>
            </a:r>
            <a:endParaRPr lang="zh-CN" altLang="en-US" sz="2400" b="1">
              <a:gradFill>
                <a:gsLst>
                  <a:gs pos="0">
                    <a:srgbClr val="7B32B2"/>
                  </a:gs>
                  <a:gs pos="100000">
                    <a:srgbClr val="401A5D"/>
                  </a:gs>
                </a:gsLst>
                <a:lin scaled="0"/>
              </a:gradFill>
            </a:endParaRPr>
          </a:p>
        </p:txBody>
      </p:sp>
      <p:sp>
        <p:nvSpPr>
          <p:cNvPr id="5" name="文本框 4"/>
          <p:cNvSpPr txBox="1"/>
          <p:nvPr/>
        </p:nvSpPr>
        <p:spPr>
          <a:xfrm>
            <a:off x="415925" y="1393190"/>
            <a:ext cx="5046345" cy="3042285"/>
          </a:xfrm>
          <a:prstGeom prst="rect">
            <a:avLst/>
          </a:prstGeom>
          <a:noFill/>
        </p:spPr>
        <p:txBody>
          <a:bodyPr wrap="square" rtlCol="0" anchor="t">
            <a:spAutoFit/>
          </a:bodyPr>
          <a:lstStyle/>
          <a:p>
            <a:pPr marL="342900" indent="-342900" defTabSz="720090">
              <a:lnSpc>
                <a:spcPct val="130000"/>
              </a:lnSpc>
              <a:spcBef>
                <a:spcPts val="600"/>
              </a:spcBef>
              <a:spcAft>
                <a:spcPts val="0"/>
              </a:spcAft>
              <a:buFont typeface="Wingdings" panose="05000000000000000000" charset="0"/>
              <a:buChar char="Ø"/>
              <a:defRPr/>
            </a:pPr>
            <a:r>
              <a:rPr lang="zh-CN" altLang="en-US" sz="2000" smtClean="0">
                <a:latin typeface="微软雅黑" panose="020B0503020204020204" charset="-122"/>
                <a:ea typeface="微软雅黑" panose="020B0503020204020204" charset="-122"/>
                <a:sym typeface="+mn-ea"/>
              </a:rPr>
              <a:t>高级处理</a:t>
            </a:r>
            <a:endParaRPr lang="zh-CN" altLang="en-US" sz="2000" smtClean="0">
              <a:latin typeface="微软雅黑" panose="020B0503020204020204" charset="-122"/>
              <a:ea typeface="微软雅黑" panose="020B0503020204020204" charset="-122"/>
            </a:endParaRPr>
          </a:p>
          <a:p>
            <a:pPr marL="800100" lvl="1" indent="-342900" defTabSz="720090">
              <a:lnSpc>
                <a:spcPct val="130000"/>
              </a:lnSpc>
              <a:spcBef>
                <a:spcPts val="600"/>
              </a:spcBef>
              <a:spcAft>
                <a:spcPts val="0"/>
              </a:spcAft>
              <a:buFont typeface="Wingdings" panose="05000000000000000000" charset="0"/>
              <a:buChar char="p"/>
              <a:defRPr/>
            </a:pPr>
            <a:r>
              <a:rPr lang="zh-CN" altLang="en-US" sz="2000" smtClean="0">
                <a:latin typeface="微软雅黑" panose="020B0503020204020204" charset="-122"/>
                <a:ea typeface="微软雅黑" panose="020B0503020204020204" charset="-122"/>
                <a:sym typeface="+mn-ea"/>
              </a:rPr>
              <a:t>理解图像的内容，模拟人类视觉</a:t>
            </a:r>
            <a:endParaRPr lang="zh-CN" altLang="en-US" sz="2000" smtClean="0">
              <a:latin typeface="微软雅黑" panose="020B0503020204020204" charset="-122"/>
              <a:ea typeface="微软雅黑" panose="020B0503020204020204" charset="-122"/>
              <a:sym typeface="+mn-ea"/>
            </a:endParaRPr>
          </a:p>
          <a:p>
            <a:pPr marL="800100" lvl="1" indent="-342900" defTabSz="720090">
              <a:lnSpc>
                <a:spcPct val="130000"/>
              </a:lnSpc>
              <a:spcBef>
                <a:spcPts val="600"/>
              </a:spcBef>
              <a:spcAft>
                <a:spcPts val="0"/>
              </a:spcAft>
              <a:buFont typeface="Wingdings" panose="05000000000000000000" charset="0"/>
              <a:buChar char="p"/>
              <a:defRPr/>
            </a:pPr>
            <a:r>
              <a:rPr lang="zh-CN" altLang="en-US" sz="2000" smtClean="0">
                <a:latin typeface="微软雅黑" panose="020B0503020204020204" charset="-122"/>
                <a:ea typeface="微软雅黑" panose="020B0503020204020204" charset="-122"/>
              </a:rPr>
              <a:t>以图像或中级处理结果为输入，输出为语义类别、目标位置、行为判断、场景解释</a:t>
            </a:r>
            <a:r>
              <a:rPr lang="zh-CN" altLang="en-US" sz="2000" smtClean="0">
                <a:latin typeface="微软雅黑" panose="020B0503020204020204" charset="-122"/>
                <a:ea typeface="微软雅黑" panose="020B0503020204020204" charset="-122"/>
              </a:rPr>
              <a:t>等</a:t>
            </a:r>
            <a:endParaRPr lang="zh-CN" altLang="en-US" sz="2000" smtClean="0">
              <a:latin typeface="微软雅黑" panose="020B0503020204020204" charset="-122"/>
              <a:ea typeface="微软雅黑" panose="020B0503020204020204" charset="-122"/>
            </a:endParaRPr>
          </a:p>
          <a:p>
            <a:pPr marL="800100" lvl="1" indent="-342900" defTabSz="720090">
              <a:lnSpc>
                <a:spcPct val="130000"/>
              </a:lnSpc>
              <a:spcBef>
                <a:spcPts val="600"/>
              </a:spcBef>
              <a:spcAft>
                <a:spcPts val="0"/>
              </a:spcAft>
              <a:buFont typeface="Wingdings" panose="05000000000000000000" charset="0"/>
              <a:buChar char="p"/>
              <a:defRPr/>
            </a:pPr>
            <a:r>
              <a:rPr lang="zh-CN" altLang="en-US" sz="1800" smtClean="0">
                <a:latin typeface="微软雅黑" panose="020B0503020204020204" charset="-122"/>
                <a:ea typeface="微软雅黑" panose="020B0503020204020204" charset="-122"/>
                <a:sym typeface="+mn-ea"/>
              </a:rPr>
              <a:t>目标识别、目标检测、场景理解、姿态估计和行为分析等</a:t>
            </a:r>
            <a:endParaRPr lang="zh-CN" altLang="en-US" sz="1800" smtClean="0">
              <a:latin typeface="微软雅黑" panose="020B0503020204020204" charset="-122"/>
              <a:ea typeface="微软雅黑" panose="020B0503020204020204" charset="-122"/>
              <a:sym typeface="+mn-ea"/>
            </a:endParaRPr>
          </a:p>
        </p:txBody>
      </p:sp>
      <p:pic>
        <p:nvPicPr>
          <p:cNvPr id="29" name="图片 28"/>
          <p:cNvPicPr/>
          <p:nvPr/>
        </p:nvPicPr>
        <p:blipFill>
          <a:blip r:embed="rId3"/>
        </p:blipFill>
        <p:spPr>
          <a:xfrm>
            <a:off x="5366068" y="3122613"/>
            <a:ext cx="3533775" cy="31146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375"/>
    </mc:Choice>
    <mc:Fallback>
      <p:transition spd="slow" advTm="50375"/>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custDataLst>
              <p:tags r:id="rId1"/>
            </p:custDataLst>
          </p:nvPr>
        </p:nvSpPr>
        <p:spPr>
          <a:xfrm>
            <a:off x="6243955" y="99695"/>
            <a:ext cx="2872105"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1.2 </a:t>
            </a:r>
            <a:r>
              <a:rPr lang="zh-CN" altLang="en-US" sz="2800" b="1" dirty="0">
                <a:solidFill>
                  <a:srgbClr val="FF0000"/>
                </a:solidFill>
                <a:latin typeface="微软雅黑" panose="020B0503020204020204" charset="-122"/>
                <a:ea typeface="微软雅黑" panose="020B0503020204020204" charset="-122"/>
                <a:sym typeface="+mn-ea"/>
              </a:rPr>
              <a:t>图像视觉任务</a:t>
            </a:r>
            <a:endParaRPr lang="zh-CN" altLang="en-US" sz="2800" b="1" dirty="0">
              <a:solidFill>
                <a:srgbClr val="FF0000"/>
              </a:solidFill>
              <a:latin typeface="微软雅黑" panose="020B0503020204020204" charset="-122"/>
              <a:ea typeface="微软雅黑" panose="020B0503020204020204" charset="-122"/>
              <a:sym typeface="+mn-ea"/>
            </a:endParaRPr>
          </a:p>
        </p:txBody>
      </p:sp>
      <p:sp>
        <p:nvSpPr>
          <p:cNvPr id="6" name="文本框 5"/>
          <p:cNvSpPr txBox="1"/>
          <p:nvPr>
            <p:custDataLst>
              <p:tags r:id="rId2"/>
            </p:custDataLst>
          </p:nvPr>
        </p:nvSpPr>
        <p:spPr>
          <a:xfrm>
            <a:off x="773430" y="787400"/>
            <a:ext cx="1976120" cy="460375"/>
          </a:xfrm>
          <a:prstGeom prst="rect">
            <a:avLst/>
          </a:prstGeom>
          <a:noFill/>
        </p:spPr>
        <p:txBody>
          <a:bodyPr wrap="square" rtlCol="0">
            <a:spAutoFit/>
          </a:bodyPr>
          <a:lstStyle/>
          <a:p>
            <a:r>
              <a:rPr lang="zh-CN" altLang="en-US" sz="2400" b="1">
                <a:gradFill>
                  <a:gsLst>
                    <a:gs pos="0">
                      <a:srgbClr val="7B32B2"/>
                    </a:gs>
                    <a:gs pos="100000">
                      <a:srgbClr val="401A5D"/>
                    </a:gs>
                  </a:gsLst>
                  <a:lin scaled="0"/>
                </a:gradFill>
              </a:rPr>
              <a:t>图像去噪</a:t>
            </a:r>
            <a:endParaRPr lang="zh-CN" altLang="en-US" sz="2400" b="1">
              <a:gradFill>
                <a:gsLst>
                  <a:gs pos="0">
                    <a:srgbClr val="7B32B2"/>
                  </a:gs>
                  <a:gs pos="100000">
                    <a:srgbClr val="401A5D"/>
                  </a:gs>
                </a:gsLst>
                <a:lin scaled="0"/>
              </a:gradFill>
            </a:endParaRPr>
          </a:p>
        </p:txBody>
      </p:sp>
      <p:graphicFrame>
        <p:nvGraphicFramePr>
          <p:cNvPr id="2" name="对象 1"/>
          <p:cNvGraphicFramePr>
            <a:graphicFrameLocks noChangeAspect="1"/>
          </p:cNvGraphicFramePr>
          <p:nvPr>
            <p:custDataLst>
              <p:tags r:id="rId3"/>
            </p:custDataLst>
          </p:nvPr>
        </p:nvGraphicFramePr>
        <p:xfrm>
          <a:off x="1605915" y="1305560"/>
          <a:ext cx="2520000" cy="2520000"/>
        </p:xfrm>
        <a:graphic>
          <a:graphicData uri="http://schemas.openxmlformats.org/presentationml/2006/ole">
            <mc:AlternateContent xmlns:mc="http://schemas.openxmlformats.org/markup-compatibility/2006">
              <mc:Choice xmlns:v="urn:schemas-microsoft-com:vml" Requires="v">
                <p:oleObj spid="_x0000_s2053" name="" r:id="rId4" imgW="3543300" imgH="3543300" progId="Paint.Picture">
                  <p:embed/>
                </p:oleObj>
              </mc:Choice>
              <mc:Fallback>
                <p:oleObj name="" r:id="rId4" imgW="3543300" imgH="3543300" progId="Paint.Picture">
                  <p:embed/>
                  <p:pic>
                    <p:nvPicPr>
                      <p:cNvPr id="0" name="图片 3"/>
                      <p:cNvPicPr/>
                      <p:nvPr/>
                    </p:nvPicPr>
                    <p:blipFill>
                      <a:blip r:embed="rId5"/>
                      <a:stretch>
                        <a:fillRect/>
                      </a:stretch>
                    </p:blipFill>
                    <p:spPr>
                      <a:xfrm>
                        <a:off x="1605915" y="1305560"/>
                        <a:ext cx="2520000" cy="2520000"/>
                      </a:xfrm>
                      <a:prstGeom prst="rect">
                        <a:avLst/>
                      </a:prstGeom>
                    </p:spPr>
                  </p:pic>
                </p:oleObj>
              </mc:Fallback>
            </mc:AlternateContent>
          </a:graphicData>
        </a:graphic>
      </p:graphicFrame>
      <p:graphicFrame>
        <p:nvGraphicFramePr>
          <p:cNvPr id="5" name="对象 4"/>
          <p:cNvGraphicFramePr>
            <a:graphicFrameLocks noChangeAspect="1"/>
          </p:cNvGraphicFramePr>
          <p:nvPr>
            <p:custDataLst>
              <p:tags r:id="rId6"/>
            </p:custDataLst>
          </p:nvPr>
        </p:nvGraphicFramePr>
        <p:xfrm>
          <a:off x="4343400" y="1305560"/>
          <a:ext cx="2520000" cy="2520000"/>
        </p:xfrm>
        <a:graphic>
          <a:graphicData uri="http://schemas.openxmlformats.org/presentationml/2006/ole">
            <mc:AlternateContent xmlns:mc="http://schemas.openxmlformats.org/markup-compatibility/2006">
              <mc:Choice xmlns:v="urn:schemas-microsoft-com:vml" Requires="v">
                <p:oleObj spid="_x0000_s2054" name="" r:id="rId7" imgW="3524250" imgH="3524250" progId="Paint.Picture">
                  <p:embed/>
                </p:oleObj>
              </mc:Choice>
              <mc:Fallback>
                <p:oleObj name="" r:id="rId7" imgW="3524250" imgH="3524250" progId="Paint.Picture">
                  <p:embed/>
                  <p:pic>
                    <p:nvPicPr>
                      <p:cNvPr id="0" name="图片 6"/>
                      <p:cNvPicPr/>
                      <p:nvPr/>
                    </p:nvPicPr>
                    <p:blipFill>
                      <a:blip r:embed="rId8"/>
                      <a:stretch>
                        <a:fillRect/>
                      </a:stretch>
                    </p:blipFill>
                    <p:spPr>
                      <a:xfrm>
                        <a:off x="4343400" y="1305560"/>
                        <a:ext cx="2520000" cy="2520000"/>
                      </a:xfrm>
                      <a:prstGeom prst="rect">
                        <a:avLst/>
                      </a:prstGeom>
                    </p:spPr>
                  </p:pic>
                </p:oleObj>
              </mc:Fallback>
            </mc:AlternateContent>
          </a:graphicData>
        </a:graphic>
      </p:graphicFrame>
      <p:graphicFrame>
        <p:nvGraphicFramePr>
          <p:cNvPr id="8" name="对象 7"/>
          <p:cNvGraphicFramePr>
            <a:graphicFrameLocks noChangeAspect="1"/>
          </p:cNvGraphicFramePr>
          <p:nvPr>
            <p:custDataLst>
              <p:tags r:id="rId9"/>
            </p:custDataLst>
          </p:nvPr>
        </p:nvGraphicFramePr>
        <p:xfrm>
          <a:off x="1605915" y="3881120"/>
          <a:ext cx="2520315" cy="2520315"/>
        </p:xfrm>
        <a:graphic>
          <a:graphicData uri="http://schemas.openxmlformats.org/presentationml/2006/ole">
            <mc:AlternateContent xmlns:mc="http://schemas.openxmlformats.org/markup-compatibility/2006">
              <mc:Choice xmlns:v="urn:schemas-microsoft-com:vml" Requires="v">
                <p:oleObj spid="_x0000_s2055" name="" r:id="rId10" imgW="3790950" imgH="3981450" progId="Paint.Picture">
                  <p:embed/>
                </p:oleObj>
              </mc:Choice>
              <mc:Fallback>
                <p:oleObj name="" r:id="rId10" imgW="3790950" imgH="3981450" progId="Paint.Picture">
                  <p:embed/>
                  <p:pic>
                    <p:nvPicPr>
                      <p:cNvPr id="0" name="图片 8"/>
                      <p:cNvPicPr/>
                      <p:nvPr/>
                    </p:nvPicPr>
                    <p:blipFill>
                      <a:blip r:embed="rId11"/>
                      <a:stretch>
                        <a:fillRect/>
                      </a:stretch>
                    </p:blipFill>
                    <p:spPr>
                      <a:xfrm>
                        <a:off x="1605915" y="3881120"/>
                        <a:ext cx="2520315" cy="2520315"/>
                      </a:xfrm>
                      <a:prstGeom prst="rect">
                        <a:avLst/>
                      </a:prstGeom>
                    </p:spPr>
                  </p:pic>
                </p:oleObj>
              </mc:Fallback>
            </mc:AlternateContent>
          </a:graphicData>
        </a:graphic>
      </p:graphicFrame>
      <p:graphicFrame>
        <p:nvGraphicFramePr>
          <p:cNvPr id="12" name="对象 11"/>
          <p:cNvGraphicFramePr>
            <a:graphicFrameLocks noChangeAspect="1"/>
          </p:cNvGraphicFramePr>
          <p:nvPr>
            <p:custDataLst>
              <p:tags r:id="rId12"/>
            </p:custDataLst>
          </p:nvPr>
        </p:nvGraphicFramePr>
        <p:xfrm>
          <a:off x="4343400" y="3881120"/>
          <a:ext cx="2520315" cy="2520315"/>
        </p:xfrm>
        <a:graphic>
          <a:graphicData uri="http://schemas.openxmlformats.org/presentationml/2006/ole">
            <mc:AlternateContent xmlns:mc="http://schemas.openxmlformats.org/markup-compatibility/2006">
              <mc:Choice xmlns:v="urn:schemas-microsoft-com:vml" Requires="v">
                <p:oleObj spid="_x0000_s2056" name="" r:id="rId13" imgW="3781425" imgH="3962400" progId="Paint.Picture">
                  <p:embed/>
                </p:oleObj>
              </mc:Choice>
              <mc:Fallback>
                <p:oleObj name="" r:id="rId13" imgW="3781425" imgH="3962400" progId="Paint.Picture">
                  <p:embed/>
                  <p:pic>
                    <p:nvPicPr>
                      <p:cNvPr id="0" name="图片 13"/>
                      <p:cNvPicPr/>
                      <p:nvPr/>
                    </p:nvPicPr>
                    <p:blipFill>
                      <a:blip r:embed="rId14"/>
                      <a:stretch>
                        <a:fillRect/>
                      </a:stretch>
                    </p:blipFill>
                    <p:spPr>
                      <a:xfrm>
                        <a:off x="4343400" y="3881120"/>
                        <a:ext cx="2520315" cy="2520315"/>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50375"/>
    </mc:Choice>
    <mc:Fallback>
      <p:transition spd="slow" advTm="50375"/>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773430" y="787400"/>
            <a:ext cx="1976120" cy="460375"/>
          </a:xfrm>
          <a:prstGeom prst="rect">
            <a:avLst/>
          </a:prstGeom>
          <a:noFill/>
        </p:spPr>
        <p:txBody>
          <a:bodyPr wrap="square" rtlCol="0">
            <a:spAutoFit/>
          </a:bodyPr>
          <a:lstStyle/>
          <a:p>
            <a:r>
              <a:rPr lang="zh-CN" altLang="en-US" sz="2400" b="1">
                <a:gradFill>
                  <a:gsLst>
                    <a:gs pos="0">
                      <a:srgbClr val="7B32B2"/>
                    </a:gs>
                    <a:gs pos="100000">
                      <a:srgbClr val="401A5D"/>
                    </a:gs>
                  </a:gsLst>
                  <a:lin scaled="0"/>
                </a:gradFill>
              </a:rPr>
              <a:t>图像增强</a:t>
            </a:r>
            <a:endParaRPr lang="zh-CN" altLang="en-US" sz="2400" b="1">
              <a:gradFill>
                <a:gsLst>
                  <a:gs pos="0">
                    <a:srgbClr val="7B32B2"/>
                  </a:gs>
                  <a:gs pos="100000">
                    <a:srgbClr val="401A5D"/>
                  </a:gs>
                </a:gsLst>
                <a:lin scaled="0"/>
              </a:gradFill>
            </a:endParaRPr>
          </a:p>
        </p:txBody>
      </p:sp>
      <p:graphicFrame>
        <p:nvGraphicFramePr>
          <p:cNvPr id="3" name="对象 2"/>
          <p:cNvGraphicFramePr/>
          <p:nvPr>
            <p:custDataLst>
              <p:tags r:id="rId2"/>
            </p:custDataLst>
          </p:nvPr>
        </p:nvGraphicFramePr>
        <p:xfrm>
          <a:off x="1359535" y="1306195"/>
          <a:ext cx="2880000" cy="2520000"/>
        </p:xfrm>
        <a:graphic>
          <a:graphicData uri="http://schemas.openxmlformats.org/presentationml/2006/ole">
            <mc:AlternateContent xmlns:mc="http://schemas.openxmlformats.org/markup-compatibility/2006">
              <mc:Choice xmlns:v="urn:schemas-microsoft-com:vml" Requires="v">
                <p:oleObj spid="_x0000_s3077" name="" r:id="rId3" imgW="5162550" imgH="3829050" progId="Paint.Picture">
                  <p:embed/>
                </p:oleObj>
              </mc:Choice>
              <mc:Fallback>
                <p:oleObj name="" r:id="rId3" imgW="5162550" imgH="3829050" progId="Paint.Picture">
                  <p:embed/>
                  <p:pic>
                    <p:nvPicPr>
                      <p:cNvPr id="0" name="图片 9"/>
                      <p:cNvPicPr/>
                      <p:nvPr/>
                    </p:nvPicPr>
                    <p:blipFill>
                      <a:blip r:embed="rId4"/>
                      <a:stretch>
                        <a:fillRect/>
                      </a:stretch>
                    </p:blipFill>
                    <p:spPr>
                      <a:xfrm>
                        <a:off x="1359535" y="1306195"/>
                        <a:ext cx="2880000" cy="2520000"/>
                      </a:xfrm>
                      <a:prstGeom prst="rect">
                        <a:avLst/>
                      </a:prstGeom>
                    </p:spPr>
                  </p:pic>
                </p:oleObj>
              </mc:Fallback>
            </mc:AlternateContent>
          </a:graphicData>
        </a:graphic>
      </p:graphicFrame>
      <p:graphicFrame>
        <p:nvGraphicFramePr>
          <p:cNvPr id="11" name="对象 10"/>
          <p:cNvGraphicFramePr/>
          <p:nvPr>
            <p:custDataLst>
              <p:tags r:id="rId5"/>
            </p:custDataLst>
          </p:nvPr>
        </p:nvGraphicFramePr>
        <p:xfrm>
          <a:off x="4291330" y="1306195"/>
          <a:ext cx="2880000" cy="2520000"/>
        </p:xfrm>
        <a:graphic>
          <a:graphicData uri="http://schemas.openxmlformats.org/presentationml/2006/ole">
            <mc:AlternateContent xmlns:mc="http://schemas.openxmlformats.org/markup-compatibility/2006">
              <mc:Choice xmlns:v="urn:schemas-microsoft-com:vml" Requires="v">
                <p:oleObj spid="_x0000_s3078" name="" r:id="rId6" imgW="5133975" imgH="3829050" progId="Paint.Picture">
                  <p:embed/>
                </p:oleObj>
              </mc:Choice>
              <mc:Fallback>
                <p:oleObj name="" r:id="rId6" imgW="5133975" imgH="3829050" progId="Paint.Picture">
                  <p:embed/>
                  <p:pic>
                    <p:nvPicPr>
                      <p:cNvPr id="0" name="图片 12"/>
                      <p:cNvPicPr/>
                      <p:nvPr/>
                    </p:nvPicPr>
                    <p:blipFill>
                      <a:blip r:embed="rId7"/>
                      <a:stretch>
                        <a:fillRect/>
                      </a:stretch>
                    </p:blipFill>
                    <p:spPr>
                      <a:xfrm>
                        <a:off x="4291330" y="1306195"/>
                        <a:ext cx="2880000" cy="2520000"/>
                      </a:xfrm>
                      <a:prstGeom prst="rect">
                        <a:avLst/>
                      </a:prstGeom>
                    </p:spPr>
                  </p:pic>
                </p:oleObj>
              </mc:Fallback>
            </mc:AlternateContent>
          </a:graphicData>
        </a:graphic>
      </p:graphicFrame>
      <p:sp>
        <p:nvSpPr>
          <p:cNvPr id="19" name="文本框 18"/>
          <p:cNvSpPr txBox="1"/>
          <p:nvPr/>
        </p:nvSpPr>
        <p:spPr>
          <a:xfrm>
            <a:off x="1326515" y="6346825"/>
            <a:ext cx="5189855" cy="306705"/>
          </a:xfrm>
          <a:prstGeom prst="rect">
            <a:avLst/>
          </a:prstGeom>
          <a:noFill/>
        </p:spPr>
        <p:txBody>
          <a:bodyPr wrap="square" rtlCol="0" anchor="t">
            <a:spAutoFit/>
          </a:bodyPr>
          <a:lstStyle/>
          <a:p>
            <a:r>
              <a:rPr lang="zh-CN" altLang="en-US" sz="1400"/>
              <a:t>https://github.com/talhatallat/Low-Light-Image-Enhancement</a:t>
            </a:r>
            <a:endParaRPr lang="zh-CN" altLang="en-US" sz="1400"/>
          </a:p>
        </p:txBody>
      </p:sp>
      <p:sp>
        <p:nvSpPr>
          <p:cNvPr id="20" name="文本框 19"/>
          <p:cNvSpPr txBox="1"/>
          <p:nvPr>
            <p:custDataLst>
              <p:tags r:id="rId8"/>
            </p:custDataLst>
          </p:nvPr>
        </p:nvSpPr>
        <p:spPr>
          <a:xfrm>
            <a:off x="6243955" y="99695"/>
            <a:ext cx="2872105"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1.2 </a:t>
            </a:r>
            <a:r>
              <a:rPr lang="zh-CN" altLang="en-US" sz="2800" b="1" dirty="0">
                <a:solidFill>
                  <a:srgbClr val="FF0000"/>
                </a:solidFill>
                <a:latin typeface="微软雅黑" panose="020B0503020204020204" charset="-122"/>
                <a:ea typeface="微软雅黑" panose="020B0503020204020204" charset="-122"/>
                <a:sym typeface="+mn-ea"/>
              </a:rPr>
              <a:t>图像视觉任务</a:t>
            </a:r>
            <a:endParaRPr lang="zh-CN" altLang="en-US" sz="2800" b="1" dirty="0">
              <a:solidFill>
                <a:srgbClr val="FF0000"/>
              </a:solidFill>
              <a:latin typeface="微软雅黑" panose="020B0503020204020204" charset="-122"/>
              <a:ea typeface="微软雅黑" panose="020B0503020204020204" charset="-122"/>
              <a:sym typeface="+mn-ea"/>
            </a:endParaRPr>
          </a:p>
        </p:txBody>
      </p:sp>
      <p:graphicFrame>
        <p:nvGraphicFramePr>
          <p:cNvPr id="2" name="对象 1"/>
          <p:cNvGraphicFramePr/>
          <p:nvPr>
            <p:custDataLst>
              <p:tags r:id="rId9"/>
            </p:custDataLst>
          </p:nvPr>
        </p:nvGraphicFramePr>
        <p:xfrm>
          <a:off x="1359535" y="3853815"/>
          <a:ext cx="2880000" cy="2520315"/>
        </p:xfrm>
        <a:graphic>
          <a:graphicData uri="http://schemas.openxmlformats.org/presentationml/2006/ole">
            <mc:AlternateContent xmlns:mc="http://schemas.openxmlformats.org/markup-compatibility/2006">
              <mc:Choice xmlns:v="urn:schemas-microsoft-com:vml" Requires="v">
                <p:oleObj spid="_x0000_s3079" name="" r:id="rId10" imgW="3686175" imgH="2781300" progId="Paint.Picture">
                  <p:embed/>
                </p:oleObj>
              </mc:Choice>
              <mc:Fallback>
                <p:oleObj name="" r:id="rId10" imgW="3686175" imgH="2781300" progId="Paint.Picture">
                  <p:embed/>
                  <p:pic>
                    <p:nvPicPr>
                      <p:cNvPr id="0" name="图片 3"/>
                      <p:cNvPicPr/>
                      <p:nvPr/>
                    </p:nvPicPr>
                    <p:blipFill>
                      <a:blip r:embed="rId11"/>
                      <a:stretch>
                        <a:fillRect/>
                      </a:stretch>
                    </p:blipFill>
                    <p:spPr>
                      <a:xfrm>
                        <a:off x="1359535" y="3853815"/>
                        <a:ext cx="2880000" cy="2520315"/>
                      </a:xfrm>
                      <a:prstGeom prst="rect">
                        <a:avLst/>
                      </a:prstGeom>
                    </p:spPr>
                  </p:pic>
                </p:oleObj>
              </mc:Fallback>
            </mc:AlternateContent>
          </a:graphicData>
        </a:graphic>
      </p:graphicFrame>
      <p:graphicFrame>
        <p:nvGraphicFramePr>
          <p:cNvPr id="5" name="对象 4"/>
          <p:cNvGraphicFramePr/>
          <p:nvPr>
            <p:custDataLst>
              <p:tags r:id="rId12"/>
            </p:custDataLst>
          </p:nvPr>
        </p:nvGraphicFramePr>
        <p:xfrm>
          <a:off x="4291330" y="3853815"/>
          <a:ext cx="2880000" cy="2520315"/>
        </p:xfrm>
        <a:graphic>
          <a:graphicData uri="http://schemas.openxmlformats.org/presentationml/2006/ole">
            <mc:AlternateContent xmlns:mc="http://schemas.openxmlformats.org/markup-compatibility/2006">
              <mc:Choice xmlns:v="urn:schemas-microsoft-com:vml" Requires="v">
                <p:oleObj spid="_x0000_s3080" name="" r:id="rId13" imgW="3695700" imgH="2790825" progId="Paint.Picture">
                  <p:embed/>
                </p:oleObj>
              </mc:Choice>
              <mc:Fallback>
                <p:oleObj name="" r:id="rId13" imgW="3695700" imgH="2790825" progId="Paint.Picture">
                  <p:embed/>
                  <p:pic>
                    <p:nvPicPr>
                      <p:cNvPr id="0" name="图片 6"/>
                      <p:cNvPicPr/>
                      <p:nvPr/>
                    </p:nvPicPr>
                    <p:blipFill>
                      <a:blip r:embed="rId14"/>
                      <a:stretch>
                        <a:fillRect/>
                      </a:stretch>
                    </p:blipFill>
                    <p:spPr>
                      <a:xfrm>
                        <a:off x="4291330" y="3853815"/>
                        <a:ext cx="2880000" cy="2520315"/>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50375"/>
    </mc:Choice>
    <mc:Fallback>
      <p:transition spd="slow" advTm="50375"/>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773430" y="603885"/>
            <a:ext cx="2447925" cy="460375"/>
          </a:xfrm>
          <a:prstGeom prst="rect">
            <a:avLst/>
          </a:prstGeom>
          <a:noFill/>
        </p:spPr>
        <p:txBody>
          <a:bodyPr wrap="square" rtlCol="0">
            <a:spAutoFit/>
          </a:bodyPr>
          <a:lstStyle/>
          <a:p>
            <a:r>
              <a:rPr lang="zh-CN" altLang="en-US" sz="2400" b="1">
                <a:gradFill>
                  <a:gsLst>
                    <a:gs pos="0">
                      <a:srgbClr val="7B32B2"/>
                    </a:gs>
                    <a:gs pos="100000">
                      <a:srgbClr val="401A5D"/>
                    </a:gs>
                  </a:gsLst>
                  <a:lin scaled="0"/>
                </a:gradFill>
              </a:rPr>
              <a:t>图像变换</a:t>
            </a:r>
            <a:endParaRPr lang="zh-CN" altLang="en-US" sz="2400" b="1">
              <a:gradFill>
                <a:gsLst>
                  <a:gs pos="0">
                    <a:srgbClr val="7B32B2"/>
                  </a:gs>
                  <a:gs pos="100000">
                    <a:srgbClr val="401A5D"/>
                  </a:gs>
                </a:gsLst>
                <a:lin scaled="0"/>
              </a:gradFill>
            </a:endParaRPr>
          </a:p>
        </p:txBody>
      </p:sp>
      <p:sp>
        <p:nvSpPr>
          <p:cNvPr id="20" name="文本框 19"/>
          <p:cNvSpPr txBox="1"/>
          <p:nvPr>
            <p:custDataLst>
              <p:tags r:id="rId2"/>
            </p:custDataLst>
          </p:nvPr>
        </p:nvSpPr>
        <p:spPr>
          <a:xfrm>
            <a:off x="6243955" y="99695"/>
            <a:ext cx="2872105"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1.2 </a:t>
            </a:r>
            <a:r>
              <a:rPr lang="zh-CN" altLang="en-US" sz="2800" b="1" dirty="0">
                <a:solidFill>
                  <a:srgbClr val="FF0000"/>
                </a:solidFill>
                <a:latin typeface="微软雅黑" panose="020B0503020204020204" charset="-122"/>
                <a:ea typeface="微软雅黑" panose="020B0503020204020204" charset="-122"/>
                <a:sym typeface="+mn-ea"/>
              </a:rPr>
              <a:t>图像视觉任务</a:t>
            </a:r>
            <a:endParaRPr lang="zh-CN" altLang="en-US" sz="2800" b="1" dirty="0">
              <a:solidFill>
                <a:srgbClr val="FF0000"/>
              </a:solidFill>
              <a:latin typeface="微软雅黑" panose="020B0503020204020204" charset="-122"/>
              <a:ea typeface="微软雅黑" panose="020B0503020204020204" charset="-122"/>
              <a:sym typeface="+mn-ea"/>
            </a:endParaRPr>
          </a:p>
        </p:txBody>
      </p:sp>
      <p:pic>
        <p:nvPicPr>
          <p:cNvPr id="4" name="图片 3"/>
          <p:cNvPicPr>
            <a:picLocks noChangeAspect="1"/>
          </p:cNvPicPr>
          <p:nvPr>
            <p:custDataLst>
              <p:tags r:id="rId3"/>
            </p:custDataLst>
          </p:nvPr>
        </p:nvPicPr>
        <p:blipFill>
          <a:blip r:embed="rId4"/>
          <a:srcRect r="60351"/>
          <a:stretch>
            <a:fillRect/>
          </a:stretch>
        </p:blipFill>
        <p:spPr>
          <a:xfrm>
            <a:off x="1002665" y="1237615"/>
            <a:ext cx="2907390" cy="2880000"/>
          </a:xfrm>
          <a:prstGeom prst="rect">
            <a:avLst/>
          </a:prstGeom>
        </p:spPr>
      </p:pic>
      <p:graphicFrame>
        <p:nvGraphicFramePr>
          <p:cNvPr id="2" name="对象 1"/>
          <p:cNvGraphicFramePr>
            <a:graphicFrameLocks noChangeAspect="1"/>
          </p:cNvGraphicFramePr>
          <p:nvPr>
            <p:custDataLst>
              <p:tags r:id="rId5"/>
            </p:custDataLst>
          </p:nvPr>
        </p:nvGraphicFramePr>
        <p:xfrm>
          <a:off x="1002665" y="4125595"/>
          <a:ext cx="5864450" cy="1440000"/>
        </p:xfrm>
        <a:graphic>
          <a:graphicData uri="http://schemas.openxmlformats.org/presentationml/2006/ole">
            <mc:AlternateContent xmlns:mc="http://schemas.openxmlformats.org/markup-compatibility/2006">
              <mc:Choice xmlns:v="urn:schemas-microsoft-com:vml" Requires="v">
                <p:oleObj spid="_x0000_s4098" name="" r:id="rId6" imgW="11191240" imgH="3114675" progId="Paint.Picture">
                  <p:embed/>
                </p:oleObj>
              </mc:Choice>
              <mc:Fallback>
                <p:oleObj name="" r:id="rId6" imgW="11191240" imgH="3114675" progId="Paint.Picture">
                  <p:embed/>
                  <p:pic>
                    <p:nvPicPr>
                      <p:cNvPr id="0" name="图片 2"/>
                      <p:cNvPicPr/>
                      <p:nvPr/>
                    </p:nvPicPr>
                    <p:blipFill>
                      <a:blip r:embed="rId7"/>
                      <a:stretch>
                        <a:fillRect/>
                      </a:stretch>
                    </p:blipFill>
                    <p:spPr>
                      <a:xfrm>
                        <a:off x="1002665" y="4125595"/>
                        <a:ext cx="5864450" cy="1440000"/>
                      </a:xfrm>
                      <a:prstGeom prst="rect">
                        <a:avLst/>
                      </a:prstGeom>
                    </p:spPr>
                  </p:pic>
                </p:oleObj>
              </mc:Fallback>
            </mc:AlternateContent>
          </a:graphicData>
        </a:graphic>
      </p:graphicFrame>
      <p:pic>
        <p:nvPicPr>
          <p:cNvPr id="5" name="图片 4"/>
          <p:cNvPicPr>
            <a:picLocks noChangeAspect="1"/>
          </p:cNvPicPr>
          <p:nvPr>
            <p:custDataLst>
              <p:tags r:id="rId8"/>
            </p:custDataLst>
          </p:nvPr>
        </p:nvPicPr>
        <p:blipFill>
          <a:blip r:embed="rId4"/>
          <a:srcRect l="60224"/>
          <a:stretch>
            <a:fillRect/>
          </a:stretch>
        </p:blipFill>
        <p:spPr>
          <a:xfrm>
            <a:off x="3918585" y="1237615"/>
            <a:ext cx="2916714" cy="288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375"/>
    </mc:Choice>
    <mc:Fallback>
      <p:transition spd="slow" advTm="50375"/>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773430" y="787400"/>
            <a:ext cx="2447925" cy="460375"/>
          </a:xfrm>
          <a:prstGeom prst="rect">
            <a:avLst/>
          </a:prstGeom>
          <a:noFill/>
        </p:spPr>
        <p:txBody>
          <a:bodyPr wrap="square" rtlCol="0">
            <a:spAutoFit/>
          </a:bodyPr>
          <a:lstStyle/>
          <a:p>
            <a:r>
              <a:rPr lang="zh-CN" altLang="en-US" sz="2400" b="1">
                <a:gradFill>
                  <a:gsLst>
                    <a:gs pos="0">
                      <a:srgbClr val="7B32B2"/>
                    </a:gs>
                    <a:gs pos="100000">
                      <a:srgbClr val="401A5D"/>
                    </a:gs>
                  </a:gsLst>
                  <a:lin scaled="0"/>
                </a:gradFill>
              </a:rPr>
              <a:t>图像变换</a:t>
            </a:r>
            <a:endParaRPr lang="zh-CN" altLang="en-US" sz="2400" b="1">
              <a:gradFill>
                <a:gsLst>
                  <a:gs pos="0">
                    <a:srgbClr val="7B32B2"/>
                  </a:gs>
                  <a:gs pos="100000">
                    <a:srgbClr val="401A5D"/>
                  </a:gs>
                </a:gsLst>
                <a:lin scaled="0"/>
              </a:gradFill>
            </a:endParaRPr>
          </a:p>
        </p:txBody>
      </p:sp>
      <p:sp>
        <p:nvSpPr>
          <p:cNvPr id="20" name="文本框 19"/>
          <p:cNvSpPr txBox="1"/>
          <p:nvPr>
            <p:custDataLst>
              <p:tags r:id="rId2"/>
            </p:custDataLst>
          </p:nvPr>
        </p:nvSpPr>
        <p:spPr>
          <a:xfrm>
            <a:off x="6243955" y="99695"/>
            <a:ext cx="2872105"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1.2 </a:t>
            </a:r>
            <a:r>
              <a:rPr lang="zh-CN" altLang="en-US" sz="2800" b="1" dirty="0">
                <a:solidFill>
                  <a:srgbClr val="FF0000"/>
                </a:solidFill>
                <a:latin typeface="微软雅黑" panose="020B0503020204020204" charset="-122"/>
                <a:ea typeface="微软雅黑" panose="020B0503020204020204" charset="-122"/>
                <a:sym typeface="+mn-ea"/>
              </a:rPr>
              <a:t>图像视觉任务</a:t>
            </a:r>
            <a:endParaRPr lang="zh-CN" altLang="en-US" sz="2800" b="1" dirty="0">
              <a:solidFill>
                <a:srgbClr val="FF0000"/>
              </a:solidFill>
              <a:latin typeface="微软雅黑" panose="020B0503020204020204" charset="-122"/>
              <a:ea typeface="微软雅黑" panose="020B0503020204020204" charset="-122"/>
              <a:sym typeface="+mn-ea"/>
            </a:endParaRPr>
          </a:p>
        </p:txBody>
      </p:sp>
      <p:graphicFrame>
        <p:nvGraphicFramePr>
          <p:cNvPr id="4" name="对象 3"/>
          <p:cNvGraphicFramePr/>
          <p:nvPr>
            <p:custDataLst>
              <p:tags r:id="rId3"/>
            </p:custDataLst>
          </p:nvPr>
        </p:nvGraphicFramePr>
        <p:xfrm>
          <a:off x="104775" y="1713230"/>
          <a:ext cx="8934450" cy="2016000"/>
        </p:xfrm>
        <a:graphic>
          <a:graphicData uri="http://schemas.openxmlformats.org/presentationml/2006/ole">
            <mc:AlternateContent xmlns:mc="http://schemas.openxmlformats.org/markup-compatibility/2006">
              <mc:Choice xmlns:v="urn:schemas-microsoft-com:vml" Requires="v">
                <p:oleObj spid="_x0000_s5123" name="" r:id="rId4" imgW="10810875" imgH="2724150" progId="Paint.Picture">
                  <p:embed/>
                </p:oleObj>
              </mc:Choice>
              <mc:Fallback>
                <p:oleObj name="" r:id="rId4" imgW="10810875" imgH="2724150" progId="Paint.Picture">
                  <p:embed/>
                  <p:pic>
                    <p:nvPicPr>
                      <p:cNvPr id="0" name="图片 4"/>
                      <p:cNvPicPr/>
                      <p:nvPr/>
                    </p:nvPicPr>
                    <p:blipFill>
                      <a:blip r:embed="rId5"/>
                      <a:stretch>
                        <a:fillRect/>
                      </a:stretch>
                    </p:blipFill>
                    <p:spPr>
                      <a:xfrm>
                        <a:off x="104775" y="1713230"/>
                        <a:ext cx="8934450" cy="2016000"/>
                      </a:xfrm>
                      <a:prstGeom prst="rect">
                        <a:avLst/>
                      </a:prstGeom>
                    </p:spPr>
                  </p:pic>
                </p:oleObj>
              </mc:Fallback>
            </mc:AlternateContent>
          </a:graphicData>
        </a:graphic>
      </p:graphicFrame>
      <p:graphicFrame>
        <p:nvGraphicFramePr>
          <p:cNvPr id="7" name="对象 6"/>
          <p:cNvGraphicFramePr/>
          <p:nvPr>
            <p:custDataLst>
              <p:tags r:id="rId6"/>
            </p:custDataLst>
          </p:nvPr>
        </p:nvGraphicFramePr>
        <p:xfrm>
          <a:off x="1892300" y="3791205"/>
          <a:ext cx="7146925" cy="2016760"/>
        </p:xfrm>
        <a:graphic>
          <a:graphicData uri="http://schemas.openxmlformats.org/presentationml/2006/ole">
            <mc:AlternateContent xmlns:mc="http://schemas.openxmlformats.org/markup-compatibility/2006">
              <mc:Choice xmlns:v="urn:schemas-microsoft-com:vml" Requires="v">
                <p:oleObj spid="_x0000_s5124" name="" r:id="rId7" imgW="8677275" imgH="2790825" progId="Paint.Picture">
                  <p:embed/>
                </p:oleObj>
              </mc:Choice>
              <mc:Fallback>
                <p:oleObj name="" r:id="rId7" imgW="8677275" imgH="2790825" progId="Paint.Picture">
                  <p:embed/>
                  <p:pic>
                    <p:nvPicPr>
                      <p:cNvPr id="0" name="图片 7"/>
                      <p:cNvPicPr/>
                      <p:nvPr/>
                    </p:nvPicPr>
                    <p:blipFill>
                      <a:blip r:embed="rId8"/>
                      <a:stretch>
                        <a:fillRect/>
                      </a:stretch>
                    </p:blipFill>
                    <p:spPr>
                      <a:xfrm>
                        <a:off x="1892300" y="3791205"/>
                        <a:ext cx="7146925" cy="201676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50375"/>
    </mc:Choice>
    <mc:Fallback>
      <p:transition spd="slow" advTm="50375"/>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773430" y="787400"/>
            <a:ext cx="2298700" cy="460375"/>
          </a:xfrm>
          <a:prstGeom prst="rect">
            <a:avLst/>
          </a:prstGeom>
          <a:noFill/>
        </p:spPr>
        <p:txBody>
          <a:bodyPr wrap="square" rtlCol="0">
            <a:spAutoFit/>
          </a:bodyPr>
          <a:lstStyle/>
          <a:p>
            <a:r>
              <a:rPr lang="zh-CN" altLang="en-US" sz="2400" b="1">
                <a:gradFill>
                  <a:gsLst>
                    <a:gs pos="0">
                      <a:srgbClr val="7B32B2"/>
                    </a:gs>
                    <a:gs pos="100000">
                      <a:srgbClr val="401A5D"/>
                    </a:gs>
                  </a:gsLst>
                  <a:lin scaled="0"/>
                </a:gradFill>
              </a:rPr>
              <a:t>图像超分辨率</a:t>
            </a:r>
            <a:endParaRPr lang="zh-CN" altLang="en-US" sz="2400" b="1">
              <a:gradFill>
                <a:gsLst>
                  <a:gs pos="0">
                    <a:srgbClr val="7B32B2"/>
                  </a:gs>
                  <a:gs pos="100000">
                    <a:srgbClr val="401A5D"/>
                  </a:gs>
                </a:gsLst>
                <a:lin scaled="0"/>
              </a:gradFill>
            </a:endParaRPr>
          </a:p>
        </p:txBody>
      </p:sp>
      <p:graphicFrame>
        <p:nvGraphicFramePr>
          <p:cNvPr id="2" name="对象 1"/>
          <p:cNvGraphicFramePr/>
          <p:nvPr>
            <p:custDataLst>
              <p:tags r:id="rId2"/>
            </p:custDataLst>
          </p:nvPr>
        </p:nvGraphicFramePr>
        <p:xfrm>
          <a:off x="864235" y="1491615"/>
          <a:ext cx="7416165" cy="3524885"/>
        </p:xfrm>
        <a:graphic>
          <a:graphicData uri="http://schemas.openxmlformats.org/presentationml/2006/ole">
            <mc:AlternateContent xmlns:mc="http://schemas.openxmlformats.org/markup-compatibility/2006">
              <mc:Choice xmlns:v="urn:schemas-microsoft-com:vml" Requires="v">
                <p:oleObj spid="_x0000_s6146" name="" r:id="rId3" imgW="8877300" imgH="4114800" progId="Paint.Picture">
                  <p:embed/>
                </p:oleObj>
              </mc:Choice>
              <mc:Fallback>
                <p:oleObj name="" r:id="rId3" imgW="8877300" imgH="4114800" progId="Paint.Picture">
                  <p:embed/>
                  <p:pic>
                    <p:nvPicPr>
                      <p:cNvPr id="0" name="图片 3"/>
                      <p:cNvPicPr/>
                      <p:nvPr/>
                    </p:nvPicPr>
                    <p:blipFill>
                      <a:blip r:embed="rId4"/>
                      <a:stretch>
                        <a:fillRect/>
                      </a:stretch>
                    </p:blipFill>
                    <p:spPr>
                      <a:xfrm>
                        <a:off x="864235" y="1491615"/>
                        <a:ext cx="7416165" cy="3524885"/>
                      </a:xfrm>
                      <a:prstGeom prst="rect">
                        <a:avLst/>
                      </a:prstGeom>
                    </p:spPr>
                  </p:pic>
                </p:oleObj>
              </mc:Fallback>
            </mc:AlternateContent>
          </a:graphicData>
        </a:graphic>
      </p:graphicFrame>
      <p:sp>
        <p:nvSpPr>
          <p:cNvPr id="5" name="文本框 4"/>
          <p:cNvSpPr txBox="1"/>
          <p:nvPr>
            <p:custDataLst>
              <p:tags r:id="rId5"/>
            </p:custDataLst>
          </p:nvPr>
        </p:nvSpPr>
        <p:spPr>
          <a:xfrm>
            <a:off x="6243955" y="99695"/>
            <a:ext cx="2872105"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1.2 </a:t>
            </a:r>
            <a:r>
              <a:rPr lang="zh-CN" altLang="en-US" sz="2800" b="1" dirty="0">
                <a:solidFill>
                  <a:srgbClr val="FF0000"/>
                </a:solidFill>
                <a:latin typeface="微软雅黑" panose="020B0503020204020204" charset="-122"/>
                <a:ea typeface="微软雅黑" panose="020B0503020204020204" charset="-122"/>
                <a:sym typeface="+mn-ea"/>
              </a:rPr>
              <a:t>图像视觉任务</a:t>
            </a:r>
            <a:endParaRPr lang="zh-CN" altLang="en-US" sz="2800" b="1" dirty="0">
              <a:solidFill>
                <a:srgbClr val="FF0000"/>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50375"/>
    </mc:Choice>
    <mc:Fallback>
      <p:transition spd="slow" advTm="50375"/>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773430" y="787400"/>
            <a:ext cx="2298700" cy="460375"/>
          </a:xfrm>
          <a:prstGeom prst="rect">
            <a:avLst/>
          </a:prstGeom>
          <a:noFill/>
        </p:spPr>
        <p:txBody>
          <a:bodyPr wrap="square" rtlCol="0">
            <a:spAutoFit/>
          </a:bodyPr>
          <a:lstStyle/>
          <a:p>
            <a:r>
              <a:rPr lang="zh-CN" altLang="en-US" sz="2400" b="1">
                <a:gradFill>
                  <a:gsLst>
                    <a:gs pos="0">
                      <a:srgbClr val="7B32B2"/>
                    </a:gs>
                    <a:gs pos="100000">
                      <a:srgbClr val="401A5D"/>
                    </a:gs>
                  </a:gsLst>
                  <a:lin scaled="0"/>
                </a:gradFill>
              </a:rPr>
              <a:t>图像彩色化</a:t>
            </a:r>
            <a:endParaRPr lang="zh-CN" altLang="en-US" sz="2400" b="1">
              <a:gradFill>
                <a:gsLst>
                  <a:gs pos="0">
                    <a:srgbClr val="7B32B2"/>
                  </a:gs>
                  <a:gs pos="100000">
                    <a:srgbClr val="401A5D"/>
                  </a:gs>
                </a:gsLst>
                <a:lin scaled="0"/>
              </a:gradFill>
            </a:endParaRPr>
          </a:p>
        </p:txBody>
      </p:sp>
      <p:pic>
        <p:nvPicPr>
          <p:cNvPr id="102" name="图片 101"/>
          <p:cNvPicPr/>
          <p:nvPr/>
        </p:nvPicPr>
        <p:blipFill>
          <a:blip r:embed="rId2"/>
          <a:srcRect l="50325"/>
          <a:stretch>
            <a:fillRect/>
          </a:stretch>
        </p:blipFill>
        <p:spPr>
          <a:xfrm>
            <a:off x="1830705" y="1308100"/>
            <a:ext cx="2520000" cy="2520000"/>
          </a:xfrm>
          <a:prstGeom prst="rect">
            <a:avLst/>
          </a:prstGeom>
          <a:noFill/>
          <a:ln w="9525">
            <a:noFill/>
          </a:ln>
        </p:spPr>
      </p:pic>
      <p:graphicFrame>
        <p:nvGraphicFramePr>
          <p:cNvPr id="3" name="对象 2"/>
          <p:cNvGraphicFramePr/>
          <p:nvPr>
            <p:custDataLst>
              <p:tags r:id="rId3"/>
            </p:custDataLst>
          </p:nvPr>
        </p:nvGraphicFramePr>
        <p:xfrm>
          <a:off x="1770380" y="3828415"/>
          <a:ext cx="5013960" cy="2421255"/>
        </p:xfrm>
        <a:graphic>
          <a:graphicData uri="http://schemas.openxmlformats.org/presentationml/2006/ole">
            <mc:AlternateContent xmlns:mc="http://schemas.openxmlformats.org/markup-compatibility/2006">
              <mc:Choice xmlns:v="urn:schemas-microsoft-com:vml" Requires="v">
                <p:oleObj spid="_x0000_s7170" name="" r:id="rId4" imgW="5010150" imgH="2419350" progId="Paint.Picture">
                  <p:embed/>
                </p:oleObj>
              </mc:Choice>
              <mc:Fallback>
                <p:oleObj name="" r:id="rId4" imgW="5010150" imgH="2419350" progId="Paint.Picture">
                  <p:embed/>
                  <p:pic>
                    <p:nvPicPr>
                      <p:cNvPr id="0" name="图片 4"/>
                      <p:cNvPicPr/>
                      <p:nvPr/>
                    </p:nvPicPr>
                    <p:blipFill>
                      <a:blip r:embed="rId5"/>
                      <a:stretch>
                        <a:fillRect/>
                      </a:stretch>
                    </p:blipFill>
                    <p:spPr>
                      <a:xfrm>
                        <a:off x="1770380" y="3828415"/>
                        <a:ext cx="5013960" cy="2421255"/>
                      </a:xfrm>
                      <a:prstGeom prst="rect">
                        <a:avLst/>
                      </a:prstGeom>
                    </p:spPr>
                  </p:pic>
                </p:oleObj>
              </mc:Fallback>
            </mc:AlternateContent>
          </a:graphicData>
        </a:graphic>
      </p:graphicFrame>
      <p:pic>
        <p:nvPicPr>
          <p:cNvPr id="9" name="图片 8"/>
          <p:cNvPicPr/>
          <p:nvPr>
            <p:custDataLst>
              <p:tags r:id="rId6"/>
            </p:custDataLst>
          </p:nvPr>
        </p:nvPicPr>
        <p:blipFill>
          <a:blip r:embed="rId2"/>
          <a:srcRect r="50213"/>
          <a:stretch>
            <a:fillRect/>
          </a:stretch>
        </p:blipFill>
        <p:spPr>
          <a:xfrm>
            <a:off x="4142105" y="1308100"/>
            <a:ext cx="2520000" cy="2520000"/>
          </a:xfrm>
          <a:prstGeom prst="rect">
            <a:avLst/>
          </a:prstGeom>
          <a:noFill/>
          <a:ln w="9525">
            <a:noFill/>
          </a:ln>
        </p:spPr>
      </p:pic>
      <p:sp>
        <p:nvSpPr>
          <p:cNvPr id="10" name="文本框 9"/>
          <p:cNvSpPr txBox="1"/>
          <p:nvPr>
            <p:custDataLst>
              <p:tags r:id="rId7"/>
            </p:custDataLst>
          </p:nvPr>
        </p:nvSpPr>
        <p:spPr>
          <a:xfrm>
            <a:off x="6243955" y="99695"/>
            <a:ext cx="2872105"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1.2 </a:t>
            </a:r>
            <a:r>
              <a:rPr lang="zh-CN" altLang="en-US" sz="2800" b="1" dirty="0">
                <a:solidFill>
                  <a:srgbClr val="FF0000"/>
                </a:solidFill>
                <a:latin typeface="微软雅黑" panose="020B0503020204020204" charset="-122"/>
                <a:ea typeface="微软雅黑" panose="020B0503020204020204" charset="-122"/>
                <a:sym typeface="+mn-ea"/>
              </a:rPr>
              <a:t>图像视觉任务</a:t>
            </a:r>
            <a:endParaRPr lang="zh-CN" altLang="en-US" sz="2800" b="1" dirty="0">
              <a:solidFill>
                <a:srgbClr val="FF0000"/>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50375"/>
    </mc:Choice>
    <mc:Fallback>
      <p:transition spd="slow" advTm="50375"/>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773430" y="787400"/>
            <a:ext cx="2298700" cy="460375"/>
          </a:xfrm>
          <a:prstGeom prst="rect">
            <a:avLst/>
          </a:prstGeom>
          <a:noFill/>
        </p:spPr>
        <p:txBody>
          <a:bodyPr wrap="square" rtlCol="0">
            <a:spAutoFit/>
          </a:bodyPr>
          <a:lstStyle/>
          <a:p>
            <a:r>
              <a:rPr lang="zh-CN" altLang="en-US" sz="2400" b="1">
                <a:gradFill>
                  <a:gsLst>
                    <a:gs pos="0">
                      <a:srgbClr val="7B32B2"/>
                    </a:gs>
                    <a:gs pos="100000">
                      <a:srgbClr val="401A5D"/>
                    </a:gs>
                  </a:gsLst>
                  <a:lin scaled="0"/>
                </a:gradFill>
              </a:rPr>
              <a:t>图像修复</a:t>
            </a:r>
            <a:endParaRPr lang="zh-CN" altLang="en-US" sz="2400" b="1">
              <a:gradFill>
                <a:gsLst>
                  <a:gs pos="0">
                    <a:srgbClr val="7B32B2"/>
                  </a:gs>
                  <a:gs pos="100000">
                    <a:srgbClr val="401A5D"/>
                  </a:gs>
                </a:gsLst>
                <a:lin scaled="0"/>
              </a:gradFill>
            </a:endParaRPr>
          </a:p>
        </p:txBody>
      </p:sp>
      <p:graphicFrame>
        <p:nvGraphicFramePr>
          <p:cNvPr id="2" name="对象 1"/>
          <p:cNvGraphicFramePr/>
          <p:nvPr>
            <p:custDataLst>
              <p:tags r:id="rId2"/>
            </p:custDataLst>
          </p:nvPr>
        </p:nvGraphicFramePr>
        <p:xfrm>
          <a:off x="6906260" y="3999230"/>
          <a:ext cx="1964055" cy="2520000"/>
        </p:xfrm>
        <a:graphic>
          <a:graphicData uri="http://schemas.openxmlformats.org/presentationml/2006/ole">
            <mc:AlternateContent xmlns:mc="http://schemas.openxmlformats.org/markup-compatibility/2006">
              <mc:Choice xmlns:v="urn:schemas-microsoft-com:vml" Requires="v">
                <p:oleObj spid="_x0000_s8195" name="" r:id="rId3" imgW="4991100" imgH="3200400" progId="Paint.Picture">
                  <p:embed/>
                </p:oleObj>
              </mc:Choice>
              <mc:Fallback>
                <p:oleObj name="" r:id="rId3" imgW="4991100" imgH="3200400" progId="Paint.Picture">
                  <p:embed/>
                  <p:pic>
                    <p:nvPicPr>
                      <p:cNvPr id="0" name="图片 3"/>
                      <p:cNvPicPr/>
                      <p:nvPr/>
                    </p:nvPicPr>
                    <p:blipFill>
                      <a:blip r:embed="rId4"/>
                      <a:srcRect l="52441"/>
                      <a:stretch>
                        <a:fillRect/>
                      </a:stretch>
                    </p:blipFill>
                    <p:spPr>
                      <a:xfrm>
                        <a:off x="6906260" y="3999230"/>
                        <a:ext cx="1964055" cy="2520000"/>
                      </a:xfrm>
                      <a:prstGeom prst="rect">
                        <a:avLst/>
                      </a:prstGeom>
                    </p:spPr>
                  </p:pic>
                </p:oleObj>
              </mc:Fallback>
            </mc:AlternateContent>
          </a:graphicData>
        </a:graphic>
      </p:graphicFrame>
      <p:pic>
        <p:nvPicPr>
          <p:cNvPr id="104" name="图片 103"/>
          <p:cNvPicPr/>
          <p:nvPr/>
        </p:nvPicPr>
        <p:blipFill>
          <a:blip r:embed="rId5"/>
          <a:srcRect b="6219"/>
          <a:stretch>
            <a:fillRect/>
          </a:stretch>
        </p:blipFill>
        <p:spPr>
          <a:xfrm>
            <a:off x="392430" y="1390015"/>
            <a:ext cx="5922645" cy="3894455"/>
          </a:xfrm>
          <a:prstGeom prst="rect">
            <a:avLst/>
          </a:prstGeom>
          <a:noFill/>
          <a:ln w="9525">
            <a:noFill/>
          </a:ln>
        </p:spPr>
      </p:pic>
      <p:graphicFrame>
        <p:nvGraphicFramePr>
          <p:cNvPr id="7" name="对象 6"/>
          <p:cNvGraphicFramePr/>
          <p:nvPr>
            <p:custDataLst>
              <p:tags r:id="rId6"/>
            </p:custDataLst>
          </p:nvPr>
        </p:nvGraphicFramePr>
        <p:xfrm>
          <a:off x="6906260" y="985520"/>
          <a:ext cx="1964055" cy="2520000"/>
        </p:xfrm>
        <a:graphic>
          <a:graphicData uri="http://schemas.openxmlformats.org/presentationml/2006/ole">
            <mc:AlternateContent xmlns:mc="http://schemas.openxmlformats.org/markup-compatibility/2006">
              <mc:Choice xmlns:v="urn:schemas-microsoft-com:vml" Requires="v">
                <p:oleObj spid="_x0000_s8196" name="" r:id="rId7" imgW="2381250" imgH="3200400" progId="Paint.Picture">
                  <p:embed/>
                </p:oleObj>
              </mc:Choice>
              <mc:Fallback>
                <p:oleObj name="" r:id="rId7" imgW="2381250" imgH="3200400" progId="Paint.Picture">
                  <p:embed/>
                  <p:pic>
                    <p:nvPicPr>
                      <p:cNvPr id="0" name="图片 3"/>
                      <p:cNvPicPr/>
                      <p:nvPr/>
                    </p:nvPicPr>
                    <p:blipFill>
                      <a:blip r:embed="rId8"/>
                      <a:stretch>
                        <a:fillRect/>
                      </a:stretch>
                    </p:blipFill>
                    <p:spPr>
                      <a:xfrm>
                        <a:off x="6906260" y="985520"/>
                        <a:ext cx="1964055" cy="2520000"/>
                      </a:xfrm>
                      <a:prstGeom prst="rect">
                        <a:avLst/>
                      </a:prstGeom>
                    </p:spPr>
                  </p:pic>
                </p:oleObj>
              </mc:Fallback>
            </mc:AlternateContent>
          </a:graphicData>
        </a:graphic>
      </p:graphicFrame>
      <p:sp>
        <p:nvSpPr>
          <p:cNvPr id="10" name="下箭头 9"/>
          <p:cNvSpPr/>
          <p:nvPr/>
        </p:nvSpPr>
        <p:spPr>
          <a:xfrm>
            <a:off x="7868920" y="3510915"/>
            <a:ext cx="174625" cy="48069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custDataLst>
              <p:tags r:id="rId9"/>
            </p:custDataLst>
          </p:nvPr>
        </p:nvSpPr>
        <p:spPr>
          <a:xfrm>
            <a:off x="6243955" y="99695"/>
            <a:ext cx="2872105"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1.2 </a:t>
            </a:r>
            <a:r>
              <a:rPr lang="zh-CN" altLang="en-US" sz="2800" b="1" dirty="0">
                <a:solidFill>
                  <a:srgbClr val="FF0000"/>
                </a:solidFill>
                <a:latin typeface="微软雅黑" panose="020B0503020204020204" charset="-122"/>
                <a:ea typeface="微软雅黑" panose="020B0503020204020204" charset="-122"/>
                <a:sym typeface="+mn-ea"/>
              </a:rPr>
              <a:t>图像视觉任务</a:t>
            </a:r>
            <a:endParaRPr lang="zh-CN" altLang="en-US" sz="2800" b="1" dirty="0">
              <a:solidFill>
                <a:srgbClr val="FF0000"/>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50375"/>
    </mc:Choice>
    <mc:Fallback>
      <p:transition spd="slow" advTm="50375"/>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773430" y="787400"/>
            <a:ext cx="2298700" cy="460375"/>
          </a:xfrm>
          <a:prstGeom prst="rect">
            <a:avLst/>
          </a:prstGeom>
          <a:noFill/>
        </p:spPr>
        <p:txBody>
          <a:bodyPr wrap="square" rtlCol="0">
            <a:spAutoFit/>
          </a:bodyPr>
          <a:lstStyle/>
          <a:p>
            <a:r>
              <a:rPr lang="zh-CN" altLang="en-US" sz="2400" b="1">
                <a:gradFill>
                  <a:gsLst>
                    <a:gs pos="0">
                      <a:srgbClr val="7B32B2"/>
                    </a:gs>
                    <a:gs pos="100000">
                      <a:srgbClr val="401A5D"/>
                    </a:gs>
                  </a:gsLst>
                  <a:lin scaled="0"/>
                </a:gradFill>
              </a:rPr>
              <a:t>图像分割</a:t>
            </a:r>
            <a:endParaRPr lang="zh-CN" altLang="en-US" sz="2400" b="1">
              <a:gradFill>
                <a:gsLst>
                  <a:gs pos="0">
                    <a:srgbClr val="7B32B2"/>
                  </a:gs>
                  <a:gs pos="100000">
                    <a:srgbClr val="401A5D"/>
                  </a:gs>
                </a:gsLst>
                <a:lin scaled="0"/>
              </a:gradFill>
            </a:endParaRPr>
          </a:p>
        </p:txBody>
      </p:sp>
      <p:pic>
        <p:nvPicPr>
          <p:cNvPr id="105" name="图片 104"/>
          <p:cNvPicPr/>
          <p:nvPr>
            <p:custDataLst>
              <p:tags r:id="rId2"/>
            </p:custDataLst>
          </p:nvPr>
        </p:nvPicPr>
        <p:blipFill>
          <a:blip r:embed="rId3"/>
          <a:srcRect l="5493" r="5660"/>
          <a:stretch>
            <a:fillRect/>
          </a:stretch>
        </p:blipFill>
        <p:spPr>
          <a:xfrm>
            <a:off x="1063625" y="1637665"/>
            <a:ext cx="6823075" cy="3583305"/>
          </a:xfrm>
          <a:prstGeom prst="rect">
            <a:avLst/>
          </a:prstGeom>
          <a:noFill/>
          <a:ln w="9525">
            <a:noFill/>
          </a:ln>
        </p:spPr>
      </p:pic>
      <p:sp>
        <p:nvSpPr>
          <p:cNvPr id="5" name="文本框 4"/>
          <p:cNvSpPr txBox="1"/>
          <p:nvPr>
            <p:custDataLst>
              <p:tags r:id="rId4"/>
            </p:custDataLst>
          </p:nvPr>
        </p:nvSpPr>
        <p:spPr>
          <a:xfrm>
            <a:off x="6243955" y="99695"/>
            <a:ext cx="2872105"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1.2 </a:t>
            </a:r>
            <a:r>
              <a:rPr lang="zh-CN" altLang="en-US" sz="2800" b="1" dirty="0">
                <a:solidFill>
                  <a:srgbClr val="FF0000"/>
                </a:solidFill>
                <a:latin typeface="微软雅黑" panose="020B0503020204020204" charset="-122"/>
                <a:ea typeface="微软雅黑" panose="020B0503020204020204" charset="-122"/>
                <a:sym typeface="+mn-ea"/>
              </a:rPr>
              <a:t>图像视觉任务</a:t>
            </a:r>
            <a:endParaRPr lang="zh-CN" altLang="en-US" sz="2800" b="1" dirty="0">
              <a:solidFill>
                <a:srgbClr val="FF0000"/>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50375"/>
    </mc:Choice>
    <mc:Fallback>
      <p:transition spd="slow" advTm="50375"/>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773430" y="787400"/>
            <a:ext cx="2298700" cy="460375"/>
          </a:xfrm>
          <a:prstGeom prst="rect">
            <a:avLst/>
          </a:prstGeom>
          <a:noFill/>
        </p:spPr>
        <p:txBody>
          <a:bodyPr wrap="square" rtlCol="0">
            <a:spAutoFit/>
          </a:bodyPr>
          <a:lstStyle/>
          <a:p>
            <a:r>
              <a:rPr lang="zh-CN" altLang="en-US" sz="2400" b="1">
                <a:gradFill>
                  <a:gsLst>
                    <a:gs pos="0">
                      <a:srgbClr val="7B32B2"/>
                    </a:gs>
                    <a:gs pos="100000">
                      <a:srgbClr val="401A5D"/>
                    </a:gs>
                  </a:gsLst>
                  <a:lin scaled="0"/>
                </a:gradFill>
              </a:rPr>
              <a:t>图像检测</a:t>
            </a:r>
            <a:endParaRPr lang="zh-CN" altLang="en-US" sz="2400" b="1">
              <a:gradFill>
                <a:gsLst>
                  <a:gs pos="0">
                    <a:srgbClr val="7B32B2"/>
                  </a:gs>
                  <a:gs pos="100000">
                    <a:srgbClr val="401A5D"/>
                  </a:gs>
                </a:gsLst>
                <a:lin scaled="0"/>
              </a:gradFill>
            </a:endParaRPr>
          </a:p>
        </p:txBody>
      </p:sp>
      <p:pic>
        <p:nvPicPr>
          <p:cNvPr id="3" name="图片 2"/>
          <p:cNvPicPr>
            <a:picLocks noChangeAspect="1"/>
          </p:cNvPicPr>
          <p:nvPr>
            <p:custDataLst>
              <p:tags r:id="rId2"/>
            </p:custDataLst>
          </p:nvPr>
        </p:nvPicPr>
        <p:blipFill>
          <a:blip r:embed="rId3"/>
          <a:stretch>
            <a:fillRect/>
          </a:stretch>
        </p:blipFill>
        <p:spPr>
          <a:xfrm>
            <a:off x="969645" y="1619250"/>
            <a:ext cx="3011209" cy="2160000"/>
          </a:xfrm>
          <a:prstGeom prst="rect">
            <a:avLst/>
          </a:prstGeom>
          <a:noFill/>
          <a:ln w="9525">
            <a:noFill/>
          </a:ln>
        </p:spPr>
      </p:pic>
      <p:sp>
        <p:nvSpPr>
          <p:cNvPr id="2" name="文本框 1"/>
          <p:cNvSpPr txBox="1"/>
          <p:nvPr>
            <p:custDataLst>
              <p:tags r:id="rId4"/>
            </p:custDataLst>
          </p:nvPr>
        </p:nvSpPr>
        <p:spPr>
          <a:xfrm>
            <a:off x="6243955" y="99695"/>
            <a:ext cx="2872105"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1.2 </a:t>
            </a:r>
            <a:r>
              <a:rPr lang="zh-CN" altLang="en-US" sz="2800" b="1" dirty="0">
                <a:solidFill>
                  <a:srgbClr val="FF0000"/>
                </a:solidFill>
                <a:latin typeface="微软雅黑" panose="020B0503020204020204" charset="-122"/>
                <a:ea typeface="微软雅黑" panose="020B0503020204020204" charset="-122"/>
                <a:sym typeface="+mn-ea"/>
              </a:rPr>
              <a:t>图像视觉任务</a:t>
            </a:r>
            <a:endParaRPr lang="zh-CN" altLang="en-US" sz="2800" b="1" dirty="0">
              <a:solidFill>
                <a:srgbClr val="FF0000"/>
              </a:solidFill>
              <a:latin typeface="微软雅黑" panose="020B0503020204020204" charset="-122"/>
              <a:ea typeface="微软雅黑" panose="020B0503020204020204" charset="-122"/>
              <a:sym typeface="+mn-ea"/>
            </a:endParaRPr>
          </a:p>
        </p:txBody>
      </p:sp>
      <p:pic>
        <p:nvPicPr>
          <p:cNvPr id="110" name="图片 109"/>
          <p:cNvPicPr>
            <a:picLocks noChangeAspect="1"/>
          </p:cNvPicPr>
          <p:nvPr/>
        </p:nvPicPr>
        <p:blipFill>
          <a:blip r:embed="rId5"/>
          <a:stretch>
            <a:fillRect/>
          </a:stretch>
        </p:blipFill>
        <p:spPr>
          <a:xfrm>
            <a:off x="4234180" y="1619250"/>
            <a:ext cx="3311920" cy="216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advTm="50375"/>
    </mc:Choice>
    <mc:Fallback>
      <p:transition spd="slow" advTm="50375"/>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773430" y="787400"/>
            <a:ext cx="2298700" cy="460375"/>
          </a:xfrm>
          <a:prstGeom prst="rect">
            <a:avLst/>
          </a:prstGeom>
          <a:noFill/>
        </p:spPr>
        <p:txBody>
          <a:bodyPr wrap="square" rtlCol="0">
            <a:spAutoFit/>
          </a:bodyPr>
          <a:lstStyle/>
          <a:p>
            <a:r>
              <a:rPr lang="zh-CN" altLang="en-US" sz="2400" b="1">
                <a:gradFill>
                  <a:gsLst>
                    <a:gs pos="0">
                      <a:srgbClr val="7B32B2"/>
                    </a:gs>
                    <a:gs pos="100000">
                      <a:srgbClr val="401A5D"/>
                    </a:gs>
                  </a:gsLst>
                  <a:lin scaled="0"/>
                </a:gradFill>
              </a:rPr>
              <a:t>图像识别</a:t>
            </a:r>
            <a:endParaRPr lang="zh-CN" altLang="en-US" sz="2400" b="1">
              <a:gradFill>
                <a:gsLst>
                  <a:gs pos="0">
                    <a:srgbClr val="7B32B2"/>
                  </a:gs>
                  <a:gs pos="100000">
                    <a:srgbClr val="401A5D"/>
                  </a:gs>
                </a:gsLst>
                <a:lin scaled="0"/>
              </a:gradFill>
            </a:endParaRPr>
          </a:p>
        </p:txBody>
      </p:sp>
      <p:sp>
        <p:nvSpPr>
          <p:cNvPr id="2" name="文本框 1"/>
          <p:cNvSpPr txBox="1"/>
          <p:nvPr>
            <p:custDataLst>
              <p:tags r:id="rId2"/>
            </p:custDataLst>
          </p:nvPr>
        </p:nvSpPr>
        <p:spPr>
          <a:xfrm>
            <a:off x="6243955" y="99695"/>
            <a:ext cx="2872105"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1.2 </a:t>
            </a:r>
            <a:r>
              <a:rPr lang="zh-CN" altLang="en-US" sz="2800" b="1" dirty="0">
                <a:solidFill>
                  <a:srgbClr val="FF0000"/>
                </a:solidFill>
                <a:latin typeface="微软雅黑" panose="020B0503020204020204" charset="-122"/>
                <a:ea typeface="微软雅黑" panose="020B0503020204020204" charset="-122"/>
                <a:sym typeface="+mn-ea"/>
              </a:rPr>
              <a:t>图像视觉任务</a:t>
            </a:r>
            <a:endParaRPr lang="zh-CN" altLang="en-US" sz="2800" b="1" dirty="0">
              <a:solidFill>
                <a:srgbClr val="FF0000"/>
              </a:solidFill>
              <a:latin typeface="微软雅黑" panose="020B0503020204020204" charset="-122"/>
              <a:ea typeface="微软雅黑" panose="020B0503020204020204" charset="-122"/>
              <a:sym typeface="+mn-ea"/>
            </a:endParaRPr>
          </a:p>
        </p:txBody>
      </p:sp>
      <p:pic>
        <p:nvPicPr>
          <p:cNvPr id="4" name="图片 3"/>
          <p:cNvPicPr/>
          <p:nvPr>
            <p:custDataLst>
              <p:tags r:id="rId3"/>
            </p:custDataLst>
          </p:nvPr>
        </p:nvPicPr>
        <p:blipFill>
          <a:blip r:embed="rId4"/>
          <a:stretch>
            <a:fillRect/>
          </a:stretch>
        </p:blipFill>
        <p:spPr>
          <a:xfrm>
            <a:off x="916305" y="1661160"/>
            <a:ext cx="3413760" cy="2724785"/>
          </a:xfrm>
          <a:prstGeom prst="rect">
            <a:avLst/>
          </a:prstGeom>
          <a:noFill/>
          <a:ln w="9525">
            <a:noFill/>
          </a:ln>
        </p:spPr>
      </p:pic>
      <p:pic>
        <p:nvPicPr>
          <p:cNvPr id="112" name="图片 111"/>
          <p:cNvPicPr/>
          <p:nvPr>
            <p:custDataLst>
              <p:tags r:id="rId5"/>
            </p:custDataLst>
          </p:nvPr>
        </p:nvPicPr>
        <p:blipFill>
          <a:blip r:embed="rId6"/>
          <a:srcRect l="15729" r="34590"/>
          <a:stretch>
            <a:fillRect/>
          </a:stretch>
        </p:blipFill>
        <p:spPr>
          <a:xfrm>
            <a:off x="4401820" y="1879600"/>
            <a:ext cx="4542790" cy="209613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advTm="50375"/>
    </mc:Choice>
    <mc:Fallback>
      <p:transition spd="slow" advTm="50375"/>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773430" y="787400"/>
            <a:ext cx="2944495" cy="460375"/>
          </a:xfrm>
          <a:prstGeom prst="rect">
            <a:avLst/>
          </a:prstGeom>
          <a:noFill/>
        </p:spPr>
        <p:txBody>
          <a:bodyPr wrap="square" rtlCol="0">
            <a:spAutoFit/>
          </a:bodyPr>
          <a:lstStyle/>
          <a:p>
            <a:r>
              <a:rPr lang="zh-CN" altLang="en-US" sz="2400" b="1">
                <a:gradFill>
                  <a:gsLst>
                    <a:gs pos="0">
                      <a:srgbClr val="7B32B2"/>
                    </a:gs>
                    <a:gs pos="100000">
                      <a:srgbClr val="401A5D"/>
                    </a:gs>
                  </a:gsLst>
                  <a:lin scaled="0"/>
                </a:gradFill>
              </a:rPr>
              <a:t>人群计数或密度估计</a:t>
            </a:r>
            <a:endParaRPr lang="zh-CN" altLang="en-US" sz="2400" b="1">
              <a:gradFill>
                <a:gsLst>
                  <a:gs pos="0">
                    <a:srgbClr val="7B32B2"/>
                  </a:gs>
                  <a:gs pos="100000">
                    <a:srgbClr val="401A5D"/>
                  </a:gs>
                </a:gsLst>
                <a:lin scaled="0"/>
              </a:gradFill>
            </a:endParaRPr>
          </a:p>
        </p:txBody>
      </p:sp>
      <p:sp>
        <p:nvSpPr>
          <p:cNvPr id="2" name="文本框 1"/>
          <p:cNvSpPr txBox="1"/>
          <p:nvPr>
            <p:custDataLst>
              <p:tags r:id="rId2"/>
            </p:custDataLst>
          </p:nvPr>
        </p:nvSpPr>
        <p:spPr>
          <a:xfrm>
            <a:off x="6243955" y="99695"/>
            <a:ext cx="2872105"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1.2 </a:t>
            </a:r>
            <a:r>
              <a:rPr lang="zh-CN" altLang="en-US" sz="2800" b="1" dirty="0">
                <a:solidFill>
                  <a:srgbClr val="FF0000"/>
                </a:solidFill>
                <a:latin typeface="微软雅黑" panose="020B0503020204020204" charset="-122"/>
                <a:ea typeface="微软雅黑" panose="020B0503020204020204" charset="-122"/>
                <a:sym typeface="+mn-ea"/>
              </a:rPr>
              <a:t>图像视觉任务</a:t>
            </a:r>
            <a:endParaRPr lang="zh-CN" altLang="en-US" sz="2800" b="1" dirty="0">
              <a:solidFill>
                <a:srgbClr val="FF0000"/>
              </a:solidFill>
              <a:latin typeface="微软雅黑" panose="020B0503020204020204" charset="-122"/>
              <a:ea typeface="微软雅黑" panose="020B0503020204020204" charset="-122"/>
              <a:sym typeface="+mn-ea"/>
            </a:endParaRPr>
          </a:p>
        </p:txBody>
      </p:sp>
      <p:graphicFrame>
        <p:nvGraphicFramePr>
          <p:cNvPr id="3" name="对象 2"/>
          <p:cNvGraphicFramePr/>
          <p:nvPr>
            <p:custDataLst>
              <p:tags r:id="rId3"/>
            </p:custDataLst>
          </p:nvPr>
        </p:nvGraphicFramePr>
        <p:xfrm>
          <a:off x="1574800" y="1352550"/>
          <a:ext cx="5706110" cy="4795520"/>
        </p:xfrm>
        <a:graphic>
          <a:graphicData uri="http://schemas.openxmlformats.org/presentationml/2006/ole">
            <mc:AlternateContent xmlns:mc="http://schemas.openxmlformats.org/markup-compatibility/2006">
              <mc:Choice xmlns:v="urn:schemas-microsoft-com:vml" Requires="v">
                <p:oleObj spid="_x0000_s9218" name="" r:id="rId4" imgW="5029200" imgH="4495800" progId="Paint.Picture">
                  <p:embed/>
                </p:oleObj>
              </mc:Choice>
              <mc:Fallback>
                <p:oleObj name="" r:id="rId4" imgW="5029200" imgH="4495800" progId="Paint.Picture">
                  <p:embed/>
                  <p:pic>
                    <p:nvPicPr>
                      <p:cNvPr id="0" name="图片 4"/>
                      <p:cNvPicPr/>
                      <p:nvPr/>
                    </p:nvPicPr>
                    <p:blipFill>
                      <a:blip r:embed="rId5"/>
                      <a:stretch>
                        <a:fillRect/>
                      </a:stretch>
                    </p:blipFill>
                    <p:spPr>
                      <a:xfrm>
                        <a:off x="1574800" y="1352550"/>
                        <a:ext cx="5706110" cy="479552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50375"/>
    </mc:Choice>
    <mc:Fallback>
      <p:transition spd="slow" advTm="50375"/>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773430" y="787400"/>
            <a:ext cx="2944495" cy="460375"/>
          </a:xfrm>
          <a:prstGeom prst="rect">
            <a:avLst/>
          </a:prstGeom>
          <a:noFill/>
        </p:spPr>
        <p:txBody>
          <a:bodyPr wrap="square" rtlCol="0">
            <a:spAutoFit/>
          </a:bodyPr>
          <a:lstStyle/>
          <a:p>
            <a:r>
              <a:rPr lang="zh-CN" altLang="en-US" sz="2400" b="1">
                <a:gradFill>
                  <a:gsLst>
                    <a:gs pos="0">
                      <a:srgbClr val="7B32B2"/>
                    </a:gs>
                    <a:gs pos="100000">
                      <a:srgbClr val="401A5D"/>
                    </a:gs>
                  </a:gsLst>
                  <a:lin scaled="0"/>
                </a:gradFill>
              </a:rPr>
              <a:t>人体姿态估计</a:t>
            </a:r>
            <a:endParaRPr lang="zh-CN" altLang="en-US" sz="2400" b="1">
              <a:gradFill>
                <a:gsLst>
                  <a:gs pos="0">
                    <a:srgbClr val="7B32B2"/>
                  </a:gs>
                  <a:gs pos="100000">
                    <a:srgbClr val="401A5D"/>
                  </a:gs>
                </a:gsLst>
                <a:lin scaled="0"/>
              </a:gradFill>
            </a:endParaRPr>
          </a:p>
        </p:txBody>
      </p:sp>
      <p:sp>
        <p:nvSpPr>
          <p:cNvPr id="2" name="文本框 1"/>
          <p:cNvSpPr txBox="1"/>
          <p:nvPr>
            <p:custDataLst>
              <p:tags r:id="rId2"/>
            </p:custDataLst>
          </p:nvPr>
        </p:nvSpPr>
        <p:spPr>
          <a:xfrm>
            <a:off x="6243955" y="99695"/>
            <a:ext cx="2872105"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1.2 </a:t>
            </a:r>
            <a:r>
              <a:rPr lang="zh-CN" altLang="en-US" sz="2800" b="1" dirty="0">
                <a:solidFill>
                  <a:srgbClr val="FF0000"/>
                </a:solidFill>
                <a:latin typeface="微软雅黑" panose="020B0503020204020204" charset="-122"/>
                <a:ea typeface="微软雅黑" panose="020B0503020204020204" charset="-122"/>
                <a:sym typeface="+mn-ea"/>
              </a:rPr>
              <a:t>图像视觉任务</a:t>
            </a:r>
            <a:endParaRPr lang="zh-CN" altLang="en-US" sz="2800" b="1" dirty="0">
              <a:solidFill>
                <a:srgbClr val="FF0000"/>
              </a:solidFill>
              <a:latin typeface="微软雅黑" panose="020B0503020204020204" charset="-122"/>
              <a:ea typeface="微软雅黑" panose="020B0503020204020204" charset="-122"/>
              <a:sym typeface="+mn-ea"/>
            </a:endParaRPr>
          </a:p>
        </p:txBody>
      </p:sp>
      <p:graphicFrame>
        <p:nvGraphicFramePr>
          <p:cNvPr id="4" name="对象 3"/>
          <p:cNvGraphicFramePr/>
          <p:nvPr>
            <p:custDataLst>
              <p:tags r:id="rId3"/>
            </p:custDataLst>
          </p:nvPr>
        </p:nvGraphicFramePr>
        <p:xfrm>
          <a:off x="935355" y="1627505"/>
          <a:ext cx="7273290" cy="3602990"/>
        </p:xfrm>
        <a:graphic>
          <a:graphicData uri="http://schemas.openxmlformats.org/presentationml/2006/ole">
            <mc:AlternateContent xmlns:mc="http://schemas.openxmlformats.org/markup-compatibility/2006">
              <mc:Choice xmlns:v="urn:schemas-microsoft-com:vml" Requires="v">
                <p:oleObj spid="_x0000_s10242" name="" r:id="rId4" imgW="7267575" imgH="3600450" progId="Paint.Picture">
                  <p:embed/>
                </p:oleObj>
              </mc:Choice>
              <mc:Fallback>
                <p:oleObj name="" r:id="rId4" imgW="7267575" imgH="3600450" progId="Paint.Picture">
                  <p:embed/>
                  <p:pic>
                    <p:nvPicPr>
                      <p:cNvPr id="0" name="图片 4"/>
                      <p:cNvPicPr/>
                      <p:nvPr/>
                    </p:nvPicPr>
                    <p:blipFill>
                      <a:blip r:embed="rId5"/>
                      <a:stretch>
                        <a:fillRect/>
                      </a:stretch>
                    </p:blipFill>
                    <p:spPr>
                      <a:xfrm>
                        <a:off x="935355" y="1627505"/>
                        <a:ext cx="7273290" cy="360299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50375"/>
    </mc:Choice>
    <mc:Fallback>
      <p:transition spd="slow" advTm="50375"/>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custDataLst>
              <p:tags r:id="rId1"/>
            </p:custDataLst>
          </p:nvPr>
        </p:nvSpPr>
        <p:spPr>
          <a:xfrm>
            <a:off x="788670" y="541020"/>
            <a:ext cx="2575560"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zh-CN" altLang="en-US" sz="2800" b="1" dirty="0">
                <a:solidFill>
                  <a:srgbClr val="FF0000"/>
                </a:solidFill>
                <a:latin typeface="微软雅黑" panose="020B0503020204020204" charset="-122"/>
                <a:ea typeface="微软雅黑" panose="020B0503020204020204" charset="-122"/>
                <a:sym typeface="+mn-ea"/>
              </a:rPr>
              <a:t>总结</a:t>
            </a:r>
            <a:endParaRPr lang="zh-CN" altLang="en-US" sz="2800" b="1" dirty="0">
              <a:solidFill>
                <a:srgbClr val="FF0000"/>
              </a:solidFill>
              <a:latin typeface="微软雅黑" panose="020B0503020204020204" charset="-122"/>
              <a:ea typeface="微软雅黑" panose="020B0503020204020204" charset="-122"/>
              <a:sym typeface="+mn-ea"/>
            </a:endParaRPr>
          </a:p>
        </p:txBody>
      </p:sp>
      <p:sp>
        <p:nvSpPr>
          <p:cNvPr id="2" name="文本框 1"/>
          <p:cNvSpPr txBox="1"/>
          <p:nvPr/>
        </p:nvSpPr>
        <p:spPr>
          <a:xfrm>
            <a:off x="1104265" y="1389380"/>
            <a:ext cx="7693025" cy="2661285"/>
          </a:xfrm>
          <a:prstGeom prst="rect">
            <a:avLst/>
          </a:prstGeom>
          <a:noFill/>
        </p:spPr>
        <p:txBody>
          <a:bodyPr wrap="square" rtlCol="0" anchor="t">
            <a:spAutoFit/>
          </a:bodyPr>
          <a:lstStyle/>
          <a:p>
            <a:pPr defTabSz="720090">
              <a:lnSpc>
                <a:spcPct val="100000"/>
              </a:lnSpc>
              <a:spcBef>
                <a:spcPts val="600"/>
              </a:spcBef>
              <a:buFont typeface="+mj-lt"/>
            </a:pPr>
            <a:r>
              <a:rPr lang="zh-CN" altLang="en-US" sz="2800" b="1" dirty="0">
                <a:latin typeface="微软雅黑" panose="020B0503020204020204" charset="-122"/>
                <a:ea typeface="微软雅黑" panose="020B0503020204020204" charset="-122"/>
                <a:sym typeface="+mn-ea"/>
              </a:rPr>
              <a:t>图像处理和计算机视觉任务</a:t>
            </a:r>
            <a:endParaRPr lang="zh-CN" altLang="en-US" sz="2800" b="1" dirty="0">
              <a:latin typeface="微软雅黑" panose="020B0503020204020204" charset="-122"/>
              <a:ea typeface="微软雅黑" panose="020B0503020204020204" charset="-122"/>
              <a:sym typeface="+mn-ea"/>
            </a:endParaRPr>
          </a:p>
          <a:p>
            <a:pPr algn="l" defTabSz="720090">
              <a:lnSpc>
                <a:spcPct val="100000"/>
              </a:lnSpc>
              <a:spcBef>
                <a:spcPts val="600"/>
              </a:spcBef>
              <a:buClrTx/>
              <a:buSzTx/>
              <a:buFont typeface="+mj-lt"/>
            </a:pPr>
            <a:r>
              <a:rPr lang="en-US" altLang="zh-CN" sz="2400" dirty="0">
                <a:latin typeface="Times New Roman" panose="02020603050405020304" pitchFamily="18" charset="0"/>
                <a:sym typeface="+mn-ea"/>
              </a:rPr>
              <a:t>      </a:t>
            </a:r>
            <a:r>
              <a:rPr lang="zh-CN" altLang="en-US" sz="2400" dirty="0">
                <a:latin typeface="微软雅黑" panose="020B0503020204020204" charset="-122"/>
                <a:ea typeface="微软雅黑" panose="020B0503020204020204" charset="-122"/>
                <a:sym typeface="+mn-ea"/>
              </a:rPr>
              <a:t>低级、中级和高级三个处理层次。</a:t>
            </a:r>
            <a:endParaRPr lang="zh-CN" altLang="en-US" sz="2400">
              <a:sym typeface="+mn-ea"/>
            </a:endParaRPr>
          </a:p>
          <a:p>
            <a:pPr lvl="1" algn="l" defTabSz="720090">
              <a:lnSpc>
                <a:spcPct val="100000"/>
              </a:lnSpc>
              <a:spcBef>
                <a:spcPts val="600"/>
              </a:spcBef>
              <a:buClrTx/>
              <a:buSzTx/>
              <a:buFont typeface="+mj-lt"/>
            </a:pPr>
            <a:r>
              <a:rPr lang="zh-CN" altLang="en-US" sz="2400" dirty="0">
                <a:latin typeface="微软雅黑" panose="020B0503020204020204" charset="-122"/>
                <a:ea typeface="微软雅黑" panose="020B0503020204020204" charset="-122"/>
                <a:sym typeface="Arial" panose="020B0604020202020204" pitchFamily="34" charset="0"/>
              </a:rPr>
              <a:t>图像去噪、图像增强、彩色化、图像转换、图像超分辨率、图像修复、图像分割、图像检测、图像识别、密度估计、姿态识别等</a:t>
            </a:r>
            <a:endParaRPr lang="zh-CN" altLang="en-US" sz="2400" b="1" dirty="0">
              <a:latin typeface="微软雅黑" panose="020B0503020204020204" charset="-122"/>
              <a:ea typeface="微软雅黑" panose="020B0503020204020204" charset="-122"/>
              <a:sym typeface="Arial" panose="020B0604020202020204" pitchFamily="34" charset="0"/>
            </a:endParaRPr>
          </a:p>
          <a:p>
            <a:pPr algn="l" defTabSz="720090">
              <a:lnSpc>
                <a:spcPct val="100000"/>
              </a:lnSpc>
              <a:spcBef>
                <a:spcPts val="600"/>
              </a:spcBef>
              <a:buClrTx/>
              <a:buSzTx/>
            </a:pPr>
            <a:endParaRPr lang="zh-CN" altLang="en-US" sz="2800" b="1" dirty="0">
              <a:latin typeface="微软雅黑" panose="020B0503020204020204" charset="-122"/>
              <a:ea typeface="微软雅黑" panose="020B0503020204020204" charset="-122"/>
              <a:sym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Text Box 4"/>
          <p:cNvSpPr txBox="1">
            <a:spLocks noChangeArrowheads="1"/>
          </p:cNvSpPr>
          <p:nvPr/>
        </p:nvSpPr>
        <p:spPr bwMode="auto">
          <a:xfrm>
            <a:off x="373380" y="868680"/>
            <a:ext cx="8586470"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R="0" defTabSz="914400">
              <a:spcBef>
                <a:spcPct val="30000"/>
              </a:spcBef>
              <a:buClrTx/>
              <a:buSzTx/>
              <a:buFontTx/>
              <a:buNone/>
              <a:defRPr/>
            </a:pPr>
            <a:r>
              <a:rPr kumimoji="0" lang="zh-CN" altLang="en-US" sz="2400" b="1" kern="1200" cap="none" spc="0" normalizeH="0" baseline="0" noProof="0">
                <a:gradFill>
                  <a:gsLst>
                    <a:gs pos="0">
                      <a:srgbClr val="7B32B2"/>
                    </a:gs>
                    <a:gs pos="100000">
                      <a:srgbClr val="401A5D"/>
                    </a:gs>
                  </a:gsLst>
                  <a:lin scaled="0"/>
                </a:gradFill>
                <a:effectLst/>
                <a:latin typeface="Arial" panose="020B0604020202020204" pitchFamily="34" charset="0"/>
                <a:ea typeface="宋体" panose="02010600030101010101" pitchFamily="2" charset="-122"/>
                <a:cs typeface="+mn-cs"/>
              </a:rPr>
              <a:t>人的视觉</a:t>
            </a:r>
            <a:endParaRPr kumimoji="0" lang="zh-CN" altLang="en-US" sz="2000" b="1" kern="1200" cap="none" spc="0" normalizeH="0" baseline="0" noProof="0">
              <a:solidFill>
                <a:srgbClr val="009900"/>
              </a:solidFill>
              <a:effectLst/>
              <a:latin typeface="Arial" panose="020B0604020202020204" pitchFamily="34" charset="0"/>
              <a:ea typeface="宋体" panose="02010600030101010101" pitchFamily="2" charset="-122"/>
              <a:cs typeface="+mn-cs"/>
            </a:endParaRPr>
          </a:p>
          <a:p>
            <a:pPr marR="0" defTabSz="914400">
              <a:spcBef>
                <a:spcPct val="30000"/>
              </a:spcBef>
              <a:buClrTx/>
              <a:buSzTx/>
              <a:buFontTx/>
              <a:buNone/>
              <a:defRPr/>
            </a:pPr>
            <a:r>
              <a:rPr kumimoji="0" lang="zh-CN" altLang="en-US" sz="2000" kern="1200" cap="none" spc="0" normalizeH="0" baseline="0" noProof="0">
                <a:solidFill>
                  <a:schemeClr val="tx1"/>
                </a:solidFill>
                <a:effectLst/>
                <a:latin typeface="Arial" panose="020B0604020202020204" pitchFamily="34" charset="0"/>
                <a:ea typeface="宋体" panose="02010600030101010101" pitchFamily="2" charset="-122"/>
                <a:cs typeface="+mn-cs"/>
              </a:rPr>
              <a:t>人的视觉</a:t>
            </a:r>
            <a:r>
              <a:rPr lang="zh-CN" altLang="en-US" sz="2000" noProof="0">
                <a:ln>
                  <a:noFill/>
                </a:ln>
                <a:solidFill>
                  <a:schemeClr val="tx1"/>
                </a:solidFill>
                <a:effectLst/>
                <a:uLnTx/>
                <a:uFillTx/>
                <a:sym typeface="+mn-ea"/>
              </a:rPr>
              <a:t>成像原理：和光学透镜类似，但适应性强，是可自行调节的透镜。</a:t>
            </a:r>
            <a:r>
              <a:rPr kumimoji="0" lang="zh-CN" altLang="en-US" sz="2000" kern="1200" cap="none" spc="0" normalizeH="0" baseline="0" noProof="0">
                <a:solidFill>
                  <a:schemeClr val="bg2"/>
                </a:solidFill>
                <a:latin typeface="宋体" panose="02010600030101010101" pitchFamily="2" charset="-122"/>
                <a:ea typeface="宋体" panose="02010600030101010101" pitchFamily="2" charset="-122"/>
                <a:cs typeface="+mn-cs"/>
              </a:rPr>
              <a:t>  </a:t>
            </a:r>
            <a:endParaRPr kumimoji="0" lang="zh-CN" altLang="en-US" sz="2000" kern="1200" cap="none" spc="0" normalizeH="0" baseline="0" noProof="0">
              <a:solidFill>
                <a:schemeClr val="bg2"/>
              </a:solidFill>
              <a:latin typeface="Arial" panose="020B0604020202020204" pitchFamily="34" charset="0"/>
              <a:ea typeface="宋体" panose="02010600030101010101" pitchFamily="2" charset="-122"/>
              <a:cs typeface="+mn-cs"/>
            </a:endParaRPr>
          </a:p>
        </p:txBody>
      </p:sp>
      <p:sp>
        <p:nvSpPr>
          <p:cNvPr id="36" name="文本框 35"/>
          <p:cNvSpPr txBox="1"/>
          <p:nvPr>
            <p:custDataLst>
              <p:tags r:id="rId1"/>
            </p:custDataLst>
          </p:nvPr>
        </p:nvSpPr>
        <p:spPr>
          <a:xfrm>
            <a:off x="6436360" y="99695"/>
            <a:ext cx="2575560"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1.3 </a:t>
            </a:r>
            <a:r>
              <a:rPr lang="zh-CN" altLang="en-US" sz="2800" b="1" dirty="0">
                <a:solidFill>
                  <a:srgbClr val="FF0000"/>
                </a:solidFill>
                <a:latin typeface="微软雅黑" panose="020B0503020204020204" charset="-122"/>
                <a:ea typeface="微软雅黑" panose="020B0503020204020204" charset="-122"/>
                <a:sym typeface="+mn-ea"/>
              </a:rPr>
              <a:t>图像基础</a:t>
            </a:r>
            <a:endParaRPr lang="zh-CN" altLang="en-US" sz="2800" b="1" dirty="0">
              <a:solidFill>
                <a:srgbClr val="FF0000"/>
              </a:solidFill>
              <a:latin typeface="微软雅黑" panose="020B0503020204020204" charset="-122"/>
              <a:ea typeface="微软雅黑" panose="020B0503020204020204" charset="-122"/>
              <a:sym typeface="+mn-ea"/>
            </a:endParaRPr>
          </a:p>
        </p:txBody>
      </p:sp>
      <p:pic>
        <p:nvPicPr>
          <p:cNvPr id="6146" name="Picture 3"/>
          <p:cNvPicPr>
            <a:picLocks noChangeAspect="1"/>
          </p:cNvPicPr>
          <p:nvPr>
            <p:custDataLst>
              <p:tags r:id="rId2"/>
            </p:custDataLst>
          </p:nvPr>
        </p:nvPicPr>
        <p:blipFill>
          <a:blip r:embed="rId3"/>
          <a:srcRect l="18758"/>
          <a:stretch>
            <a:fillRect/>
          </a:stretch>
        </p:blipFill>
        <p:spPr>
          <a:xfrm>
            <a:off x="812800" y="1957705"/>
            <a:ext cx="7518400" cy="2251710"/>
          </a:xfrm>
          <a:prstGeom prst="rect">
            <a:avLst/>
          </a:prstGeom>
          <a:noFill/>
          <a:ln w="9525">
            <a:noFill/>
          </a:ln>
        </p:spPr>
      </p:pic>
      <p:sp>
        <p:nvSpPr>
          <p:cNvPr id="6148" name="Text Box 5"/>
          <p:cNvSpPr txBox="1"/>
          <p:nvPr>
            <p:custDataLst>
              <p:tags r:id="rId4"/>
            </p:custDataLst>
          </p:nvPr>
        </p:nvSpPr>
        <p:spPr>
          <a:xfrm>
            <a:off x="580073" y="4437063"/>
            <a:ext cx="8289925" cy="1353185"/>
          </a:xfrm>
          <a:prstGeom prst="rect">
            <a:avLst/>
          </a:prstGeom>
          <a:noFill/>
          <a:ln w="9525">
            <a:noFill/>
          </a:ln>
        </p:spPr>
        <p:txBody>
          <a:bodyPr>
            <a:spAutoFit/>
          </a:bodyPr>
          <a:lstStyle/>
          <a:p>
            <a:pPr>
              <a:lnSpc>
                <a:spcPct val="110000"/>
              </a:lnSpc>
              <a:spcBef>
                <a:spcPct val="40000"/>
              </a:spcBef>
            </a:pPr>
            <a:r>
              <a:rPr lang="zh-CN" altLang="en-US" sz="2000" dirty="0">
                <a:solidFill>
                  <a:schemeClr val="tx1"/>
                </a:solidFill>
                <a:latin typeface="Arial" panose="020B0604020202020204" pitchFamily="34" charset="0"/>
              </a:rPr>
              <a:t>看远处物体，肌肉会迫使晶状体变得扁平，晶状体的聚焦中心向前移动</a:t>
            </a:r>
            <a:r>
              <a:rPr lang="zh-CN" altLang="en-US" sz="2000" dirty="0">
                <a:sym typeface="+mn-ea"/>
              </a:rPr>
              <a:t>。</a:t>
            </a:r>
            <a:endParaRPr lang="zh-CN" altLang="en-US" sz="2000" dirty="0">
              <a:solidFill>
                <a:schemeClr val="tx1"/>
              </a:solidFill>
              <a:latin typeface="Arial" panose="020B0604020202020204" pitchFamily="34" charset="0"/>
            </a:endParaRPr>
          </a:p>
          <a:p>
            <a:pPr>
              <a:lnSpc>
                <a:spcPct val="110000"/>
              </a:lnSpc>
              <a:spcBef>
                <a:spcPct val="40000"/>
              </a:spcBef>
            </a:pPr>
            <a:r>
              <a:rPr lang="zh-CN" altLang="en-US" sz="2000" dirty="0">
                <a:solidFill>
                  <a:schemeClr val="tx1"/>
                </a:solidFill>
                <a:latin typeface="Arial" panose="020B0604020202020204" pitchFamily="34" charset="0"/>
              </a:rPr>
              <a:t>物体离眼睛近时，肌肉使晶状体变厚，光心向视网膜成像区域靠近。</a:t>
            </a:r>
            <a:endParaRPr lang="zh-CN" altLang="en-US" sz="2000" dirty="0">
              <a:solidFill>
                <a:schemeClr val="tx1"/>
              </a:solidFill>
              <a:latin typeface="Arial" panose="020B0604020202020204" pitchFamily="34" charset="0"/>
            </a:endParaRPr>
          </a:p>
          <a:p>
            <a:pPr>
              <a:lnSpc>
                <a:spcPct val="110000"/>
              </a:lnSpc>
              <a:spcBef>
                <a:spcPct val="40000"/>
              </a:spcBef>
            </a:pPr>
            <a:r>
              <a:rPr lang="zh-CN" altLang="en-US" sz="2000" dirty="0">
                <a:solidFill>
                  <a:schemeClr val="tx1"/>
                </a:solidFill>
                <a:latin typeface="Arial" panose="020B0604020202020204" pitchFamily="34" charset="0"/>
              </a:rPr>
              <a:t>物体由远至近，晶状体的折射能力也由弱变强。</a:t>
            </a:r>
            <a:endParaRPr lang="zh-CN" altLang="en-US" sz="2000" dirty="0">
              <a:solidFill>
                <a:schemeClr val="tx1"/>
              </a:solidFill>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Text Box 4"/>
          <p:cNvSpPr txBox="1">
            <a:spLocks noChangeArrowheads="1"/>
          </p:cNvSpPr>
          <p:nvPr/>
        </p:nvSpPr>
        <p:spPr bwMode="auto">
          <a:xfrm>
            <a:off x="390525" y="749300"/>
            <a:ext cx="8393113" cy="274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tx1"/>
                </a:solidFill>
                <a:latin typeface="Times New Roman" panose="02020603050405020304" pitchFamily="18" charset="0"/>
              </a:defRPr>
            </a:lvl1pPr>
            <a:lvl2pPr marL="914400" indent="-457200" eaLnBrk="0" hangingPunct="0">
              <a:defRPr sz="2400">
                <a:solidFill>
                  <a:schemeClr val="tx1"/>
                </a:solidFill>
                <a:latin typeface="Times New Roman" panose="02020603050405020304" pitchFamily="18" charset="0"/>
              </a:defRPr>
            </a:lvl2pPr>
            <a:lvl3pPr marL="1371600" indent="-457200" eaLnBrk="0" hangingPunct="0">
              <a:defRPr sz="2400">
                <a:solidFill>
                  <a:schemeClr val="tx1"/>
                </a:solidFill>
                <a:latin typeface="Times New Roman" panose="02020603050405020304" pitchFamily="18" charset="0"/>
              </a:defRPr>
            </a:lvl3pPr>
            <a:lvl4pPr marL="1828800" indent="-457200" eaLnBrk="0" hangingPunct="0">
              <a:defRPr sz="2400">
                <a:solidFill>
                  <a:schemeClr val="tx1"/>
                </a:solidFill>
                <a:latin typeface="Times New Roman" panose="02020603050405020304" pitchFamily="18" charset="0"/>
              </a:defRPr>
            </a:lvl4pPr>
            <a:lvl5pPr marL="2286000" indent="-457200" eaLnBrk="0" hangingPunct="0">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00000"/>
              </a:lnSpc>
              <a:spcBef>
                <a:spcPct val="40000"/>
              </a:spcBef>
              <a:spcAft>
                <a:spcPct val="0"/>
              </a:spcAft>
              <a:buClrTx/>
              <a:buSzTx/>
              <a:buFontTx/>
              <a:buNone/>
              <a:defRPr/>
            </a:pPr>
            <a:r>
              <a:rPr kumimoji="0" lang="zh-CN" altLang="en-US" sz="2400" b="0" i="0" u="none" strike="noStrike" kern="1200" cap="none" spc="0" normalizeH="0" baseline="0" noProof="0" smtClean="0">
                <a:ln>
                  <a:noFill/>
                </a:ln>
                <a:gradFill>
                  <a:gsLst>
                    <a:gs pos="0">
                      <a:srgbClr val="7B32B2"/>
                    </a:gs>
                    <a:gs pos="100000">
                      <a:srgbClr val="401A5D"/>
                    </a:gs>
                  </a:gsLst>
                  <a:lin scaled="0"/>
                </a:gradFill>
                <a:effectLst/>
                <a:uLnTx/>
                <a:uFillTx/>
                <a:latin typeface="Arial" panose="020B0604020202020204" pitchFamily="34" charset="0"/>
                <a:ea typeface="宋体" panose="02010600030101010101" pitchFamily="2" charset="-122"/>
                <a:cs typeface="+mn-cs"/>
              </a:rPr>
              <a:t>眼睛对亮度的适应和鉴别</a:t>
            </a:r>
            <a:r>
              <a:rPr kumimoji="0" lang="zh-CN" altLang="en-US" sz="2000" b="0" i="0" u="none" strike="noStrike" kern="1200" cap="none" spc="0" normalizeH="0" baseline="0" noProof="0" smtClean="0">
                <a:ln>
                  <a:noFill/>
                </a:ln>
                <a:gradFill>
                  <a:gsLst>
                    <a:gs pos="0">
                      <a:srgbClr val="7B32B2"/>
                    </a:gs>
                    <a:gs pos="100000">
                      <a:srgbClr val="401A5D"/>
                    </a:gs>
                  </a:gsLst>
                  <a:lin scaled="0"/>
                </a:gradFill>
                <a:effectLst/>
                <a:uLnTx/>
                <a:uFillTx/>
                <a:latin typeface="宋体" panose="02010600030101010101" pitchFamily="2" charset="-122"/>
                <a:ea typeface="宋体" panose="02010600030101010101" pitchFamily="2" charset="-122"/>
                <a:cs typeface="+mn-cs"/>
              </a:rPr>
              <a:t> </a:t>
            </a:r>
            <a:r>
              <a:rPr kumimoji="0" lang="zh-CN" altLang="en-US" sz="2000" b="0"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   </a:t>
            </a:r>
            <a:endParaRPr kumimoji="0" lang="zh-CN" altLang="en-US" sz="2000" b="0" i="0" u="none" strike="noStrike" kern="1200" cap="none" spc="0" normalizeH="0" baseline="0" noProof="0" smtClean="0">
              <a:ln>
                <a:noFill/>
              </a:ln>
              <a:solidFill>
                <a:srgbClr val="009900"/>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40000"/>
              </a:spcBef>
              <a:spcAft>
                <a:spcPct val="0"/>
              </a:spcAft>
              <a:buClrTx/>
              <a:buSzTx/>
              <a:buFontTx/>
              <a:buChar char="•"/>
              <a:defRPr/>
            </a:pPr>
            <a:r>
              <a:rPr kumimoji="0" lang="zh-CN" altLang="en-US" b="0" i="0" u="none" strike="noStrike" kern="1200" cap="none" spc="0" normalizeH="0" baseline="0" noProof="0" smtClean="0">
                <a:ln>
                  <a:noFill/>
                </a:ln>
                <a:solidFill>
                  <a:srgbClr val="FF0000"/>
                </a:solidFill>
                <a:effectLst/>
                <a:uLnTx/>
                <a:uFillTx/>
                <a:latin typeface="Arial" panose="020B0604020202020204" pitchFamily="34" charset="0"/>
                <a:ea typeface="宋体" panose="02010600030101010101" pitchFamily="2" charset="-122"/>
                <a:cs typeface="+mn-cs"/>
              </a:rPr>
              <a:t>视觉系统能适应的光强度级别很宽</a:t>
            </a:r>
            <a:r>
              <a:rPr kumimoji="0" lang="zh-CN" altLang="en-US" b="0" i="0" u="none" strike="noStrike" kern="1200" cap="none" spc="0" normalizeH="0" baseline="0" noProof="0" smtClean="0">
                <a:ln>
                  <a:noFill/>
                </a:ln>
                <a:solidFill>
                  <a:schemeClr val="bg2"/>
                </a:solidFill>
                <a:effectLst/>
                <a:uLnTx/>
                <a:uFillTx/>
                <a:latin typeface="Arial" panose="020B0604020202020204" pitchFamily="34" charset="0"/>
                <a:ea typeface="宋体" panose="02010600030101010101" pitchFamily="2" charset="-122"/>
                <a:cs typeface="+mn-cs"/>
              </a:rPr>
              <a:t>，从夜视域值到强闪光；</a:t>
            </a:r>
            <a:endParaRPr kumimoji="0" lang="zh-CN" altLang="en-US" b="0" i="0" u="none" strike="noStrike" kern="1200" cap="none" spc="0" normalizeH="0" baseline="0" noProof="0" smtClean="0">
              <a:ln>
                <a:noFill/>
              </a:ln>
              <a:solidFill>
                <a:schemeClr val="bg2"/>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40000"/>
              </a:spcBef>
              <a:spcAft>
                <a:spcPct val="0"/>
              </a:spcAft>
              <a:buClrTx/>
              <a:buSzTx/>
              <a:buFontTx/>
              <a:buChar char="•"/>
              <a:defRPr/>
            </a:pPr>
            <a:r>
              <a:rPr kumimoji="0" lang="zh-CN" altLang="en-US" b="0" i="0" u="none" strike="noStrike" kern="1200" cap="none" spc="0" normalizeH="0" baseline="0" noProof="0" smtClean="0">
                <a:ln>
                  <a:noFill/>
                </a:ln>
                <a:solidFill>
                  <a:schemeClr val="bg2"/>
                </a:solidFill>
                <a:effectLst/>
                <a:uLnTx/>
                <a:uFillTx/>
                <a:latin typeface="Arial" panose="020B0604020202020204" pitchFamily="34" charset="0"/>
                <a:ea typeface="宋体" panose="02010600030101010101" pitchFamily="2" charset="-122"/>
                <a:cs typeface="+mn-cs"/>
              </a:rPr>
              <a:t>人的视觉不可能同时在一个范围内工作，而是通过不断地改变其整个灵敏度来完成这一大变动的。与整个适应范围相比，</a:t>
            </a:r>
            <a:r>
              <a:rPr kumimoji="0" lang="zh-CN" altLang="en-US" b="0" i="0" u="none" strike="noStrike" kern="1200" cap="none" spc="0" normalizeH="0" baseline="0" noProof="0" smtClean="0">
                <a:ln>
                  <a:noFill/>
                </a:ln>
                <a:solidFill>
                  <a:srgbClr val="FF0000"/>
                </a:solidFill>
                <a:effectLst/>
                <a:uLnTx/>
                <a:uFillTx/>
                <a:latin typeface="Arial" panose="020B0604020202020204" pitchFamily="34" charset="0"/>
                <a:ea typeface="宋体" panose="02010600030101010101" pitchFamily="2" charset="-122"/>
                <a:cs typeface="+mn-cs"/>
              </a:rPr>
              <a:t>能同时鉴别的光强度级别的总范围很小</a:t>
            </a:r>
            <a:r>
              <a:rPr kumimoji="0" lang="zh-CN" altLang="en-US" b="0" i="0" u="none" strike="noStrike" kern="1200" cap="none" spc="0" normalizeH="0" baseline="0" noProof="0" smtClean="0">
                <a:ln>
                  <a:noFill/>
                </a:ln>
                <a:solidFill>
                  <a:schemeClr val="bg2"/>
                </a:solidFill>
                <a:effectLst/>
                <a:uLnTx/>
                <a:uFillTx/>
                <a:latin typeface="Arial" panose="020B0604020202020204" pitchFamily="34" charset="0"/>
                <a:ea typeface="宋体" panose="02010600030101010101" pitchFamily="2" charset="-122"/>
                <a:cs typeface="+mn-cs"/>
              </a:rPr>
              <a:t>；</a:t>
            </a:r>
            <a:endParaRPr kumimoji="0" lang="zh-CN" altLang="en-US" b="0" i="0" u="none" strike="noStrike" kern="1200" cap="none" spc="0" normalizeH="0" baseline="0" noProof="0" smtClean="0">
              <a:ln>
                <a:noFill/>
              </a:ln>
              <a:solidFill>
                <a:schemeClr val="bg2"/>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40000"/>
              </a:spcBef>
              <a:spcAft>
                <a:spcPct val="0"/>
              </a:spcAft>
              <a:buClrTx/>
              <a:buSzTx/>
              <a:buFontTx/>
              <a:buChar char="•"/>
              <a:defRPr/>
            </a:pPr>
            <a:r>
              <a:rPr kumimoji="0" lang="zh-CN" altLang="en-US" b="0" i="0" u="none" strike="noStrike" kern="1200" cap="none" spc="0" normalizeH="0" baseline="0" noProof="0" smtClean="0">
                <a:ln>
                  <a:noFill/>
                </a:ln>
                <a:solidFill>
                  <a:schemeClr val="bg2"/>
                </a:solidFill>
                <a:effectLst/>
                <a:uLnTx/>
                <a:uFillTx/>
                <a:latin typeface="Arial" panose="020B0604020202020204" pitchFamily="34" charset="0"/>
                <a:ea typeface="宋体" panose="02010600030101010101" pitchFamily="2" charset="-122"/>
                <a:cs typeface="+mn-cs"/>
              </a:rPr>
              <a:t>人的视觉感知受背景影响。</a:t>
            </a:r>
            <a:endParaRPr kumimoji="0" lang="zh-CN" altLang="en-US" b="0" i="0" u="none" strike="noStrike" kern="1200" cap="none" spc="0" normalizeH="0" baseline="0" noProof="0" smtClean="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36" name="文本框 35"/>
          <p:cNvSpPr txBox="1"/>
          <p:nvPr>
            <p:custDataLst>
              <p:tags r:id="rId1"/>
            </p:custDataLst>
          </p:nvPr>
        </p:nvSpPr>
        <p:spPr>
          <a:xfrm>
            <a:off x="6436360" y="99695"/>
            <a:ext cx="2575560"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1.3 </a:t>
            </a:r>
            <a:r>
              <a:rPr lang="zh-CN" altLang="en-US" sz="2800" b="1" dirty="0">
                <a:solidFill>
                  <a:srgbClr val="FF0000"/>
                </a:solidFill>
                <a:latin typeface="微软雅黑" panose="020B0503020204020204" charset="-122"/>
                <a:ea typeface="微软雅黑" panose="020B0503020204020204" charset="-122"/>
                <a:sym typeface="+mn-ea"/>
              </a:rPr>
              <a:t>图像基础</a:t>
            </a:r>
            <a:endParaRPr lang="zh-CN" altLang="en-US" sz="2800" b="1" dirty="0">
              <a:solidFill>
                <a:srgbClr val="FF0000"/>
              </a:solidFill>
              <a:latin typeface="微软雅黑" panose="020B0503020204020204" charset="-122"/>
              <a:ea typeface="微软雅黑" panose="020B0503020204020204" charset="-122"/>
              <a:sym typeface="+mn-ea"/>
            </a:endParaRPr>
          </a:p>
        </p:txBody>
      </p:sp>
      <p:pic>
        <p:nvPicPr>
          <p:cNvPr id="12291" name="Picture 3"/>
          <p:cNvPicPr>
            <a:picLocks noChangeAspect="1"/>
          </p:cNvPicPr>
          <p:nvPr>
            <p:custDataLst>
              <p:tags r:id="rId2"/>
            </p:custDataLst>
          </p:nvPr>
        </p:nvPicPr>
        <p:blipFill>
          <a:blip r:embed="rId3"/>
          <a:srcRect b="31151"/>
          <a:stretch>
            <a:fillRect/>
          </a:stretch>
        </p:blipFill>
        <p:spPr>
          <a:xfrm>
            <a:off x="1156335" y="3763645"/>
            <a:ext cx="7480935" cy="2487930"/>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Text Box 4"/>
          <p:cNvSpPr txBox="1">
            <a:spLocks noChangeArrowheads="1"/>
          </p:cNvSpPr>
          <p:nvPr/>
        </p:nvSpPr>
        <p:spPr bwMode="auto">
          <a:xfrm>
            <a:off x="511175" y="732790"/>
            <a:ext cx="8094663" cy="1769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lnSpc>
                <a:spcPct val="105000"/>
              </a:lnSpc>
              <a:spcBef>
                <a:spcPct val="35000"/>
              </a:spcBef>
              <a:buClrTx/>
              <a:buSzTx/>
              <a:buFontTx/>
              <a:buNone/>
              <a:defRPr/>
            </a:pPr>
            <a:r>
              <a:rPr kumimoji="0" lang="zh-CN" altLang="en-US" sz="2400" b="1" kern="1200" cap="none" spc="0" normalizeH="0" baseline="0" noProof="0">
                <a:solidFill>
                  <a:srgbClr val="7030A0"/>
                </a:solidFill>
                <a:effectLst/>
                <a:latin typeface="Arial" panose="020B0604020202020204" pitchFamily="34" charset="0"/>
                <a:ea typeface="宋体" panose="02010600030101010101" pitchFamily="2" charset="-122"/>
                <a:cs typeface="+mn-cs"/>
              </a:rPr>
              <a:t>光和电磁波</a:t>
            </a:r>
            <a:endParaRPr kumimoji="0" lang="zh-CN" altLang="en-US" sz="2400" b="1" kern="1200" cap="none" spc="0" normalizeH="0" baseline="0" noProof="0">
              <a:solidFill>
                <a:srgbClr val="7030A0"/>
              </a:solidFill>
              <a:effectLst/>
              <a:latin typeface="Arial" panose="020B0604020202020204" pitchFamily="34" charset="0"/>
              <a:ea typeface="宋体" panose="02010600030101010101" pitchFamily="2" charset="-122"/>
              <a:cs typeface="+mn-cs"/>
            </a:endParaRPr>
          </a:p>
          <a:p>
            <a:pPr marR="0" defTabSz="914400">
              <a:lnSpc>
                <a:spcPct val="105000"/>
              </a:lnSpc>
              <a:spcBef>
                <a:spcPct val="35000"/>
              </a:spcBef>
              <a:buClrTx/>
              <a:buSzTx/>
              <a:buFontTx/>
              <a:buNone/>
              <a:defRPr/>
            </a:pPr>
            <a:r>
              <a:rPr kumimoji="0" lang="zh-CN" altLang="en-US" sz="2400" kern="1200" cap="none" spc="0" normalizeH="0" baseline="0" noProof="0">
                <a:solidFill>
                  <a:schemeClr val="tx1"/>
                </a:solidFill>
                <a:latin typeface="Arial" panose="020B0604020202020204" pitchFamily="34" charset="0"/>
                <a:ea typeface="宋体" panose="02010600030101010101" pitchFamily="2" charset="-122"/>
                <a:cs typeface="+mn-cs"/>
              </a:rPr>
              <a:t>牛顿</a:t>
            </a:r>
            <a:r>
              <a:rPr kumimoji="0" lang="en-US" altLang="zh-CN" sz="2400" kern="1200" cap="none" spc="0" normalizeH="0" baseline="0" noProof="0">
                <a:solidFill>
                  <a:schemeClr val="tx1"/>
                </a:solidFill>
                <a:latin typeface="Arial" panose="020B0604020202020204" pitchFamily="34" charset="0"/>
                <a:ea typeface="宋体" panose="02010600030101010101" pitchFamily="2" charset="-122"/>
                <a:cs typeface="+mn-cs"/>
              </a:rPr>
              <a:t>1666</a:t>
            </a:r>
            <a:r>
              <a:rPr kumimoji="0" lang="zh-CN" altLang="en-US" sz="2400" kern="1200" cap="none" spc="0" normalizeH="0" baseline="0" noProof="0">
                <a:solidFill>
                  <a:schemeClr val="tx1"/>
                </a:solidFill>
                <a:latin typeface="Arial" panose="020B0604020202020204" pitchFamily="34" charset="0"/>
                <a:ea typeface="宋体" panose="02010600030101010101" pitchFamily="2" charset="-122"/>
                <a:cs typeface="+mn-cs"/>
              </a:rPr>
              <a:t>年发现这样一个现象：当一束白光通过一个玻璃棱镜时，出来的光就不再是白光，而是分解成彩色光谱，形成一个连续的彩色条状。</a:t>
            </a:r>
            <a:endParaRPr kumimoji="0" lang="zh-CN" altLang="en-US" sz="2400" kern="1200" cap="none" spc="0" normalizeH="0" baseline="0" noProof="0">
              <a:solidFill>
                <a:schemeClr val="tx1"/>
              </a:solidFill>
              <a:latin typeface="Arial" panose="020B0604020202020204" pitchFamily="34" charset="0"/>
              <a:ea typeface="宋体" panose="02010600030101010101" pitchFamily="2" charset="-122"/>
              <a:cs typeface="+mn-cs"/>
            </a:endParaRPr>
          </a:p>
        </p:txBody>
      </p:sp>
      <p:pic>
        <p:nvPicPr>
          <p:cNvPr id="14340" name="Picture 5"/>
          <p:cNvPicPr>
            <a:picLocks noChangeAspect="1"/>
          </p:cNvPicPr>
          <p:nvPr/>
        </p:nvPicPr>
        <p:blipFill>
          <a:blip r:embed="rId1"/>
          <a:srcRect b="22222"/>
          <a:stretch>
            <a:fillRect/>
          </a:stretch>
        </p:blipFill>
        <p:spPr>
          <a:xfrm>
            <a:off x="511175" y="2402840"/>
            <a:ext cx="8002905" cy="2532380"/>
          </a:xfrm>
          <a:prstGeom prst="rect">
            <a:avLst/>
          </a:prstGeom>
          <a:noFill/>
          <a:ln w="9525">
            <a:noFill/>
          </a:ln>
        </p:spPr>
      </p:pic>
      <p:sp>
        <p:nvSpPr>
          <p:cNvPr id="36" name="文本框 35"/>
          <p:cNvSpPr txBox="1"/>
          <p:nvPr>
            <p:custDataLst>
              <p:tags r:id="rId2"/>
            </p:custDataLst>
          </p:nvPr>
        </p:nvSpPr>
        <p:spPr>
          <a:xfrm>
            <a:off x="6436360" y="99695"/>
            <a:ext cx="2575560"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1.3 </a:t>
            </a:r>
            <a:r>
              <a:rPr lang="zh-CN" altLang="en-US" sz="2800" b="1" dirty="0">
                <a:solidFill>
                  <a:srgbClr val="FF0000"/>
                </a:solidFill>
                <a:latin typeface="微软雅黑" panose="020B0503020204020204" charset="-122"/>
                <a:ea typeface="微软雅黑" panose="020B0503020204020204" charset="-122"/>
                <a:sym typeface="+mn-ea"/>
              </a:rPr>
              <a:t>图像基础</a:t>
            </a:r>
            <a:endParaRPr lang="zh-CN" altLang="en-US" sz="2800" b="1" dirty="0">
              <a:solidFill>
                <a:srgbClr val="FF0000"/>
              </a:solidFill>
              <a:latin typeface="微软雅黑" panose="020B0503020204020204" charset="-122"/>
              <a:ea typeface="微软雅黑" panose="020B0503020204020204" charset="-122"/>
              <a:sym typeface="+mn-ea"/>
            </a:endParaRPr>
          </a:p>
        </p:txBody>
      </p:sp>
      <p:sp>
        <p:nvSpPr>
          <p:cNvPr id="39942" name="Text Box 6"/>
          <p:cNvSpPr txBox="1">
            <a:spLocks noChangeArrowheads="1"/>
          </p:cNvSpPr>
          <p:nvPr>
            <p:custDataLst>
              <p:tags r:id="rId3"/>
            </p:custDataLst>
          </p:nvPr>
        </p:nvSpPr>
        <p:spPr bwMode="auto">
          <a:xfrm>
            <a:off x="173355" y="5002530"/>
            <a:ext cx="8839200" cy="1574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sz="2400">
                <a:solidFill>
                  <a:schemeClr val="tx1"/>
                </a:solidFill>
                <a:latin typeface="Times New Roman" panose="02020603050405020304" pitchFamily="18" charset="0"/>
              </a:defRPr>
            </a:lvl1pPr>
            <a:lvl2pPr marL="914400" indent="-457200" eaLnBrk="0" hangingPunct="0">
              <a:defRPr sz="2400">
                <a:solidFill>
                  <a:schemeClr val="tx1"/>
                </a:solidFill>
                <a:latin typeface="Times New Roman" panose="02020603050405020304" pitchFamily="18" charset="0"/>
              </a:defRPr>
            </a:lvl2pPr>
            <a:lvl3pPr marL="1371600" indent="-457200" eaLnBrk="0" hangingPunct="0">
              <a:defRPr sz="2400">
                <a:solidFill>
                  <a:schemeClr val="tx1"/>
                </a:solidFill>
                <a:latin typeface="Times New Roman" panose="02020603050405020304" pitchFamily="18" charset="0"/>
              </a:defRPr>
            </a:lvl3pPr>
            <a:lvl4pPr marL="1828800" indent="-457200" eaLnBrk="0" hangingPunct="0">
              <a:defRPr sz="2400">
                <a:solidFill>
                  <a:schemeClr val="tx1"/>
                </a:solidFill>
                <a:latin typeface="Times New Roman" panose="02020603050405020304" pitchFamily="18" charset="0"/>
              </a:defRPr>
            </a:lvl4pPr>
            <a:lvl5pPr marL="2286000" indent="-457200" eaLnBrk="0" hangingPunct="0">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914400" marR="0" lvl="1" indent="-457200" algn="l" defTabSz="914400" rtl="0" eaLnBrk="1" fontAlgn="base" latinLnBrk="0" hangingPunct="1">
              <a:lnSpc>
                <a:spcPct val="100000"/>
              </a:lnSpc>
              <a:spcBef>
                <a:spcPct val="35000"/>
              </a:spcBef>
              <a:spcAft>
                <a:spcPct val="0"/>
              </a:spcAft>
              <a:buClrTx/>
              <a:buSzTx/>
              <a:buFontTx/>
              <a:buNone/>
              <a:defRPr/>
            </a:pPr>
            <a:r>
              <a:rPr kumimoji="0" lang="zh-CN" altLang="en-US" b="1" i="0" u="none" strike="noStrike" kern="1200" cap="none" spc="0" normalizeH="0" baseline="0" noProof="0" smtClean="0">
                <a:ln>
                  <a:noFill/>
                </a:ln>
                <a:solidFill>
                  <a:srgbClr val="7030A0"/>
                </a:solidFill>
                <a:effectLst/>
                <a:uLnTx/>
                <a:uFillTx/>
                <a:latin typeface="Arial" panose="020B0604020202020204" pitchFamily="34" charset="0"/>
                <a:ea typeface="宋体" panose="02010600030101010101" pitchFamily="2" charset="-122"/>
                <a:cs typeface="+mn-cs"/>
              </a:rPr>
              <a:t>图像的感知和获取</a:t>
            </a:r>
            <a:endParaRPr kumimoji="0" lang="zh-CN" altLang="en-US" b="0" i="0" u="none" strike="noStrike" kern="1200" cap="none" spc="0" normalizeH="0" baseline="0" noProof="0" smtClean="0">
              <a:ln>
                <a:noFill/>
              </a:ln>
              <a:solidFill>
                <a:srgbClr val="7030A0"/>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35000"/>
              </a:spcBef>
              <a:spcAft>
                <a:spcPct val="0"/>
              </a:spcAft>
              <a:buClrTx/>
              <a:buSzTx/>
              <a:buFontTx/>
              <a:buNone/>
              <a:defRPr/>
            </a:pPr>
            <a:r>
              <a:rPr kumimoji="0" lang="zh-CN" altLang="en-US" b="0"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20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在可见光成像中，图像是由光源照射场景后，场景中物体表面对入射光的反射特性与光照强度共同作用形成的。成像系统接收从场景返回的光能，并将其转换为图像中的灰度或亮度值。</a:t>
            </a:r>
            <a:endParaRPr kumimoji="0" lang="zh-CN" altLang="en-US" sz="20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Text Box 4"/>
          <p:cNvSpPr txBox="1">
            <a:spLocks noChangeArrowheads="1"/>
          </p:cNvSpPr>
          <p:nvPr/>
        </p:nvSpPr>
        <p:spPr bwMode="auto">
          <a:xfrm>
            <a:off x="403225" y="655955"/>
            <a:ext cx="8383905" cy="5619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marR="0" defTabSz="914400">
              <a:lnSpc>
                <a:spcPct val="110000"/>
              </a:lnSpc>
              <a:spcBef>
                <a:spcPct val="35000"/>
              </a:spcBef>
              <a:buClrTx/>
              <a:buSzTx/>
              <a:buFontTx/>
              <a:buNone/>
              <a:defRPr/>
            </a:pPr>
            <a:r>
              <a:rPr kumimoji="0" lang="zh-CN" altLang="en-US" sz="2400" b="1" kern="1200" cap="none" spc="0" normalizeH="0" baseline="0" noProof="0">
                <a:solidFill>
                  <a:srgbClr val="7030A0"/>
                </a:solidFill>
                <a:effectLst/>
                <a:latin typeface="Arial" panose="020B0604020202020204" pitchFamily="34" charset="0"/>
                <a:ea typeface="宋体" panose="02010600030101010101" pitchFamily="2" charset="-122"/>
                <a:cs typeface="+mn-cs"/>
              </a:rPr>
              <a:t>简单的图像模型</a:t>
            </a:r>
            <a:endParaRPr kumimoji="0" lang="zh-CN" altLang="en-US" sz="2400" b="1" kern="1200" cap="none" spc="0" normalizeH="0" baseline="0" noProof="0">
              <a:solidFill>
                <a:srgbClr val="7030A0"/>
              </a:solidFill>
              <a:effectLst/>
              <a:latin typeface="Arial" panose="020B0604020202020204" pitchFamily="34" charset="0"/>
              <a:ea typeface="宋体" panose="02010600030101010101" pitchFamily="2" charset="-122"/>
              <a:cs typeface="+mn-cs"/>
            </a:endParaRPr>
          </a:p>
          <a:p>
            <a:pPr marR="0" defTabSz="914400">
              <a:lnSpc>
                <a:spcPct val="110000"/>
              </a:lnSpc>
              <a:spcBef>
                <a:spcPct val="35000"/>
              </a:spcBef>
              <a:buClrTx/>
              <a:buSzTx/>
              <a:buFontTx/>
              <a:buNone/>
              <a:defRPr/>
            </a:pPr>
            <a:r>
              <a:rPr kumimoji="0" lang="zh-CN" altLang="en-US" sz="2400" kern="1200" cap="none" spc="0" normalizeH="0" baseline="0" noProof="0">
                <a:latin typeface="宋体" panose="02010600030101010101" pitchFamily="2" charset="-122"/>
                <a:ea typeface="宋体" panose="02010600030101010101" pitchFamily="2" charset="-122"/>
                <a:cs typeface="+mn-cs"/>
              </a:rPr>
              <a:t>    </a:t>
            </a:r>
            <a:r>
              <a:rPr kumimoji="0" lang="zh-CN" altLang="en-US" sz="2400" kern="1200" cap="none" spc="0" normalizeH="0" baseline="0" noProof="0">
                <a:solidFill>
                  <a:schemeClr val="tx1"/>
                </a:solidFill>
                <a:latin typeface="Arial" panose="020B0604020202020204" pitchFamily="34" charset="0"/>
                <a:ea typeface="宋体" panose="02010600030101010101" pitchFamily="2" charset="-122"/>
                <a:cs typeface="+mn-cs"/>
              </a:rPr>
              <a:t>一幅单色图像可以看作由光照条件和场景物体表面反射特性共同决定。</a:t>
            </a:r>
            <a:endParaRPr kumimoji="0" lang="zh-CN" altLang="en-US" sz="2400" kern="1200" cap="none" spc="0" normalizeH="0" baseline="0" noProof="0">
              <a:solidFill>
                <a:schemeClr val="tx1"/>
              </a:solidFill>
              <a:latin typeface="Arial" panose="020B0604020202020204" pitchFamily="34" charset="0"/>
              <a:ea typeface="宋体" panose="02010600030101010101" pitchFamily="2" charset="-122"/>
              <a:cs typeface="+mn-cs"/>
            </a:endParaRPr>
          </a:p>
          <a:p>
            <a:pPr marR="0" defTabSz="914400">
              <a:lnSpc>
                <a:spcPct val="110000"/>
              </a:lnSpc>
              <a:spcBef>
                <a:spcPct val="35000"/>
              </a:spcBef>
              <a:buClrTx/>
              <a:buSzTx/>
              <a:buFontTx/>
              <a:buNone/>
              <a:defRPr/>
            </a:pPr>
            <a:r>
              <a:rPr kumimoji="0" lang="zh-CN" altLang="en-US" sz="2400" kern="1200" cap="none" spc="0" normalizeH="0" baseline="0" noProof="0">
                <a:solidFill>
                  <a:schemeClr val="tx1"/>
                </a:solidFill>
                <a:latin typeface="Arial" panose="020B0604020202020204" pitchFamily="34" charset="0"/>
                <a:ea typeface="宋体" panose="02010600030101010101" pitchFamily="2" charset="-122"/>
                <a:cs typeface="+mn-cs"/>
              </a:rPr>
              <a:t> </a:t>
            </a:r>
            <a:r>
              <a:rPr kumimoji="0" lang="en-US" altLang="zh-CN" sz="2400" kern="1200" cap="none" spc="0" normalizeH="0" baseline="0" noProof="0">
                <a:solidFill>
                  <a:schemeClr val="tx1"/>
                </a:solidFill>
                <a:latin typeface="Arial" panose="020B0604020202020204" pitchFamily="34" charset="0"/>
                <a:ea typeface="宋体" panose="02010600030101010101" pitchFamily="2" charset="-122"/>
                <a:cs typeface="+mn-cs"/>
              </a:rPr>
              <a:t>       </a:t>
            </a:r>
            <a:r>
              <a:rPr kumimoji="0" lang="zh-CN" altLang="en-US" sz="2400" kern="1200" cap="none" spc="0" normalizeH="0" baseline="0" noProof="0">
                <a:solidFill>
                  <a:schemeClr val="tx1"/>
                </a:solidFill>
                <a:latin typeface="Arial" panose="020B0604020202020204" pitchFamily="34" charset="0"/>
                <a:ea typeface="宋体" panose="02010600030101010101" pitchFamily="2" charset="-122"/>
                <a:cs typeface="+mn-cs"/>
              </a:rPr>
              <a:t>光源照射到场景后，物体表面对入射光产生不同程度的反射，成像传感器接收这些反射光并形成灰度图像。因此，图像函数</a:t>
            </a:r>
            <a:r>
              <a:rPr lang="en-US" altLang="zh-CN" sz="2400" noProof="0">
                <a:sym typeface="+mn-ea"/>
              </a:rPr>
              <a:t>ƒ(</a:t>
            </a:r>
            <a:r>
              <a:rPr lang="en-US" altLang="zh-CN" sz="2400" i="1" noProof="0">
                <a:sym typeface="+mn-ea"/>
              </a:rPr>
              <a:t>x,y</a:t>
            </a:r>
            <a:r>
              <a:rPr lang="en-US" altLang="zh-CN" sz="2400" noProof="0">
                <a:sym typeface="+mn-ea"/>
              </a:rPr>
              <a:t>)</a:t>
            </a:r>
            <a:r>
              <a:rPr kumimoji="0" lang="zh-CN" altLang="en-US" sz="2400" kern="1200" cap="none" spc="0" normalizeH="0" baseline="0" noProof="0">
                <a:solidFill>
                  <a:schemeClr val="tx1"/>
                </a:solidFill>
                <a:latin typeface="Arial" panose="020B0604020202020204" pitchFamily="34" charset="0"/>
                <a:ea typeface="宋体" panose="02010600030101010101" pitchFamily="2" charset="-122"/>
                <a:cs typeface="+mn-cs"/>
              </a:rPr>
              <a:t>通常可表示为照明分量 </a:t>
            </a:r>
            <a:r>
              <a:rPr kumimoji="0" lang="en-US" altLang="zh-CN" sz="2400" kern="1200" cap="none" spc="0" normalizeH="0" baseline="0" noProof="0">
                <a:solidFill>
                  <a:schemeClr val="tx1"/>
                </a:solidFill>
                <a:latin typeface="Arial" panose="020B0604020202020204" pitchFamily="34" charset="0"/>
                <a:ea typeface="宋体" panose="02010600030101010101" pitchFamily="2" charset="-122"/>
                <a:cs typeface="+mn-cs"/>
              </a:rPr>
              <a:t>i(x,y) </a:t>
            </a:r>
            <a:r>
              <a:rPr kumimoji="0" lang="zh-CN" altLang="en-US" sz="2400" kern="1200" cap="none" spc="0" normalizeH="0" baseline="0" noProof="0">
                <a:solidFill>
                  <a:schemeClr val="tx1"/>
                </a:solidFill>
                <a:latin typeface="Arial" panose="020B0604020202020204" pitchFamily="34" charset="0"/>
                <a:ea typeface="宋体" panose="02010600030101010101" pitchFamily="2" charset="-122"/>
                <a:cs typeface="+mn-cs"/>
              </a:rPr>
              <a:t>与反射分量 </a:t>
            </a:r>
            <a:r>
              <a:rPr kumimoji="0" lang="en-US" altLang="zh-CN" sz="2400" kern="1200" cap="none" spc="0" normalizeH="0" baseline="0" noProof="0">
                <a:solidFill>
                  <a:schemeClr val="tx1"/>
                </a:solidFill>
                <a:latin typeface="Arial" panose="020B0604020202020204" pitchFamily="34" charset="0"/>
                <a:ea typeface="宋体" panose="02010600030101010101" pitchFamily="2" charset="-122"/>
                <a:cs typeface="+mn-cs"/>
              </a:rPr>
              <a:t>r(x,y) </a:t>
            </a:r>
            <a:r>
              <a:rPr kumimoji="0" lang="zh-CN" altLang="en-US" sz="2400" kern="1200" cap="none" spc="0" normalizeH="0" baseline="0" noProof="0">
                <a:solidFill>
                  <a:schemeClr val="tx1"/>
                </a:solidFill>
                <a:latin typeface="Arial" panose="020B0604020202020204" pitchFamily="34" charset="0"/>
                <a:ea typeface="宋体" panose="02010600030101010101" pitchFamily="2" charset="-122"/>
                <a:cs typeface="+mn-cs"/>
              </a:rPr>
              <a:t>的乘积：</a:t>
            </a:r>
            <a:endParaRPr kumimoji="0" lang="zh-CN" altLang="en-US" sz="2400" kern="1200" cap="none" spc="0" normalizeH="0" baseline="0" noProof="0">
              <a:solidFill>
                <a:schemeClr val="tx1"/>
              </a:solidFill>
              <a:latin typeface="Arial" panose="020B0604020202020204" pitchFamily="34" charset="0"/>
              <a:ea typeface="宋体" panose="02010600030101010101" pitchFamily="2" charset="-122"/>
              <a:cs typeface="+mn-cs"/>
            </a:endParaRPr>
          </a:p>
          <a:p>
            <a:pPr marR="0" algn="ctr" defTabSz="914400">
              <a:lnSpc>
                <a:spcPct val="110000"/>
              </a:lnSpc>
              <a:spcBef>
                <a:spcPct val="35000"/>
              </a:spcBef>
              <a:buClrTx/>
              <a:buSzTx/>
              <a:buFontTx/>
              <a:buNone/>
              <a:defRPr/>
            </a:pPr>
            <a:r>
              <a:rPr kumimoji="0" lang="en-US" altLang="zh-CN" sz="2400" kern="1200" cap="none" spc="0" normalizeH="0" baseline="0" noProof="0">
                <a:solidFill>
                  <a:schemeClr val="tx1"/>
                </a:solidFill>
                <a:latin typeface="Arial" panose="020B0604020202020204" pitchFamily="34" charset="0"/>
                <a:ea typeface="宋体" panose="02010600030101010101" pitchFamily="2" charset="-122"/>
                <a:cs typeface="+mn-cs"/>
              </a:rPr>
              <a:t>ƒ(</a:t>
            </a:r>
            <a:r>
              <a:rPr kumimoji="0" lang="en-US" altLang="zh-CN" sz="2400" i="1" kern="1200" cap="none" spc="0" normalizeH="0" baseline="0" noProof="0">
                <a:solidFill>
                  <a:schemeClr val="tx1"/>
                </a:solidFill>
                <a:latin typeface="Arial" panose="020B0604020202020204" pitchFamily="34" charset="0"/>
                <a:ea typeface="宋体" panose="02010600030101010101" pitchFamily="2" charset="-122"/>
                <a:cs typeface="+mn-cs"/>
              </a:rPr>
              <a:t>x,y</a:t>
            </a:r>
            <a:r>
              <a:rPr kumimoji="0" lang="en-US" altLang="zh-CN" sz="2400" kern="1200" cap="none" spc="0" normalizeH="0" baseline="0" noProof="0">
                <a:solidFill>
                  <a:schemeClr val="tx1"/>
                </a:solidFill>
                <a:latin typeface="Arial" panose="020B0604020202020204" pitchFamily="34" charset="0"/>
                <a:ea typeface="宋体" panose="02010600030101010101" pitchFamily="2" charset="-122"/>
                <a:cs typeface="+mn-cs"/>
              </a:rPr>
              <a:t>)= </a:t>
            </a:r>
            <a:r>
              <a:rPr kumimoji="0" lang="en-US" altLang="zh-CN" sz="2400" i="1" kern="1200" cap="none" spc="0" normalizeH="0" baseline="0" noProof="0">
                <a:solidFill>
                  <a:schemeClr val="tx1"/>
                </a:solidFill>
                <a:latin typeface="Arial" panose="020B0604020202020204" pitchFamily="34" charset="0"/>
                <a:ea typeface="宋体" panose="02010600030101010101" pitchFamily="2" charset="-122"/>
                <a:cs typeface="+mn-cs"/>
              </a:rPr>
              <a:t>i</a:t>
            </a:r>
            <a:r>
              <a:rPr kumimoji="0" lang="en-US" altLang="zh-CN" sz="2400" kern="1200" cap="none" spc="0" normalizeH="0" baseline="0" noProof="0">
                <a:solidFill>
                  <a:schemeClr val="tx1"/>
                </a:solidFill>
                <a:latin typeface="Arial" panose="020B0604020202020204" pitchFamily="34" charset="0"/>
                <a:ea typeface="宋体" panose="02010600030101010101" pitchFamily="2" charset="-122"/>
                <a:cs typeface="+mn-cs"/>
              </a:rPr>
              <a:t>(</a:t>
            </a:r>
            <a:r>
              <a:rPr kumimoji="0" lang="en-US" altLang="zh-CN" sz="2400" i="1" kern="1200" cap="none" spc="0" normalizeH="0" baseline="0" noProof="0">
                <a:solidFill>
                  <a:schemeClr val="tx1"/>
                </a:solidFill>
                <a:latin typeface="Arial" panose="020B0604020202020204" pitchFamily="34" charset="0"/>
                <a:ea typeface="宋体" panose="02010600030101010101" pitchFamily="2" charset="-122"/>
                <a:cs typeface="+mn-cs"/>
              </a:rPr>
              <a:t>x,y</a:t>
            </a:r>
            <a:r>
              <a:rPr kumimoji="0" lang="en-US" altLang="zh-CN" sz="2400" kern="1200" cap="none" spc="0" normalizeH="0" baseline="0" noProof="0">
                <a:solidFill>
                  <a:schemeClr val="tx1"/>
                </a:solidFill>
                <a:latin typeface="Arial" panose="020B0604020202020204" pitchFamily="34" charset="0"/>
                <a:ea typeface="宋体" panose="02010600030101010101" pitchFamily="2" charset="-122"/>
                <a:cs typeface="+mn-cs"/>
              </a:rPr>
              <a:t>) </a:t>
            </a:r>
            <a:r>
              <a:rPr kumimoji="0" lang="en-US" altLang="zh-CN" sz="2400" i="1" kern="1200" cap="none" spc="0" normalizeH="0" baseline="0" noProof="0">
                <a:solidFill>
                  <a:schemeClr val="tx1"/>
                </a:solidFill>
                <a:latin typeface="Arial" panose="020B0604020202020204" pitchFamily="34" charset="0"/>
                <a:ea typeface="宋体" panose="02010600030101010101" pitchFamily="2" charset="-122"/>
                <a:cs typeface="+mn-cs"/>
              </a:rPr>
              <a:t>r</a:t>
            </a:r>
            <a:r>
              <a:rPr kumimoji="0" lang="en-US" altLang="zh-CN" sz="2400" kern="1200" cap="none" spc="0" normalizeH="0" baseline="0" noProof="0">
                <a:solidFill>
                  <a:schemeClr val="tx1"/>
                </a:solidFill>
                <a:latin typeface="Arial" panose="020B0604020202020204" pitchFamily="34" charset="0"/>
                <a:ea typeface="宋体" panose="02010600030101010101" pitchFamily="2" charset="-122"/>
                <a:cs typeface="+mn-cs"/>
              </a:rPr>
              <a:t>(</a:t>
            </a:r>
            <a:r>
              <a:rPr kumimoji="0" lang="en-US" altLang="zh-CN" sz="2400" i="1" kern="1200" cap="none" spc="0" normalizeH="0" baseline="0" noProof="0">
                <a:solidFill>
                  <a:schemeClr val="tx1"/>
                </a:solidFill>
                <a:latin typeface="Arial" panose="020B0604020202020204" pitchFamily="34" charset="0"/>
                <a:ea typeface="宋体" panose="02010600030101010101" pitchFamily="2" charset="-122"/>
                <a:cs typeface="+mn-cs"/>
              </a:rPr>
              <a:t>x,y</a:t>
            </a:r>
            <a:r>
              <a:rPr kumimoji="0" lang="en-US" altLang="zh-CN" sz="2400" kern="1200" cap="none" spc="0" normalizeH="0" baseline="0" noProof="0">
                <a:solidFill>
                  <a:schemeClr val="tx1"/>
                </a:solidFill>
                <a:latin typeface="Arial" panose="020B0604020202020204" pitchFamily="34" charset="0"/>
                <a:ea typeface="宋体" panose="02010600030101010101" pitchFamily="2" charset="-122"/>
                <a:cs typeface="+mn-cs"/>
              </a:rPr>
              <a:t>)</a:t>
            </a:r>
            <a:endParaRPr kumimoji="0" lang="zh-CN" altLang="en-US" sz="2400" kern="1200" cap="none" spc="0" normalizeH="0" baseline="0" noProof="0">
              <a:solidFill>
                <a:schemeClr val="tx1"/>
              </a:solidFill>
              <a:latin typeface="Arial" panose="020B0604020202020204" pitchFamily="34" charset="0"/>
              <a:ea typeface="宋体" panose="02010600030101010101" pitchFamily="2" charset="-122"/>
              <a:cs typeface="+mn-cs"/>
            </a:endParaRPr>
          </a:p>
          <a:p>
            <a:pPr marR="0" defTabSz="914400">
              <a:lnSpc>
                <a:spcPct val="110000"/>
              </a:lnSpc>
              <a:spcBef>
                <a:spcPct val="35000"/>
              </a:spcBef>
              <a:buClrTx/>
              <a:buSzTx/>
              <a:buFontTx/>
              <a:buNone/>
              <a:defRPr/>
            </a:pPr>
            <a:r>
              <a:rPr kumimoji="0" lang="zh-CN" altLang="en-US" sz="2400" kern="1200" cap="none" spc="0" normalizeH="0" baseline="0" noProof="0">
                <a:solidFill>
                  <a:schemeClr val="tx1"/>
                </a:solidFill>
                <a:latin typeface="Arial" panose="020B0604020202020204" pitchFamily="34" charset="0"/>
                <a:ea typeface="宋体" panose="02010600030101010101" pitchFamily="2" charset="-122"/>
                <a:cs typeface="+mn-cs"/>
              </a:rPr>
              <a:t>其中              </a:t>
            </a:r>
            <a:r>
              <a:rPr kumimoji="0" lang="en-US" altLang="zh-CN" sz="2400" i="1" kern="1200" cap="none" spc="0" normalizeH="0" baseline="0" noProof="0">
                <a:solidFill>
                  <a:schemeClr val="tx1"/>
                </a:solidFill>
                <a:latin typeface="Arial" panose="020B0604020202020204" pitchFamily="34" charset="0"/>
                <a:ea typeface="宋体" panose="02010600030101010101" pitchFamily="2" charset="-122"/>
                <a:cs typeface="+mn-cs"/>
              </a:rPr>
              <a:t>0&lt;i(x,y)&lt;∞</a:t>
            </a:r>
            <a:endParaRPr kumimoji="0" lang="en-US" altLang="zh-CN" sz="2400" i="1" kern="1200" cap="none" spc="0" normalizeH="0" baseline="0" noProof="0">
              <a:solidFill>
                <a:schemeClr val="tx1"/>
              </a:solidFill>
              <a:latin typeface="Arial" panose="020B0604020202020204" pitchFamily="34" charset="0"/>
              <a:ea typeface="宋体" panose="02010600030101010101" pitchFamily="2" charset="-122"/>
              <a:cs typeface="+mn-cs"/>
            </a:endParaRPr>
          </a:p>
          <a:p>
            <a:pPr marR="0" defTabSz="914400">
              <a:lnSpc>
                <a:spcPct val="110000"/>
              </a:lnSpc>
              <a:spcBef>
                <a:spcPct val="35000"/>
              </a:spcBef>
              <a:buClrTx/>
              <a:buSzTx/>
              <a:buFontTx/>
              <a:buNone/>
              <a:defRPr/>
            </a:pPr>
            <a:r>
              <a:rPr kumimoji="0" lang="en-US" altLang="zh-CN" sz="2400" i="1" kern="1200" cap="none" spc="0" normalizeH="0" baseline="0" noProof="0">
                <a:solidFill>
                  <a:schemeClr val="tx1"/>
                </a:solidFill>
                <a:latin typeface="Arial" panose="020B0604020202020204" pitchFamily="34" charset="0"/>
                <a:ea typeface="宋体" panose="02010600030101010101" pitchFamily="2" charset="-122"/>
                <a:cs typeface="+mn-cs"/>
              </a:rPr>
              <a:t>                      0&lt;r(x,y)&lt;1</a:t>
            </a:r>
            <a:endParaRPr kumimoji="0" lang="zh-CN" altLang="en-US" sz="2400" i="1" kern="1200" cap="none" spc="0" normalizeH="0" baseline="0" noProof="0">
              <a:solidFill>
                <a:schemeClr val="tx1"/>
              </a:solidFill>
              <a:latin typeface="Arial" panose="020B0604020202020204" pitchFamily="34" charset="0"/>
              <a:ea typeface="宋体" panose="02010600030101010101" pitchFamily="2" charset="-122"/>
              <a:cs typeface="+mn-cs"/>
            </a:endParaRPr>
          </a:p>
          <a:p>
            <a:pPr marR="0" defTabSz="914400">
              <a:lnSpc>
                <a:spcPct val="110000"/>
              </a:lnSpc>
              <a:spcBef>
                <a:spcPct val="35000"/>
              </a:spcBef>
              <a:buClrTx/>
              <a:buSzTx/>
              <a:buFontTx/>
              <a:buNone/>
              <a:defRPr/>
            </a:pPr>
            <a:r>
              <a:rPr kumimoji="0" lang="zh-CN" altLang="en-US" sz="2400" kern="1200" cap="none" spc="0" normalizeH="0" baseline="0" noProof="0">
                <a:solidFill>
                  <a:schemeClr val="tx1"/>
                </a:solidFill>
                <a:latin typeface="Arial" panose="020B0604020202020204" pitchFamily="34" charset="0"/>
                <a:ea typeface="宋体" panose="02010600030101010101" pitchFamily="2" charset="-122"/>
                <a:cs typeface="+mn-cs"/>
              </a:rPr>
              <a:t>单色图像上任一点的强度就是图像在那一点的灰度级。反射分量限制在</a:t>
            </a:r>
            <a:r>
              <a:rPr kumimoji="0" lang="en-US" altLang="zh-CN" sz="2400" kern="1200" cap="none" spc="0" normalizeH="0" baseline="0" noProof="0">
                <a:solidFill>
                  <a:schemeClr val="tx1"/>
                </a:solidFill>
                <a:latin typeface="Arial" panose="020B0604020202020204" pitchFamily="34" charset="0"/>
                <a:ea typeface="宋体" panose="02010600030101010101" pitchFamily="2" charset="-122"/>
                <a:cs typeface="+mn-cs"/>
              </a:rPr>
              <a:t>0</a:t>
            </a:r>
            <a:r>
              <a:rPr kumimoji="0" lang="zh-CN" altLang="en-US" sz="2400" kern="1200" cap="none" spc="0" normalizeH="0" baseline="0" noProof="0">
                <a:solidFill>
                  <a:schemeClr val="tx1"/>
                </a:solidFill>
                <a:latin typeface="Arial" panose="020B0604020202020204" pitchFamily="34" charset="0"/>
                <a:ea typeface="宋体" panose="02010600030101010101" pitchFamily="2" charset="-122"/>
                <a:cs typeface="+mn-cs"/>
              </a:rPr>
              <a:t>（全吸射）和</a:t>
            </a:r>
            <a:r>
              <a:rPr kumimoji="0" lang="en-US" altLang="zh-CN" sz="2400" kern="1200" cap="none" spc="0" normalizeH="0" baseline="0" noProof="0">
                <a:solidFill>
                  <a:schemeClr val="tx1"/>
                </a:solidFill>
                <a:latin typeface="Arial" panose="020B0604020202020204" pitchFamily="34" charset="0"/>
                <a:ea typeface="宋体" panose="02010600030101010101" pitchFamily="2" charset="-122"/>
                <a:cs typeface="+mn-cs"/>
              </a:rPr>
              <a:t>1</a:t>
            </a:r>
            <a:r>
              <a:rPr kumimoji="0" lang="zh-CN" altLang="en-US" sz="2400" kern="1200" cap="none" spc="0" normalizeH="0" baseline="0" noProof="0">
                <a:solidFill>
                  <a:schemeClr val="tx1"/>
                </a:solidFill>
                <a:latin typeface="Arial" panose="020B0604020202020204" pitchFamily="34" charset="0"/>
                <a:ea typeface="宋体" panose="02010600030101010101" pitchFamily="2" charset="-122"/>
                <a:cs typeface="+mn-cs"/>
              </a:rPr>
              <a:t>（全反收）之间。</a:t>
            </a:r>
            <a:endParaRPr kumimoji="0" lang="zh-CN" altLang="en-US" sz="2400" kern="1200" cap="none" spc="0" normalizeH="0" baseline="0" noProof="0">
              <a:solidFill>
                <a:schemeClr val="tx1"/>
              </a:solidFill>
              <a:latin typeface="Arial" panose="020B0604020202020204" pitchFamily="34" charset="0"/>
              <a:ea typeface="宋体" panose="02010600030101010101" pitchFamily="2" charset="-122"/>
              <a:cs typeface="+mn-cs"/>
            </a:endParaRPr>
          </a:p>
        </p:txBody>
      </p:sp>
      <p:sp>
        <p:nvSpPr>
          <p:cNvPr id="36" name="文本框 35"/>
          <p:cNvSpPr txBox="1"/>
          <p:nvPr>
            <p:custDataLst>
              <p:tags r:id="rId1"/>
            </p:custDataLst>
          </p:nvPr>
        </p:nvSpPr>
        <p:spPr>
          <a:xfrm>
            <a:off x="6436360" y="99695"/>
            <a:ext cx="2575560"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1.3 </a:t>
            </a:r>
            <a:r>
              <a:rPr lang="zh-CN" altLang="en-US" sz="2800" b="1" dirty="0">
                <a:solidFill>
                  <a:srgbClr val="FF0000"/>
                </a:solidFill>
                <a:latin typeface="微软雅黑" panose="020B0503020204020204" charset="-122"/>
                <a:ea typeface="微软雅黑" panose="020B0503020204020204" charset="-122"/>
                <a:sym typeface="+mn-ea"/>
              </a:rPr>
              <a:t>图像基础</a:t>
            </a:r>
            <a:endParaRPr lang="zh-CN" altLang="en-US" sz="2800" b="1" dirty="0">
              <a:solidFill>
                <a:srgbClr val="FF0000"/>
              </a:solidFill>
              <a:latin typeface="微软雅黑" panose="020B0503020204020204" charset="-122"/>
              <a:ea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p:cNvSpPr txBox="1">
            <a:spLocks noChangeArrowheads="1"/>
          </p:cNvSpPr>
          <p:nvPr/>
        </p:nvSpPr>
        <p:spPr bwMode="auto">
          <a:xfrm>
            <a:off x="433388" y="638175"/>
            <a:ext cx="8293100" cy="1843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lnSpc>
                <a:spcPct val="110000"/>
              </a:lnSpc>
              <a:spcBef>
                <a:spcPct val="35000"/>
              </a:spcBef>
              <a:buClrTx/>
              <a:buSzTx/>
              <a:buFontTx/>
              <a:buNone/>
              <a:defRPr/>
            </a:pPr>
            <a:r>
              <a:rPr kumimoji="0" lang="zh-CN" altLang="en-US" sz="2400" b="1" kern="1200" cap="none" spc="0" normalizeH="0" baseline="0" noProof="0">
                <a:solidFill>
                  <a:srgbClr val="7030A0"/>
                </a:solidFill>
                <a:effectLst/>
                <a:latin typeface="Arial" panose="020B0604020202020204" pitchFamily="34" charset="0"/>
                <a:ea typeface="宋体" panose="02010600030101010101" pitchFamily="2" charset="-122"/>
                <a:cs typeface="+mn-cs"/>
              </a:rPr>
              <a:t>图像的采样和量化</a:t>
            </a:r>
            <a:endParaRPr kumimoji="0" lang="zh-CN" altLang="en-US" sz="2400" kern="1200" cap="none" spc="0" normalizeH="0" baseline="0" noProof="0">
              <a:solidFill>
                <a:srgbClr val="7030A0"/>
              </a:solidFill>
              <a:effectLst/>
              <a:latin typeface="Arial" panose="020B0604020202020204" pitchFamily="34" charset="0"/>
              <a:ea typeface="宋体" panose="02010600030101010101" pitchFamily="2" charset="-122"/>
              <a:cs typeface="+mn-cs"/>
            </a:endParaRPr>
          </a:p>
          <a:p>
            <a:pPr marR="0" defTabSz="914400">
              <a:lnSpc>
                <a:spcPct val="110000"/>
              </a:lnSpc>
              <a:spcBef>
                <a:spcPct val="35000"/>
              </a:spcBef>
              <a:buClrTx/>
              <a:buSzTx/>
              <a:buFontTx/>
              <a:buNone/>
              <a:defRPr/>
            </a:pPr>
            <a:r>
              <a:rPr kumimoji="0" lang="zh-CN" altLang="en-US" sz="2400" kern="1200" cap="none" spc="0" normalizeH="0" baseline="0" noProof="0">
                <a:effectLst/>
                <a:latin typeface="宋体" panose="02010600030101010101" pitchFamily="2" charset="-122"/>
                <a:ea typeface="宋体" panose="02010600030101010101" pitchFamily="2" charset="-122"/>
                <a:cs typeface="+mn-cs"/>
              </a:rPr>
              <a:t>    </a:t>
            </a:r>
            <a:r>
              <a:rPr kumimoji="0" lang="zh-CN" altLang="en-US" sz="2400" kern="1200" cap="none" spc="0" normalizeH="0" baseline="0" noProof="0">
                <a:solidFill>
                  <a:schemeClr val="tx1"/>
                </a:solidFill>
                <a:effectLst/>
                <a:latin typeface="Arial" panose="020B0604020202020204" pitchFamily="34" charset="0"/>
                <a:ea typeface="宋体" panose="02010600030101010101" pitchFamily="2" charset="-122"/>
                <a:cs typeface="+mn-cs"/>
              </a:rPr>
              <a:t>大多数传感器的输出是连续的电压波形（图像），为了产生一幅数字图像，需要把连续的感知数据转换为数字形式。这就包含两种处理，</a:t>
            </a:r>
            <a:r>
              <a:rPr lang="zh-CN" altLang="en-US" sz="2400" noProof="0">
                <a:effectLst/>
                <a:sym typeface="+mn-ea"/>
              </a:rPr>
              <a:t>采</a:t>
            </a:r>
            <a:r>
              <a:rPr kumimoji="0" lang="zh-CN" altLang="en-US" sz="2400" kern="1200" cap="none" spc="0" normalizeH="0" baseline="0" noProof="0">
                <a:solidFill>
                  <a:schemeClr val="tx1"/>
                </a:solidFill>
                <a:effectLst/>
                <a:latin typeface="Arial" panose="020B0604020202020204" pitchFamily="34" charset="0"/>
                <a:ea typeface="宋体" panose="02010600030101010101" pitchFamily="2" charset="-122"/>
                <a:cs typeface="+mn-cs"/>
              </a:rPr>
              <a:t>样（时空域）和量化（光色强度等）。</a:t>
            </a:r>
            <a:endParaRPr kumimoji="0" lang="zh-CN" altLang="en-US" sz="2400" kern="1200" cap="none" spc="0" normalizeH="0" baseline="0" noProof="0">
              <a:solidFill>
                <a:schemeClr val="tx1"/>
              </a:solidFill>
              <a:effectLst/>
              <a:latin typeface="Arial" panose="020B0604020202020204" pitchFamily="34" charset="0"/>
              <a:ea typeface="宋体" panose="02010600030101010101" pitchFamily="2" charset="-122"/>
              <a:cs typeface="+mn-cs"/>
            </a:endParaRPr>
          </a:p>
        </p:txBody>
      </p:sp>
      <p:sp>
        <p:nvSpPr>
          <p:cNvPr id="36" name="文本框 35"/>
          <p:cNvSpPr txBox="1"/>
          <p:nvPr>
            <p:custDataLst>
              <p:tags r:id="rId1"/>
            </p:custDataLst>
          </p:nvPr>
        </p:nvSpPr>
        <p:spPr>
          <a:xfrm>
            <a:off x="6436360" y="99695"/>
            <a:ext cx="2575560"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1.3 </a:t>
            </a:r>
            <a:r>
              <a:rPr lang="zh-CN" altLang="en-US" sz="2800" b="1" dirty="0">
                <a:solidFill>
                  <a:srgbClr val="FF0000"/>
                </a:solidFill>
                <a:latin typeface="微软雅黑" panose="020B0503020204020204" charset="-122"/>
                <a:ea typeface="微软雅黑" panose="020B0503020204020204" charset="-122"/>
                <a:sym typeface="+mn-ea"/>
              </a:rPr>
              <a:t>图像基础</a:t>
            </a:r>
            <a:endParaRPr lang="zh-CN" altLang="en-US" sz="2800" b="1" dirty="0">
              <a:solidFill>
                <a:srgbClr val="FF0000"/>
              </a:solidFill>
              <a:latin typeface="微软雅黑" panose="020B0503020204020204" charset="-122"/>
              <a:ea typeface="微软雅黑" panose="020B0503020204020204" charset="-122"/>
              <a:sym typeface="+mn-ea"/>
            </a:endParaRPr>
          </a:p>
        </p:txBody>
      </p:sp>
      <p:sp>
        <p:nvSpPr>
          <p:cNvPr id="2" name="文本框 1"/>
          <p:cNvSpPr txBox="1"/>
          <p:nvPr/>
        </p:nvSpPr>
        <p:spPr>
          <a:xfrm>
            <a:off x="1264285" y="2481580"/>
            <a:ext cx="3434080" cy="423545"/>
          </a:xfrm>
          <a:prstGeom prst="rect">
            <a:avLst/>
          </a:prstGeom>
          <a:noFill/>
        </p:spPr>
        <p:txBody>
          <a:bodyPr wrap="square" rtlCol="0" anchor="t">
            <a:spAutoFit/>
          </a:bodyPr>
          <a:lstStyle/>
          <a:p>
            <a:pPr marR="0" algn="just" defTabSz="914400">
              <a:lnSpc>
                <a:spcPct val="90000"/>
              </a:lnSpc>
              <a:spcBef>
                <a:spcPct val="20000"/>
              </a:spcBef>
              <a:buClr>
                <a:schemeClr val="hlink"/>
              </a:buClr>
              <a:buSzPct val="110000"/>
              <a:buFont typeface="Wingdings" panose="05000000000000000000" pitchFamily="2" charset="2"/>
              <a:buNone/>
              <a:defRPr/>
            </a:pPr>
            <a:r>
              <a:rPr lang="zh-CN" altLang="en-US" sz="2400" b="1" noProof="0">
                <a:solidFill>
                  <a:srgbClr val="FF0000"/>
                </a:solidFill>
                <a:effectLst/>
                <a:sym typeface="+mn-ea"/>
              </a:rPr>
              <a:t>图像数字化</a:t>
            </a:r>
            <a:r>
              <a:rPr lang="en-US" altLang="zh-CN" sz="2400" b="1" noProof="0">
                <a:solidFill>
                  <a:srgbClr val="FF0000"/>
                </a:solidFill>
                <a:effectLst/>
                <a:sym typeface="+mn-ea"/>
              </a:rPr>
              <a:t>=</a:t>
            </a:r>
            <a:r>
              <a:rPr lang="zh-CN" altLang="en-US" sz="2400" b="1" noProof="0">
                <a:solidFill>
                  <a:srgbClr val="FF0000"/>
                </a:solidFill>
                <a:effectLst/>
                <a:sym typeface="+mn-ea"/>
              </a:rPr>
              <a:t>采样</a:t>
            </a:r>
            <a:r>
              <a:rPr lang="en-US" altLang="zh-CN" sz="2400" b="1" noProof="0">
                <a:solidFill>
                  <a:srgbClr val="FF0000"/>
                </a:solidFill>
                <a:effectLst/>
                <a:sym typeface="+mn-ea"/>
              </a:rPr>
              <a:t>+</a:t>
            </a:r>
            <a:r>
              <a:rPr lang="zh-CN" altLang="en-US" sz="2400" b="1" noProof="0">
                <a:solidFill>
                  <a:srgbClr val="FF0000"/>
                </a:solidFill>
                <a:effectLst/>
                <a:sym typeface="+mn-ea"/>
              </a:rPr>
              <a:t>量化</a:t>
            </a:r>
            <a:endParaRPr lang="zh-CN" altLang="en-US" sz="2400" b="1" noProof="0">
              <a:solidFill>
                <a:srgbClr val="FF0000"/>
              </a:solidFill>
              <a:effectLst/>
              <a:sym typeface="+mn-ea"/>
            </a:endParaRPr>
          </a:p>
        </p:txBody>
      </p:sp>
      <p:pic>
        <p:nvPicPr>
          <p:cNvPr id="25602" name="Picture 3"/>
          <p:cNvPicPr>
            <a:picLocks noChangeAspect="1"/>
          </p:cNvPicPr>
          <p:nvPr/>
        </p:nvPicPr>
        <p:blipFill>
          <a:blip r:embed="rId2"/>
          <a:srcRect b="19632"/>
          <a:stretch>
            <a:fillRect/>
          </a:stretch>
        </p:blipFill>
        <p:spPr>
          <a:xfrm>
            <a:off x="779145" y="3020695"/>
            <a:ext cx="5940425" cy="3429635"/>
          </a:xfrm>
          <a:prstGeom prst="rect">
            <a:avLst/>
          </a:prstGeom>
          <a:noFill/>
          <a:ln w="9525">
            <a:noFill/>
          </a:ln>
        </p:spPr>
      </p:pic>
      <p:pic>
        <p:nvPicPr>
          <p:cNvPr id="24578" name="Picture 3"/>
          <p:cNvPicPr>
            <a:picLocks noChangeAspect="1"/>
          </p:cNvPicPr>
          <p:nvPr/>
        </p:nvPicPr>
        <p:blipFill>
          <a:blip r:embed="rId3"/>
          <a:srcRect l="43468" t="52934" r="49697" b="18582"/>
          <a:stretch>
            <a:fillRect/>
          </a:stretch>
        </p:blipFill>
        <p:spPr>
          <a:xfrm>
            <a:off x="6929120" y="3317875"/>
            <a:ext cx="613410" cy="2637155"/>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Text Box 4"/>
          <p:cNvSpPr txBox="1">
            <a:spLocks noChangeArrowheads="1"/>
          </p:cNvSpPr>
          <p:nvPr/>
        </p:nvSpPr>
        <p:spPr bwMode="auto">
          <a:xfrm>
            <a:off x="449263" y="779463"/>
            <a:ext cx="8245475"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30000"/>
              </a:spcBef>
              <a:buClrTx/>
              <a:buSzTx/>
              <a:buFontTx/>
              <a:buNone/>
              <a:defRPr/>
            </a:pPr>
            <a:r>
              <a:rPr kumimoji="0" lang="zh-CN" altLang="en-US" sz="2400" kern="1200" cap="none" spc="0" normalizeH="0" baseline="0" noProof="0">
                <a:solidFill>
                  <a:srgbClr val="7030A0"/>
                </a:solidFill>
                <a:effectLst/>
                <a:latin typeface="Arial" panose="020B0604020202020204" pitchFamily="34" charset="0"/>
                <a:ea typeface="宋体" panose="02010600030101010101" pitchFamily="2" charset="-122"/>
                <a:cs typeface="+mn-cs"/>
              </a:rPr>
              <a:t>数字图像表示</a:t>
            </a:r>
            <a:endParaRPr kumimoji="0" lang="zh-CN" altLang="en-US" sz="2400" kern="1200" cap="none" spc="0" normalizeH="0" baseline="0" noProof="0">
              <a:solidFill>
                <a:srgbClr val="CC9900"/>
              </a:solidFill>
              <a:effectLst/>
              <a:latin typeface="Arial" panose="020B0604020202020204" pitchFamily="34" charset="0"/>
              <a:ea typeface="宋体" panose="02010600030101010101" pitchFamily="2" charset="-122"/>
              <a:cs typeface="+mn-cs"/>
            </a:endParaRPr>
          </a:p>
          <a:p>
            <a:pPr marR="0" defTabSz="914400">
              <a:spcBef>
                <a:spcPct val="30000"/>
              </a:spcBef>
              <a:buClrTx/>
              <a:buSzTx/>
              <a:buFontTx/>
              <a:buNone/>
              <a:defRPr/>
            </a:pPr>
            <a:r>
              <a:rPr kumimoji="0" lang="zh-CN" altLang="en-US" sz="2000" b="1" kern="1200" cap="none" spc="0" normalizeH="0" baseline="0" noProof="0">
                <a:latin typeface="宋体" panose="02010600030101010101" pitchFamily="2" charset="-122"/>
                <a:ea typeface="宋体" panose="02010600030101010101" pitchFamily="2" charset="-122"/>
                <a:cs typeface="+mn-cs"/>
              </a:rPr>
              <a:t>    </a:t>
            </a:r>
            <a:r>
              <a:rPr kumimoji="0" lang="zh-CN" altLang="en-US" sz="2000" kern="1200" cap="none" spc="0" normalizeH="0" baseline="0" noProof="0">
                <a:solidFill>
                  <a:schemeClr val="bg2"/>
                </a:solidFill>
                <a:latin typeface="Arial" panose="020B0604020202020204" pitchFamily="34" charset="0"/>
                <a:ea typeface="宋体" panose="02010600030101010101" pitchFamily="2" charset="-122"/>
                <a:cs typeface="+mn-cs"/>
              </a:rPr>
              <a:t>二维矩阵是表示数字图像的重要数学形式。一幅</a:t>
            </a:r>
            <a:r>
              <a:rPr kumimoji="0" lang="en-US" altLang="zh-CN" sz="2000" kern="1200" cap="none" spc="0" normalizeH="0" baseline="0" noProof="0">
                <a:solidFill>
                  <a:schemeClr val="bg2"/>
                </a:solidFill>
                <a:latin typeface="Arial" panose="020B0604020202020204" pitchFamily="34" charset="0"/>
                <a:ea typeface="宋体" panose="02010600030101010101" pitchFamily="2" charset="-122"/>
                <a:cs typeface="+mn-cs"/>
              </a:rPr>
              <a:t>M×N</a:t>
            </a:r>
            <a:r>
              <a:rPr kumimoji="0" lang="zh-CN" altLang="en-US" sz="2000" kern="1200" cap="none" spc="0" normalizeH="0" baseline="0" noProof="0">
                <a:solidFill>
                  <a:schemeClr val="bg2"/>
                </a:solidFill>
                <a:latin typeface="Arial" panose="020B0604020202020204" pitchFamily="34" charset="0"/>
                <a:ea typeface="宋体" panose="02010600030101010101" pitchFamily="2" charset="-122"/>
                <a:cs typeface="+mn-cs"/>
              </a:rPr>
              <a:t>的图像可以表示为：</a:t>
            </a:r>
            <a:endParaRPr kumimoji="0" lang="zh-CN" altLang="en-US" sz="2000" kern="1200" cap="none" spc="0" normalizeH="0" baseline="0" noProof="0">
              <a:solidFill>
                <a:schemeClr val="bg2"/>
              </a:solidFill>
              <a:latin typeface="Arial" panose="020B0604020202020204" pitchFamily="34" charset="0"/>
              <a:ea typeface="宋体" panose="02010600030101010101" pitchFamily="2" charset="-122"/>
              <a:cs typeface="+mn-cs"/>
            </a:endParaRPr>
          </a:p>
        </p:txBody>
      </p:sp>
      <p:sp>
        <p:nvSpPr>
          <p:cNvPr id="26628" name="Rectangle 6"/>
          <p:cNvSpPr/>
          <p:nvPr/>
        </p:nvSpPr>
        <p:spPr>
          <a:xfrm>
            <a:off x="0" y="2900363"/>
            <a:ext cx="9144000" cy="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26629" name="Object 5"/>
          <p:cNvGraphicFramePr>
            <a:graphicFrameLocks noChangeAspect="1"/>
          </p:cNvGraphicFramePr>
          <p:nvPr/>
        </p:nvGraphicFramePr>
        <p:xfrm>
          <a:off x="1643063" y="1792288"/>
          <a:ext cx="5435600" cy="1423987"/>
        </p:xfrm>
        <a:graphic>
          <a:graphicData uri="http://schemas.openxmlformats.org/presentationml/2006/ole">
            <mc:AlternateContent xmlns:mc="http://schemas.openxmlformats.org/markup-compatibility/2006">
              <mc:Choice xmlns:v="urn:schemas-microsoft-com:vml" Requires="v">
                <p:oleObj spid="_x0000_s11267" name="" r:id="rId1" imgW="3492500" imgH="914400" progId="Equation.3">
                  <p:embed/>
                </p:oleObj>
              </mc:Choice>
              <mc:Fallback>
                <p:oleObj name="" r:id="rId1" imgW="3492500" imgH="914400" progId="Equation.3">
                  <p:embed/>
                  <p:pic>
                    <p:nvPicPr>
                      <p:cNvPr id="0" name="图片 3075"/>
                      <p:cNvPicPr/>
                      <p:nvPr/>
                    </p:nvPicPr>
                    <p:blipFill>
                      <a:blip r:embed="rId2"/>
                      <a:stretch>
                        <a:fillRect/>
                      </a:stretch>
                    </p:blipFill>
                    <p:spPr>
                      <a:xfrm>
                        <a:off x="1643063" y="1792288"/>
                        <a:ext cx="5435600" cy="1423987"/>
                      </a:xfrm>
                      <a:prstGeom prst="rect">
                        <a:avLst/>
                      </a:prstGeom>
                      <a:noFill/>
                      <a:ln w="38100">
                        <a:noFill/>
                        <a:miter/>
                      </a:ln>
                    </p:spPr>
                  </p:pic>
                </p:oleObj>
              </mc:Fallback>
            </mc:AlternateContent>
          </a:graphicData>
        </a:graphic>
      </p:graphicFrame>
      <p:sp>
        <p:nvSpPr>
          <p:cNvPr id="26630" name="Text Box 7"/>
          <p:cNvSpPr txBox="1"/>
          <p:nvPr/>
        </p:nvSpPr>
        <p:spPr>
          <a:xfrm>
            <a:off x="434975" y="5546725"/>
            <a:ext cx="8318500" cy="701675"/>
          </a:xfrm>
          <a:prstGeom prst="rect">
            <a:avLst/>
          </a:prstGeom>
          <a:noFill/>
          <a:ln w="9525">
            <a:noFill/>
          </a:ln>
        </p:spPr>
        <p:txBody>
          <a:bodyPr>
            <a:spAutoFit/>
          </a:bodyPr>
          <a:lstStyle/>
          <a:p>
            <a:pPr>
              <a:spcBef>
                <a:spcPct val="50000"/>
              </a:spcBef>
            </a:pPr>
            <a:r>
              <a:rPr lang="zh-CN" altLang="en-US" sz="2000" dirty="0">
                <a:solidFill>
                  <a:schemeClr val="bg2"/>
                </a:solidFill>
                <a:latin typeface="Arial" panose="020B0604020202020204" pitchFamily="34" charset="0"/>
              </a:rPr>
              <a:t>矩阵中的每个元素称为图像的“像素”。每个像素都有它自己的“位置”和“值”。</a:t>
            </a:r>
            <a:endParaRPr lang="zh-CN" altLang="en-US" sz="2000" dirty="0">
              <a:solidFill>
                <a:schemeClr val="bg2"/>
              </a:solidFill>
              <a:latin typeface="Arial" panose="020B0604020202020204" pitchFamily="34" charset="0"/>
            </a:endParaRPr>
          </a:p>
        </p:txBody>
      </p:sp>
      <p:graphicFrame>
        <p:nvGraphicFramePr>
          <p:cNvPr id="26631" name="Object 8"/>
          <p:cNvGraphicFramePr>
            <a:graphicFrameLocks noChangeAspect="1"/>
          </p:cNvGraphicFramePr>
          <p:nvPr/>
        </p:nvGraphicFramePr>
        <p:xfrm>
          <a:off x="2781300" y="3683000"/>
          <a:ext cx="3635375" cy="1601788"/>
        </p:xfrm>
        <a:graphic>
          <a:graphicData uri="http://schemas.openxmlformats.org/presentationml/2006/ole">
            <mc:AlternateContent xmlns:mc="http://schemas.openxmlformats.org/markup-compatibility/2006">
              <mc:Choice xmlns:v="urn:schemas-microsoft-com:vml" Requires="v">
                <p:oleObj spid="_x0000_s11268" name="" r:id="rId3" imgW="2133600" imgH="939800" progId="Equation.3">
                  <p:embed/>
                </p:oleObj>
              </mc:Choice>
              <mc:Fallback>
                <p:oleObj name="" r:id="rId3" imgW="2133600" imgH="939800" progId="Equation.3">
                  <p:embed/>
                  <p:pic>
                    <p:nvPicPr>
                      <p:cNvPr id="0" name="图片 3076"/>
                      <p:cNvPicPr/>
                      <p:nvPr/>
                    </p:nvPicPr>
                    <p:blipFill>
                      <a:blip r:embed="rId4"/>
                      <a:stretch>
                        <a:fillRect/>
                      </a:stretch>
                    </p:blipFill>
                    <p:spPr>
                      <a:xfrm>
                        <a:off x="2781300" y="3683000"/>
                        <a:ext cx="3635375" cy="1601788"/>
                      </a:xfrm>
                      <a:prstGeom prst="rect">
                        <a:avLst/>
                      </a:prstGeom>
                      <a:noFill/>
                      <a:ln w="38100">
                        <a:noFill/>
                        <a:miter/>
                      </a:ln>
                    </p:spPr>
                  </p:pic>
                </p:oleObj>
              </mc:Fallback>
            </mc:AlternateContent>
          </a:graphicData>
        </a:graphic>
      </p:graphicFrame>
      <p:sp>
        <p:nvSpPr>
          <p:cNvPr id="26632" name="Text Box 9"/>
          <p:cNvSpPr txBox="1"/>
          <p:nvPr/>
        </p:nvSpPr>
        <p:spPr>
          <a:xfrm>
            <a:off x="495300" y="3252788"/>
            <a:ext cx="1754188" cy="396875"/>
          </a:xfrm>
          <a:prstGeom prst="rect">
            <a:avLst/>
          </a:prstGeom>
          <a:noFill/>
          <a:ln w="9525">
            <a:noFill/>
          </a:ln>
        </p:spPr>
        <p:txBody>
          <a:bodyPr>
            <a:spAutoFit/>
          </a:bodyPr>
          <a:lstStyle/>
          <a:p>
            <a:pPr>
              <a:spcBef>
                <a:spcPct val="50000"/>
              </a:spcBef>
            </a:pPr>
            <a:r>
              <a:rPr lang="zh-CN" altLang="en-US" sz="2000" dirty="0">
                <a:solidFill>
                  <a:schemeClr val="bg2"/>
                </a:solidFill>
                <a:latin typeface="Arial" panose="020B0604020202020204" pitchFamily="34" charset="0"/>
              </a:rPr>
              <a:t>或者</a:t>
            </a:r>
            <a:endParaRPr lang="zh-CN" altLang="en-US" sz="2000" dirty="0">
              <a:solidFill>
                <a:schemeClr val="bg2"/>
              </a:solidFill>
              <a:latin typeface="Arial" panose="020B0604020202020204" pitchFamily="34" charset="0"/>
            </a:endParaRPr>
          </a:p>
        </p:txBody>
      </p:sp>
      <p:sp>
        <p:nvSpPr>
          <p:cNvPr id="36" name="文本框 35"/>
          <p:cNvSpPr txBox="1"/>
          <p:nvPr>
            <p:custDataLst>
              <p:tags r:id="rId5"/>
            </p:custDataLst>
          </p:nvPr>
        </p:nvSpPr>
        <p:spPr>
          <a:xfrm>
            <a:off x="6436360" y="99695"/>
            <a:ext cx="2575560"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1.3 </a:t>
            </a:r>
            <a:r>
              <a:rPr lang="zh-CN" altLang="en-US" sz="2800" b="1" dirty="0">
                <a:solidFill>
                  <a:srgbClr val="FF0000"/>
                </a:solidFill>
                <a:latin typeface="微软雅黑" panose="020B0503020204020204" charset="-122"/>
                <a:ea typeface="微软雅黑" panose="020B0503020204020204" charset="-122"/>
                <a:sym typeface="+mn-ea"/>
              </a:rPr>
              <a:t>图像基础</a:t>
            </a:r>
            <a:endParaRPr lang="zh-CN" altLang="en-US" sz="2800" b="1" dirty="0">
              <a:solidFill>
                <a:srgbClr val="FF0000"/>
              </a:solidFill>
              <a:latin typeface="微软雅黑" panose="020B0503020204020204" charset="-122"/>
              <a:ea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3"/>
          <p:cNvPicPr>
            <a:picLocks noChangeAspect="1"/>
          </p:cNvPicPr>
          <p:nvPr/>
        </p:nvPicPr>
        <p:blipFill>
          <a:blip r:embed="rId1"/>
          <a:srcRect t="7080"/>
          <a:stretch>
            <a:fillRect/>
          </a:stretch>
        </p:blipFill>
        <p:spPr>
          <a:xfrm>
            <a:off x="205105" y="3193415"/>
            <a:ext cx="8758555" cy="3419475"/>
          </a:xfrm>
          <a:prstGeom prst="rect">
            <a:avLst/>
          </a:prstGeom>
          <a:noFill/>
          <a:ln w="9525">
            <a:noFill/>
          </a:ln>
        </p:spPr>
      </p:pic>
      <p:sp>
        <p:nvSpPr>
          <p:cNvPr id="47109" name="Text Box 5"/>
          <p:cNvSpPr txBox="1">
            <a:spLocks noChangeArrowheads="1"/>
          </p:cNvSpPr>
          <p:nvPr/>
        </p:nvSpPr>
        <p:spPr bwMode="auto">
          <a:xfrm>
            <a:off x="419100" y="839788"/>
            <a:ext cx="8394700" cy="2268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30000"/>
              </a:spcBef>
              <a:buClrTx/>
              <a:buSzTx/>
              <a:buFontTx/>
              <a:buNone/>
              <a:defRPr/>
            </a:pPr>
            <a:r>
              <a:rPr kumimoji="0" lang="zh-CN" altLang="en-US" sz="2000" kern="1200" cap="none" spc="0" normalizeH="0" baseline="0" noProof="0">
                <a:solidFill>
                  <a:schemeClr val="bg2"/>
                </a:solidFill>
                <a:latin typeface="宋体" panose="02010600030101010101" pitchFamily="2" charset="-122"/>
                <a:ea typeface="宋体" panose="02010600030101010101" pitchFamily="2" charset="-122"/>
                <a:cs typeface="+mn-cs"/>
              </a:rPr>
              <a:t>    </a:t>
            </a:r>
            <a:r>
              <a:rPr kumimoji="0" lang="zh-CN" altLang="en-US" sz="2400" kern="1200" cap="none" spc="0" normalizeH="0" baseline="0" noProof="0">
                <a:solidFill>
                  <a:schemeClr val="bg2"/>
                </a:solidFill>
                <a:latin typeface="Arial" panose="020B0604020202020204" pitchFamily="34" charset="0"/>
                <a:ea typeface="宋体" panose="02010600030101010101" pitchFamily="2" charset="-122"/>
                <a:cs typeface="+mn-cs"/>
              </a:rPr>
              <a:t>出于处理、存储和硬件的考虑，量化的灰度级别通常是</a:t>
            </a:r>
            <a:r>
              <a:rPr kumimoji="0" lang="en-US" altLang="zh-CN" sz="2400" kern="1200" cap="none" spc="0" normalizeH="0" baseline="0" noProof="0">
                <a:solidFill>
                  <a:schemeClr val="bg2"/>
                </a:solidFill>
                <a:latin typeface="Arial" panose="020B0604020202020204" pitchFamily="34" charset="0"/>
                <a:ea typeface="宋体" panose="02010600030101010101" pitchFamily="2" charset="-122"/>
                <a:cs typeface="+mn-cs"/>
              </a:rPr>
              <a:t>2</a:t>
            </a:r>
            <a:r>
              <a:rPr kumimoji="0" lang="zh-CN" altLang="en-US" sz="2400" kern="1200" cap="none" spc="0" normalizeH="0" baseline="0" noProof="0">
                <a:solidFill>
                  <a:schemeClr val="bg2"/>
                </a:solidFill>
                <a:latin typeface="Arial" panose="020B0604020202020204" pitchFamily="34" charset="0"/>
                <a:ea typeface="宋体" panose="02010600030101010101" pitchFamily="2" charset="-122"/>
                <a:cs typeface="+mn-cs"/>
              </a:rPr>
              <a:t>的整数幂</a:t>
            </a:r>
            <a:endParaRPr kumimoji="0" lang="zh-CN" altLang="en-US" sz="2400" kern="1200" cap="none" spc="0" normalizeH="0" baseline="0" noProof="0">
              <a:solidFill>
                <a:schemeClr val="bg2"/>
              </a:solidFill>
              <a:latin typeface="Arial" panose="020B0604020202020204" pitchFamily="34" charset="0"/>
              <a:ea typeface="宋体" panose="02010600030101010101" pitchFamily="2" charset="-122"/>
              <a:cs typeface="+mn-cs"/>
            </a:endParaRPr>
          </a:p>
          <a:p>
            <a:pPr marR="0" algn="ctr" defTabSz="914400">
              <a:spcBef>
                <a:spcPct val="30000"/>
              </a:spcBef>
              <a:buClrTx/>
              <a:buSzTx/>
              <a:buFontTx/>
              <a:buNone/>
              <a:defRPr/>
            </a:pPr>
            <a:r>
              <a:rPr kumimoji="0" lang="en-US" altLang="zh-CN" sz="2400" kern="1200" cap="none" spc="0" normalizeH="0" baseline="0" noProof="0">
                <a:solidFill>
                  <a:schemeClr val="bg2"/>
                </a:solidFill>
                <a:latin typeface="Batang" pitchFamily="18" charset="-127"/>
                <a:ea typeface="Batang" pitchFamily="18" charset="-127"/>
                <a:cs typeface="+mn-cs"/>
              </a:rPr>
              <a:t>L=2</a:t>
            </a:r>
            <a:r>
              <a:rPr kumimoji="0" lang="en-US" altLang="zh-CN" sz="2400" kern="1200" cap="none" spc="0" normalizeH="0" baseline="30000" noProof="0">
                <a:solidFill>
                  <a:schemeClr val="bg2"/>
                </a:solidFill>
                <a:latin typeface="Batang" pitchFamily="18" charset="-127"/>
                <a:ea typeface="Batang" pitchFamily="18" charset="-127"/>
                <a:cs typeface="+mn-cs"/>
              </a:rPr>
              <a:t>k</a:t>
            </a:r>
            <a:endParaRPr kumimoji="0" lang="en-US" altLang="zh-CN" sz="2400" kern="1200" cap="none" spc="0" normalizeH="0" baseline="0" noProof="0">
              <a:solidFill>
                <a:schemeClr val="bg2"/>
              </a:solidFill>
              <a:latin typeface="Batang" pitchFamily="18" charset="-127"/>
              <a:ea typeface="Batang" pitchFamily="18" charset="-127"/>
              <a:cs typeface="+mn-cs"/>
            </a:endParaRPr>
          </a:p>
          <a:p>
            <a:pPr marR="0" defTabSz="914400">
              <a:spcBef>
                <a:spcPct val="30000"/>
              </a:spcBef>
              <a:buClrTx/>
              <a:buSzTx/>
              <a:buFontTx/>
              <a:buNone/>
              <a:defRPr/>
            </a:pPr>
            <a:r>
              <a:rPr kumimoji="0" lang="zh-CN" altLang="en-US" sz="2400" kern="1200" cap="none" spc="0" normalizeH="0" baseline="0" noProof="0">
                <a:solidFill>
                  <a:schemeClr val="bg2"/>
                </a:solidFill>
                <a:latin typeface="Arial" panose="020B0604020202020204" pitchFamily="34" charset="0"/>
                <a:ea typeface="宋体" panose="02010600030101010101" pitchFamily="2" charset="-122"/>
                <a:cs typeface="+mn-cs"/>
              </a:rPr>
              <a:t>图像中所有像素的灰度是 </a:t>
            </a:r>
            <a:r>
              <a:rPr kumimoji="0" lang="en-US" altLang="zh-CN" sz="2400" kern="1200" cap="none" spc="0" normalizeH="0" baseline="0" noProof="0">
                <a:solidFill>
                  <a:schemeClr val="bg2"/>
                </a:solidFill>
                <a:latin typeface="Arial" panose="020B0604020202020204" pitchFamily="34" charset="0"/>
                <a:ea typeface="宋体" panose="02010600030101010101" pitchFamily="2" charset="-122"/>
                <a:cs typeface="+mn-cs"/>
              </a:rPr>
              <a:t>[0</a:t>
            </a:r>
            <a:r>
              <a:rPr kumimoji="0" lang="zh-CN" altLang="en-US" sz="2400" kern="1200" cap="none" spc="0" normalizeH="0" baseline="0" noProof="0">
                <a:solidFill>
                  <a:schemeClr val="bg2"/>
                </a:solidFill>
                <a:latin typeface="Arial" panose="020B0604020202020204" pitchFamily="34" charset="0"/>
                <a:ea typeface="宋体" panose="02010600030101010101" pitchFamily="2" charset="-122"/>
                <a:cs typeface="+mn-cs"/>
              </a:rPr>
              <a:t>，</a:t>
            </a:r>
            <a:r>
              <a:rPr kumimoji="0" lang="en-US" altLang="zh-CN" sz="2400" kern="1200" cap="none" spc="0" normalizeH="0" baseline="0" noProof="0">
                <a:solidFill>
                  <a:schemeClr val="bg2"/>
                </a:solidFill>
                <a:latin typeface="Arial" panose="020B0604020202020204" pitchFamily="34" charset="0"/>
                <a:ea typeface="宋体" panose="02010600030101010101" pitchFamily="2" charset="-122"/>
                <a:cs typeface="+mn-cs"/>
              </a:rPr>
              <a:t>L-1] </a:t>
            </a:r>
            <a:r>
              <a:rPr kumimoji="0" lang="zh-CN" altLang="en-US" sz="2400" kern="1200" cap="none" spc="0" normalizeH="0" baseline="0" noProof="0">
                <a:solidFill>
                  <a:schemeClr val="bg2"/>
                </a:solidFill>
                <a:latin typeface="Arial" panose="020B0604020202020204" pitchFamily="34" charset="0"/>
                <a:ea typeface="宋体" panose="02010600030101010101" pitchFamily="2" charset="-122"/>
                <a:cs typeface="+mn-cs"/>
              </a:rPr>
              <a:t>的整数。</a:t>
            </a:r>
            <a:endParaRPr kumimoji="0" lang="zh-CN" altLang="en-US" sz="2400" kern="1200" cap="none" spc="0" normalizeH="0" baseline="0" noProof="0">
              <a:solidFill>
                <a:schemeClr val="bg2"/>
              </a:solidFill>
              <a:latin typeface="Arial" panose="020B0604020202020204" pitchFamily="34" charset="0"/>
              <a:ea typeface="宋体" panose="02010600030101010101" pitchFamily="2" charset="-122"/>
              <a:cs typeface="+mn-cs"/>
            </a:endParaRPr>
          </a:p>
          <a:p>
            <a:pPr marR="0" defTabSz="914400">
              <a:spcBef>
                <a:spcPct val="30000"/>
              </a:spcBef>
              <a:buClrTx/>
              <a:buSzTx/>
              <a:buFontTx/>
              <a:buNone/>
              <a:defRPr/>
            </a:pPr>
            <a:r>
              <a:rPr kumimoji="0" lang="zh-CN" altLang="en-US" sz="2400" kern="1200" cap="none" spc="0" normalizeH="0" baseline="0" noProof="0">
                <a:solidFill>
                  <a:schemeClr val="bg2"/>
                </a:solidFill>
                <a:latin typeface="Arial" panose="020B0604020202020204" pitchFamily="34" charset="0"/>
                <a:ea typeface="宋体" panose="02010600030101010101" pitchFamily="2" charset="-122"/>
                <a:cs typeface="+mn-cs"/>
              </a:rPr>
              <a:t> </a:t>
            </a:r>
            <a:r>
              <a:rPr kumimoji="0" lang="en-US" altLang="zh-CN" sz="2400" kern="1200" cap="none" spc="0" normalizeH="0" baseline="0" noProof="0">
                <a:solidFill>
                  <a:schemeClr val="bg2"/>
                </a:solidFill>
                <a:latin typeface="Arial" panose="020B0604020202020204" pitchFamily="34" charset="0"/>
                <a:ea typeface="宋体" panose="02010600030101010101" pitchFamily="2" charset="-122"/>
                <a:cs typeface="+mn-cs"/>
              </a:rPr>
              <a:t>     </a:t>
            </a:r>
            <a:r>
              <a:rPr kumimoji="0" lang="zh-CN" altLang="en-US" sz="2400" b="1" kern="1200" cap="none" spc="0" normalizeH="0" baseline="0" noProof="0">
                <a:solidFill>
                  <a:srgbClr val="7030A0"/>
                </a:solidFill>
                <a:effectLst/>
                <a:latin typeface="Arial" panose="020B0604020202020204" pitchFamily="34" charset="0"/>
                <a:ea typeface="宋体" panose="02010600030101010101" pitchFamily="2" charset="-122"/>
                <a:cs typeface="+mn-cs"/>
              </a:rPr>
              <a:t>一幅数字图像占用的空间：</a:t>
            </a:r>
            <a:r>
              <a:rPr kumimoji="0" lang="en-US" altLang="zh-CN" sz="2400" b="1" kern="1200" cap="none" spc="0" normalizeH="0" baseline="0" noProof="0">
                <a:solidFill>
                  <a:srgbClr val="7030A0"/>
                </a:solidFill>
                <a:effectLst/>
                <a:latin typeface="Arial" panose="020B0604020202020204" pitchFamily="34" charset="0"/>
                <a:ea typeface="宋体" panose="02010600030101010101" pitchFamily="2" charset="-122"/>
                <a:cs typeface="+mn-cs"/>
              </a:rPr>
              <a:t>M×N×k</a:t>
            </a:r>
            <a:r>
              <a:rPr kumimoji="0" lang="zh-CN" altLang="en-US" sz="2400" b="1" kern="1200" cap="none" spc="0" normalizeH="0" baseline="0" noProof="0">
                <a:solidFill>
                  <a:srgbClr val="7030A0"/>
                </a:solidFill>
                <a:effectLst/>
                <a:latin typeface="Arial" panose="020B0604020202020204" pitchFamily="34" charset="0"/>
                <a:ea typeface="宋体" panose="02010600030101010101" pitchFamily="2" charset="-122"/>
                <a:cs typeface="+mn-cs"/>
              </a:rPr>
              <a:t>。</a:t>
            </a:r>
            <a:endParaRPr kumimoji="0" lang="zh-CN" altLang="en-US" sz="2400" b="1" kern="1200" cap="none" spc="0" normalizeH="0" baseline="0" noProof="0">
              <a:solidFill>
                <a:srgbClr val="7030A0"/>
              </a:solidFill>
              <a:effectLst/>
              <a:latin typeface="Arial" panose="020B0604020202020204" pitchFamily="34" charset="0"/>
              <a:ea typeface="宋体" panose="02010600030101010101" pitchFamily="2" charset="-122"/>
              <a:cs typeface="+mn-cs"/>
            </a:endParaRPr>
          </a:p>
        </p:txBody>
      </p:sp>
      <p:sp>
        <p:nvSpPr>
          <p:cNvPr id="36" name="文本框 35"/>
          <p:cNvSpPr txBox="1"/>
          <p:nvPr>
            <p:custDataLst>
              <p:tags r:id="rId2"/>
            </p:custDataLst>
          </p:nvPr>
        </p:nvSpPr>
        <p:spPr>
          <a:xfrm>
            <a:off x="6436360" y="99695"/>
            <a:ext cx="2575560"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1.3 </a:t>
            </a:r>
            <a:r>
              <a:rPr lang="zh-CN" altLang="en-US" sz="2800" b="1" dirty="0">
                <a:solidFill>
                  <a:srgbClr val="FF0000"/>
                </a:solidFill>
                <a:latin typeface="微软雅黑" panose="020B0503020204020204" charset="-122"/>
                <a:ea typeface="微软雅黑" panose="020B0503020204020204" charset="-122"/>
                <a:sym typeface="+mn-ea"/>
              </a:rPr>
              <a:t>图像基础</a:t>
            </a:r>
            <a:endParaRPr lang="zh-CN" altLang="en-US" sz="2800" b="1" dirty="0">
              <a:solidFill>
                <a:srgbClr val="FF0000"/>
              </a:solidFill>
              <a:latin typeface="微软雅黑" panose="020B0503020204020204" charset="-122"/>
              <a:ea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3"/>
          <p:cNvPicPr>
            <a:picLocks noChangeAspect="1"/>
          </p:cNvPicPr>
          <p:nvPr/>
        </p:nvPicPr>
        <p:blipFill>
          <a:blip r:embed="rId1"/>
          <a:srcRect b="12895"/>
          <a:stretch>
            <a:fillRect/>
          </a:stretch>
        </p:blipFill>
        <p:spPr>
          <a:xfrm>
            <a:off x="574675" y="2362835"/>
            <a:ext cx="8092440" cy="3838575"/>
          </a:xfrm>
          <a:prstGeom prst="rect">
            <a:avLst/>
          </a:prstGeom>
          <a:noFill/>
          <a:ln w="9525">
            <a:noFill/>
          </a:ln>
        </p:spPr>
      </p:pic>
      <p:sp>
        <p:nvSpPr>
          <p:cNvPr id="48133" name="Text Box 5"/>
          <p:cNvSpPr txBox="1">
            <a:spLocks noChangeArrowheads="1"/>
          </p:cNvSpPr>
          <p:nvPr/>
        </p:nvSpPr>
        <p:spPr bwMode="auto">
          <a:xfrm>
            <a:off x="449263" y="859155"/>
            <a:ext cx="80803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buNone/>
              <a:defRPr/>
            </a:pPr>
            <a:r>
              <a:rPr kumimoji="0" lang="en-US" altLang="zh-CN" sz="2400" b="1" kern="1200" cap="none" spc="0" normalizeH="0" baseline="0" noProof="0">
                <a:solidFill>
                  <a:srgbClr val="CC9900"/>
                </a:solidFill>
                <a:effectLst/>
                <a:latin typeface="Arial" panose="020B0604020202020204" pitchFamily="34" charset="0"/>
                <a:ea typeface="宋体" panose="02010600030101010101" pitchFamily="2" charset="-122"/>
                <a:cs typeface="+mn-cs"/>
              </a:rPr>
              <a:t> </a:t>
            </a:r>
            <a:r>
              <a:rPr kumimoji="0" lang="zh-CN" altLang="en-US" sz="2400" b="1" kern="1200" cap="none" spc="0" normalizeH="0" baseline="0" noProof="0">
                <a:solidFill>
                  <a:srgbClr val="7030A0"/>
                </a:solidFill>
                <a:effectLst/>
                <a:latin typeface="Arial" panose="020B0604020202020204" pitchFamily="34" charset="0"/>
                <a:ea typeface="宋体" panose="02010600030101010101" pitchFamily="2" charset="-122"/>
                <a:cs typeface="+mn-cs"/>
              </a:rPr>
              <a:t>空间和灰度分辨率</a:t>
            </a:r>
            <a:endParaRPr kumimoji="0" lang="zh-CN" altLang="en-US" sz="2400" b="1" kern="1200" cap="none" spc="0" normalizeH="0" baseline="0" noProof="0">
              <a:solidFill>
                <a:srgbClr val="7030A0"/>
              </a:solidFill>
              <a:effectLst/>
              <a:latin typeface="Arial" panose="020B0604020202020204" pitchFamily="34" charset="0"/>
              <a:ea typeface="宋体" panose="02010600030101010101" pitchFamily="2" charset="-122"/>
              <a:cs typeface="+mn-cs"/>
            </a:endParaRPr>
          </a:p>
        </p:txBody>
      </p:sp>
      <p:sp>
        <p:nvSpPr>
          <p:cNvPr id="28678" name="Text Box 7"/>
          <p:cNvSpPr txBox="1"/>
          <p:nvPr/>
        </p:nvSpPr>
        <p:spPr>
          <a:xfrm>
            <a:off x="862965" y="1647825"/>
            <a:ext cx="7666990" cy="460375"/>
          </a:xfrm>
          <a:prstGeom prst="rect">
            <a:avLst/>
          </a:prstGeom>
          <a:noFill/>
          <a:ln w="9525">
            <a:noFill/>
          </a:ln>
        </p:spPr>
        <p:txBody>
          <a:bodyPr wrap="square">
            <a:spAutoFit/>
          </a:bodyPr>
          <a:lstStyle/>
          <a:p>
            <a:pPr>
              <a:spcBef>
                <a:spcPct val="30000"/>
              </a:spcBef>
            </a:pPr>
            <a:r>
              <a:rPr lang="zh-CN" altLang="en-US" sz="2400" b="1" dirty="0">
                <a:effectLst/>
                <a:latin typeface="Arial" panose="020B0604020202020204" pitchFamily="34" charset="0"/>
              </a:rPr>
              <a:t>空间分辨率即图像大小（行数╳列数）。</a:t>
            </a:r>
            <a:endParaRPr lang="zh-CN" altLang="en-US" sz="2400" b="1" dirty="0">
              <a:effectLst/>
              <a:latin typeface="Arial" panose="020B0604020202020204" pitchFamily="34" charset="0"/>
            </a:endParaRPr>
          </a:p>
        </p:txBody>
      </p:sp>
      <p:sp>
        <p:nvSpPr>
          <p:cNvPr id="36" name="文本框 35"/>
          <p:cNvSpPr txBox="1"/>
          <p:nvPr>
            <p:custDataLst>
              <p:tags r:id="rId2"/>
            </p:custDataLst>
          </p:nvPr>
        </p:nvSpPr>
        <p:spPr>
          <a:xfrm>
            <a:off x="6436360" y="99695"/>
            <a:ext cx="2575560"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1.3 </a:t>
            </a:r>
            <a:r>
              <a:rPr lang="zh-CN" altLang="en-US" sz="2800" b="1" dirty="0">
                <a:solidFill>
                  <a:srgbClr val="FF0000"/>
                </a:solidFill>
                <a:latin typeface="微软雅黑" panose="020B0503020204020204" charset="-122"/>
                <a:ea typeface="微软雅黑" panose="020B0503020204020204" charset="-122"/>
                <a:sym typeface="+mn-ea"/>
              </a:rPr>
              <a:t>图像基础</a:t>
            </a:r>
            <a:endParaRPr lang="zh-CN" altLang="en-US" sz="2800" b="1" dirty="0">
              <a:solidFill>
                <a:srgbClr val="FF0000"/>
              </a:solidFill>
              <a:latin typeface="微软雅黑" panose="020B0503020204020204" charset="-122"/>
              <a:ea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3"/>
          <p:cNvPicPr>
            <a:picLocks noChangeAspect="1"/>
          </p:cNvPicPr>
          <p:nvPr/>
        </p:nvPicPr>
        <p:blipFill>
          <a:blip r:embed="rId1"/>
          <a:stretch>
            <a:fillRect/>
          </a:stretch>
        </p:blipFill>
        <p:spPr>
          <a:xfrm>
            <a:off x="656590" y="699770"/>
            <a:ext cx="7329805" cy="6022340"/>
          </a:xfrm>
          <a:prstGeom prst="rect">
            <a:avLst/>
          </a:prstGeom>
          <a:noFill/>
          <a:ln w="9525">
            <a:noFill/>
          </a:ln>
        </p:spPr>
      </p:pic>
      <p:sp>
        <p:nvSpPr>
          <p:cNvPr id="36" name="文本框 35"/>
          <p:cNvSpPr txBox="1"/>
          <p:nvPr>
            <p:custDataLst>
              <p:tags r:id="rId2"/>
            </p:custDataLst>
          </p:nvPr>
        </p:nvSpPr>
        <p:spPr>
          <a:xfrm>
            <a:off x="6436360" y="99695"/>
            <a:ext cx="2575560"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1.3 </a:t>
            </a:r>
            <a:r>
              <a:rPr lang="zh-CN" altLang="en-US" sz="2800" b="1" dirty="0">
                <a:solidFill>
                  <a:srgbClr val="FF0000"/>
                </a:solidFill>
                <a:latin typeface="微软雅黑" panose="020B0503020204020204" charset="-122"/>
                <a:ea typeface="微软雅黑" panose="020B0503020204020204" charset="-122"/>
                <a:sym typeface="+mn-ea"/>
              </a:rPr>
              <a:t>图像基础</a:t>
            </a:r>
            <a:endParaRPr lang="zh-CN" altLang="en-US" sz="2800" b="1" dirty="0">
              <a:solidFill>
                <a:srgbClr val="FF0000"/>
              </a:solidFill>
              <a:latin typeface="微软雅黑" panose="020B0503020204020204" charset="-122"/>
              <a:ea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3"/>
          <p:cNvPicPr>
            <a:picLocks noChangeAspect="1"/>
          </p:cNvPicPr>
          <p:nvPr/>
        </p:nvPicPr>
        <p:blipFill>
          <a:blip r:embed="rId1"/>
          <a:stretch>
            <a:fillRect/>
          </a:stretch>
        </p:blipFill>
        <p:spPr>
          <a:xfrm>
            <a:off x="107950" y="2240915"/>
            <a:ext cx="4326255" cy="4197985"/>
          </a:xfrm>
          <a:prstGeom prst="rect">
            <a:avLst/>
          </a:prstGeom>
          <a:noFill/>
          <a:ln w="9525">
            <a:noFill/>
          </a:ln>
        </p:spPr>
      </p:pic>
      <p:sp>
        <p:nvSpPr>
          <p:cNvPr id="50181" name="Text Box 5"/>
          <p:cNvSpPr txBox="1">
            <a:spLocks noChangeArrowheads="1"/>
          </p:cNvSpPr>
          <p:nvPr/>
        </p:nvSpPr>
        <p:spPr bwMode="auto">
          <a:xfrm>
            <a:off x="611505" y="497205"/>
            <a:ext cx="247586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R="0" defTabSz="914400">
              <a:spcBef>
                <a:spcPct val="50000"/>
              </a:spcBef>
              <a:buClrTx/>
              <a:buSzTx/>
              <a:buFontTx/>
              <a:buNone/>
              <a:defRPr/>
            </a:pPr>
            <a:r>
              <a:rPr kumimoji="0" lang="zh-CN" altLang="en-US" sz="2400" b="1" kern="1200" cap="none" spc="0" normalizeH="0" baseline="0" noProof="0">
                <a:solidFill>
                  <a:schemeClr val="bg2"/>
                </a:solidFill>
                <a:effectLst/>
                <a:latin typeface="Arial" panose="020B0604020202020204" pitchFamily="34" charset="0"/>
                <a:ea typeface="宋体" panose="02010600030101010101" pitchFamily="2" charset="-122"/>
                <a:cs typeface="+mn-cs"/>
              </a:rPr>
              <a:t>灰度分辨率</a:t>
            </a:r>
            <a:endParaRPr kumimoji="0" lang="en-US" altLang="zh-CN" sz="2400" b="1" kern="1200" cap="none" spc="0" normalizeH="0" baseline="0" noProof="0">
              <a:solidFill>
                <a:schemeClr val="bg2"/>
              </a:solidFill>
              <a:effectLst/>
              <a:latin typeface="Arial" panose="020B0604020202020204" pitchFamily="34" charset="0"/>
              <a:ea typeface="宋体" panose="02010600030101010101" pitchFamily="2" charset="-122"/>
              <a:cs typeface="+mn-cs"/>
            </a:endParaRPr>
          </a:p>
        </p:txBody>
      </p:sp>
      <p:sp>
        <p:nvSpPr>
          <p:cNvPr id="30725" name="Rectangle 6"/>
          <p:cNvSpPr/>
          <p:nvPr/>
        </p:nvSpPr>
        <p:spPr>
          <a:xfrm>
            <a:off x="504825" y="957263"/>
            <a:ext cx="8453438" cy="1014730"/>
          </a:xfrm>
          <a:prstGeom prst="rect">
            <a:avLst/>
          </a:prstGeom>
          <a:noFill/>
          <a:ln w="9525">
            <a:noFill/>
          </a:ln>
        </p:spPr>
        <p:txBody>
          <a:bodyPr>
            <a:spAutoFit/>
          </a:bodyPr>
          <a:lstStyle/>
          <a:p>
            <a:pPr>
              <a:lnSpc>
                <a:spcPct val="150000"/>
              </a:lnSpc>
            </a:pPr>
            <a:r>
              <a:rPr lang="zh-CN" altLang="en-US" sz="2000" b="1" dirty="0">
                <a:latin typeface="Arial" panose="020B0604020202020204" pitchFamily="34" charset="0"/>
              </a:rPr>
              <a:t>灰度分辨率</a:t>
            </a:r>
            <a:r>
              <a:rPr lang="zh-CN" altLang="en-US" sz="2000" dirty="0">
                <a:latin typeface="Arial" panose="020B0604020202020204" pitchFamily="34" charset="0"/>
              </a:rPr>
              <a:t>是图像的灰度级数。灰度级数通常是</a:t>
            </a:r>
            <a:r>
              <a:rPr lang="en-US" altLang="zh-CN" sz="2000" dirty="0">
                <a:latin typeface="Arial" panose="020B0604020202020204" pitchFamily="34" charset="0"/>
              </a:rPr>
              <a:t>2</a:t>
            </a:r>
            <a:r>
              <a:rPr lang="zh-CN" altLang="en-US" sz="2000" dirty="0">
                <a:latin typeface="Arial" panose="020B0604020202020204" pitchFamily="34" charset="0"/>
              </a:rPr>
              <a:t>的整数幂级数，如：用一个</a:t>
            </a:r>
            <a:r>
              <a:rPr lang="en-US" altLang="zh-CN" sz="2000" dirty="0">
                <a:latin typeface="Arial" panose="020B0604020202020204" pitchFamily="34" charset="0"/>
              </a:rPr>
              <a:t>byte</a:t>
            </a:r>
            <a:r>
              <a:rPr lang="zh-CN" altLang="en-US" sz="2000" dirty="0">
                <a:latin typeface="Arial" panose="020B0604020202020204" pitchFamily="34" charset="0"/>
              </a:rPr>
              <a:t>存一个像素值，则</a:t>
            </a:r>
            <a:r>
              <a:rPr lang="en-US" altLang="zh-CN" sz="2000" dirty="0">
                <a:latin typeface="Arial" panose="020B0604020202020204" pitchFamily="34" charset="0"/>
              </a:rPr>
              <a:t>256</a:t>
            </a:r>
            <a:r>
              <a:rPr lang="zh-CN" altLang="en-US" sz="2000" dirty="0">
                <a:latin typeface="Arial" panose="020B0604020202020204" pitchFamily="34" charset="0"/>
              </a:rPr>
              <a:t>级。用一个</a:t>
            </a:r>
            <a:r>
              <a:rPr lang="en-US" altLang="zh-CN" sz="2000" dirty="0">
                <a:latin typeface="Arial" panose="020B0604020202020204" pitchFamily="34" charset="0"/>
              </a:rPr>
              <a:t>4bit</a:t>
            </a:r>
            <a:r>
              <a:rPr lang="zh-CN" altLang="en-US" sz="2000" dirty="0">
                <a:latin typeface="Arial" panose="020B0604020202020204" pitchFamily="34" charset="0"/>
              </a:rPr>
              <a:t>存一个像素值，则</a:t>
            </a:r>
            <a:r>
              <a:rPr lang="en-US" altLang="zh-CN" sz="2000" dirty="0">
                <a:latin typeface="Arial" panose="020B0604020202020204" pitchFamily="34" charset="0"/>
              </a:rPr>
              <a:t>16</a:t>
            </a:r>
            <a:r>
              <a:rPr lang="zh-CN" altLang="en-US" sz="2000" dirty="0">
                <a:latin typeface="Arial" panose="020B0604020202020204" pitchFamily="34" charset="0"/>
              </a:rPr>
              <a:t>级。</a:t>
            </a:r>
            <a:endParaRPr lang="zh-CN" altLang="en-US" sz="2000" dirty="0">
              <a:latin typeface="Arial" panose="020B0604020202020204" pitchFamily="34" charset="0"/>
            </a:endParaRPr>
          </a:p>
        </p:txBody>
      </p:sp>
      <p:pic>
        <p:nvPicPr>
          <p:cNvPr id="30726" name="Picture 7"/>
          <p:cNvPicPr>
            <a:picLocks noChangeAspect="1"/>
          </p:cNvPicPr>
          <p:nvPr/>
        </p:nvPicPr>
        <p:blipFill>
          <a:blip r:embed="rId2"/>
          <a:stretch>
            <a:fillRect/>
          </a:stretch>
        </p:blipFill>
        <p:spPr>
          <a:xfrm>
            <a:off x="4679950" y="2306320"/>
            <a:ext cx="4278630" cy="4132580"/>
          </a:xfrm>
          <a:prstGeom prst="rect">
            <a:avLst/>
          </a:prstGeom>
          <a:noFill/>
          <a:ln w="9525">
            <a:noFill/>
          </a:ln>
        </p:spPr>
      </p:pic>
      <p:sp>
        <p:nvSpPr>
          <p:cNvPr id="36" name="文本框 35"/>
          <p:cNvSpPr txBox="1"/>
          <p:nvPr>
            <p:custDataLst>
              <p:tags r:id="rId3"/>
            </p:custDataLst>
          </p:nvPr>
        </p:nvSpPr>
        <p:spPr>
          <a:xfrm>
            <a:off x="6436360" y="99695"/>
            <a:ext cx="2575560"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en-US" altLang="zh-CN" sz="2800" b="1" dirty="0">
                <a:solidFill>
                  <a:srgbClr val="FF0000"/>
                </a:solidFill>
                <a:latin typeface="微软雅黑" panose="020B0503020204020204" charset="-122"/>
                <a:ea typeface="微软雅黑" panose="020B0503020204020204" charset="-122"/>
                <a:sym typeface="+mn-ea"/>
              </a:rPr>
              <a:t>1.3 </a:t>
            </a:r>
            <a:r>
              <a:rPr lang="zh-CN" altLang="en-US" sz="2800" b="1" dirty="0">
                <a:solidFill>
                  <a:srgbClr val="FF0000"/>
                </a:solidFill>
                <a:latin typeface="微软雅黑" panose="020B0503020204020204" charset="-122"/>
                <a:ea typeface="微软雅黑" panose="020B0503020204020204" charset="-122"/>
                <a:sym typeface="+mn-ea"/>
              </a:rPr>
              <a:t>图像基础</a:t>
            </a:r>
            <a:endParaRPr lang="zh-CN" altLang="en-US" sz="2800" b="1" dirty="0">
              <a:solidFill>
                <a:srgbClr val="FF0000"/>
              </a:solidFill>
              <a:latin typeface="微软雅黑" panose="020B0503020204020204" charset="-122"/>
              <a:ea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custDataLst>
              <p:tags r:id="rId1"/>
            </p:custDataLst>
          </p:nvPr>
        </p:nvSpPr>
        <p:spPr>
          <a:xfrm>
            <a:off x="788670" y="541020"/>
            <a:ext cx="2575560"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zh-CN" altLang="en-US" sz="2800" b="1" dirty="0">
                <a:solidFill>
                  <a:srgbClr val="FF0000"/>
                </a:solidFill>
                <a:latin typeface="微软雅黑" panose="020B0503020204020204" charset="-122"/>
                <a:ea typeface="微软雅黑" panose="020B0503020204020204" charset="-122"/>
                <a:sym typeface="+mn-ea"/>
              </a:rPr>
              <a:t>总结</a:t>
            </a:r>
            <a:endParaRPr lang="zh-CN" altLang="en-US" sz="2800" b="1" dirty="0">
              <a:solidFill>
                <a:srgbClr val="FF0000"/>
              </a:solidFill>
              <a:latin typeface="微软雅黑" panose="020B0503020204020204" charset="-122"/>
              <a:ea typeface="微软雅黑" panose="020B0503020204020204" charset="-122"/>
              <a:sym typeface="+mn-ea"/>
            </a:endParaRPr>
          </a:p>
        </p:txBody>
      </p:sp>
      <p:sp>
        <p:nvSpPr>
          <p:cNvPr id="2" name="文本框 1"/>
          <p:cNvSpPr txBox="1"/>
          <p:nvPr/>
        </p:nvSpPr>
        <p:spPr>
          <a:xfrm>
            <a:off x="1104265" y="1389380"/>
            <a:ext cx="7693025" cy="1846659"/>
          </a:xfrm>
          <a:prstGeom prst="rect">
            <a:avLst/>
          </a:prstGeom>
          <a:noFill/>
        </p:spPr>
        <p:txBody>
          <a:bodyPr wrap="square" rtlCol="0" anchor="t">
            <a:spAutoFit/>
          </a:bodyPr>
          <a:lstStyle/>
          <a:p>
            <a:pPr algn="l" defTabSz="720090">
              <a:lnSpc>
                <a:spcPct val="100000"/>
              </a:lnSpc>
              <a:spcBef>
                <a:spcPts val="600"/>
              </a:spcBef>
              <a:buClrTx/>
              <a:buSzTx/>
            </a:pPr>
            <a:r>
              <a:rPr lang="zh-CN" altLang="en-US" sz="2800" b="1" dirty="0" smtClean="0">
                <a:latin typeface="微软雅黑" panose="020B0503020204020204" charset="-122"/>
                <a:ea typeface="微软雅黑" panose="020B0503020204020204" charset="-122"/>
                <a:sym typeface="Arial" panose="020B0604020202020204" pitchFamily="34" charset="0"/>
              </a:rPr>
              <a:t>图像基础知识</a:t>
            </a:r>
            <a:endParaRPr lang="zh-CN" altLang="en-US" sz="2800" b="1" dirty="0">
              <a:latin typeface="微软雅黑" panose="020B0503020204020204" charset="-122"/>
              <a:ea typeface="微软雅黑" panose="020B0503020204020204" charset="-122"/>
              <a:sym typeface="Arial" panose="020B0604020202020204" pitchFamily="34" charset="0"/>
            </a:endParaRPr>
          </a:p>
          <a:p>
            <a:pPr lvl="1" algn="l" defTabSz="720090">
              <a:lnSpc>
                <a:spcPct val="100000"/>
              </a:lnSpc>
              <a:spcBef>
                <a:spcPts val="600"/>
              </a:spcBef>
              <a:buClrTx/>
              <a:buSzTx/>
              <a:buFont typeface="+mj-lt"/>
            </a:pPr>
            <a:r>
              <a:rPr lang="zh-CN" altLang="en-US" sz="2400" dirty="0">
                <a:latin typeface="微软雅黑" panose="020B0503020204020204" charset="-122"/>
                <a:ea typeface="微软雅黑" panose="020B0503020204020204" charset="-122"/>
                <a:sym typeface="Arial" panose="020B0604020202020204" pitchFamily="34" charset="0"/>
              </a:rPr>
              <a:t>图像模型、采样和量化、数字图像表示、空间分辨率、灰度分辨率</a:t>
            </a:r>
            <a:endParaRPr lang="zh-CN" altLang="en-US" sz="2400" dirty="0">
              <a:latin typeface="微软雅黑" panose="020B0503020204020204" charset="-122"/>
              <a:ea typeface="微软雅黑" panose="020B0503020204020204" charset="-122"/>
              <a:sym typeface="Arial" panose="020B0604020202020204" pitchFamily="34" charset="0"/>
            </a:endParaRPr>
          </a:p>
          <a:p>
            <a:pPr marL="514350" indent="-514350" algn="l" defTabSz="720090">
              <a:lnSpc>
                <a:spcPct val="100000"/>
              </a:lnSpc>
              <a:spcBef>
                <a:spcPts val="600"/>
              </a:spcBef>
              <a:buClrTx/>
              <a:buSzTx/>
              <a:buFont typeface="+mj-lt"/>
              <a:buAutoNum type="arabicPeriod"/>
            </a:pPr>
            <a:endParaRPr lang="zh-CN" altLang="en-US" sz="2800" b="1" dirty="0">
              <a:latin typeface="微软雅黑" panose="020B0503020204020204" charset="-122"/>
              <a:ea typeface="微软雅黑" panose="020B0503020204020204" charset="-122"/>
              <a:sym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custDataLst>
              <p:tags r:id="rId1"/>
            </p:custDataLst>
          </p:nvPr>
        </p:nvSpPr>
        <p:spPr>
          <a:xfrm>
            <a:off x="788670" y="541020"/>
            <a:ext cx="2575560" cy="53848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lgn="just" defTabSz="720090">
              <a:lnSpc>
                <a:spcPct val="125000"/>
              </a:lnSpc>
              <a:spcBef>
                <a:spcPts val="600"/>
              </a:spcBef>
              <a:spcAft>
                <a:spcPts val="600"/>
              </a:spcAft>
            </a:pPr>
            <a:r>
              <a:rPr lang="zh-CN" altLang="en-US" sz="2800" b="1" dirty="0">
                <a:solidFill>
                  <a:srgbClr val="FF0000"/>
                </a:solidFill>
                <a:latin typeface="微软雅黑" panose="020B0503020204020204" charset="-122"/>
                <a:ea typeface="微软雅黑" panose="020B0503020204020204" charset="-122"/>
                <a:sym typeface="+mn-ea"/>
              </a:rPr>
              <a:t>作业</a:t>
            </a:r>
            <a:endParaRPr lang="zh-CN" altLang="en-US" sz="2800" b="1" dirty="0">
              <a:solidFill>
                <a:srgbClr val="FF0000"/>
              </a:solidFill>
              <a:latin typeface="微软雅黑" panose="020B0503020204020204" charset="-122"/>
              <a:ea typeface="微软雅黑" panose="020B0503020204020204" charset="-122"/>
              <a:sym typeface="+mn-ea"/>
            </a:endParaRPr>
          </a:p>
        </p:txBody>
      </p:sp>
      <p:sp>
        <p:nvSpPr>
          <p:cNvPr id="2" name="文本框 1"/>
          <p:cNvSpPr txBox="1"/>
          <p:nvPr/>
        </p:nvSpPr>
        <p:spPr>
          <a:xfrm>
            <a:off x="1104265" y="1389380"/>
            <a:ext cx="7693025" cy="5061585"/>
          </a:xfrm>
          <a:prstGeom prst="rect">
            <a:avLst/>
          </a:prstGeom>
          <a:noFill/>
        </p:spPr>
        <p:txBody>
          <a:bodyPr wrap="square" rtlCol="0" anchor="t">
            <a:spAutoFit/>
          </a:bodyPr>
          <a:lstStyle/>
          <a:p>
            <a:pPr defTabSz="720090">
              <a:lnSpc>
                <a:spcPct val="100000"/>
              </a:lnSpc>
              <a:spcBef>
                <a:spcPts val="600"/>
              </a:spcBef>
              <a:buFont typeface="+mj-lt"/>
            </a:pPr>
            <a:r>
              <a:rPr lang="zh-CN" altLang="en-US" sz="2400" dirty="0">
                <a:latin typeface="微软雅黑" panose="020B0503020204020204" charset="-122"/>
                <a:ea typeface="微软雅黑" panose="020B0503020204020204" charset="-122"/>
                <a:sym typeface="+mn-ea"/>
              </a:rPr>
              <a:t>一、简答题</a:t>
            </a:r>
            <a:r>
              <a:rPr lang="en-US" altLang="zh-CN" sz="2400" dirty="0">
                <a:latin typeface="微软雅黑" panose="020B0503020204020204" charset="-122"/>
                <a:ea typeface="微软雅黑" panose="020B0503020204020204" charset="-122"/>
                <a:sym typeface="+mn-ea"/>
              </a:rPr>
              <a:t> </a:t>
            </a:r>
            <a:endParaRPr lang="zh-CN" altLang="en-US" sz="2400" dirty="0">
              <a:latin typeface="微软雅黑" panose="020B0503020204020204" charset="-122"/>
              <a:ea typeface="微软雅黑" panose="020B0503020204020204" charset="-122"/>
              <a:sym typeface="+mn-ea"/>
            </a:endParaRPr>
          </a:p>
          <a:p>
            <a:pPr marL="514350" indent="-514350" defTabSz="720090">
              <a:lnSpc>
                <a:spcPct val="100000"/>
              </a:lnSpc>
              <a:spcBef>
                <a:spcPts val="600"/>
              </a:spcBef>
              <a:buFont typeface="+mj-lt"/>
              <a:buAutoNum type="arabicPeriod"/>
            </a:pPr>
            <a:r>
              <a:rPr lang="zh-CN" altLang="en-US" sz="2400" dirty="0">
                <a:latin typeface="微软雅黑" panose="020B0503020204020204" charset="-122"/>
                <a:ea typeface="微软雅黑" panose="020B0503020204020204" charset="-122"/>
                <a:sym typeface="Arial" panose="020B0604020202020204" pitchFamily="34" charset="0"/>
              </a:rPr>
              <a:t>请简述图像处理与计算机视觉中的三个处理层次及其主要特点。要求从输入、输出和处理目标三个角度分别说明低级处理、中级处理和高级处理，并举例说明典型任务。</a:t>
            </a:r>
            <a:endParaRPr lang="zh-CN" altLang="en-US" sz="2400" dirty="0">
              <a:latin typeface="微软雅黑" panose="020B0503020204020204" charset="-122"/>
              <a:ea typeface="微软雅黑" panose="020B0503020204020204" charset="-122"/>
              <a:sym typeface="Arial" panose="020B0604020202020204" pitchFamily="34" charset="0"/>
            </a:endParaRPr>
          </a:p>
          <a:p>
            <a:pPr marL="514350" indent="-514350" defTabSz="720090">
              <a:lnSpc>
                <a:spcPct val="100000"/>
              </a:lnSpc>
              <a:spcBef>
                <a:spcPts val="600"/>
              </a:spcBef>
              <a:buFont typeface="+mj-lt"/>
              <a:buAutoNum type="arabicPeriod"/>
            </a:pPr>
            <a:endParaRPr lang="zh-CN" altLang="en-US" sz="2400" dirty="0">
              <a:latin typeface="微软雅黑" panose="020B0503020204020204" charset="-122"/>
              <a:ea typeface="微软雅黑" panose="020B0503020204020204" charset="-122"/>
              <a:sym typeface="Arial" panose="020B0604020202020204" pitchFamily="34" charset="0"/>
            </a:endParaRPr>
          </a:p>
          <a:p>
            <a:pPr algn="l" defTabSz="720090">
              <a:lnSpc>
                <a:spcPct val="100000"/>
              </a:lnSpc>
              <a:spcBef>
                <a:spcPts val="600"/>
              </a:spcBef>
              <a:buClrTx/>
              <a:buSzTx/>
              <a:buFont typeface="+mj-lt"/>
            </a:pPr>
            <a:r>
              <a:rPr lang="zh-CN" altLang="en-US" sz="2400" dirty="0">
                <a:latin typeface="微软雅黑" panose="020B0503020204020204" charset="-122"/>
                <a:ea typeface="微软雅黑" panose="020B0503020204020204" charset="-122"/>
                <a:sym typeface="Arial" panose="020B0604020202020204" pitchFamily="34" charset="0"/>
              </a:rPr>
              <a:t>二、计算题</a:t>
            </a:r>
            <a:endParaRPr lang="zh-CN" altLang="en-US" sz="2400" dirty="0">
              <a:latin typeface="微软雅黑" panose="020B0503020204020204" charset="-122"/>
              <a:ea typeface="微软雅黑" panose="020B0503020204020204" charset="-122"/>
              <a:sym typeface="Arial" panose="020B0604020202020204" pitchFamily="34" charset="0"/>
            </a:endParaRPr>
          </a:p>
          <a:p>
            <a:pPr algn="l" defTabSz="720090">
              <a:lnSpc>
                <a:spcPct val="100000"/>
              </a:lnSpc>
              <a:spcBef>
                <a:spcPts val="600"/>
              </a:spcBef>
              <a:buClrTx/>
              <a:buSzTx/>
              <a:buFont typeface="+mj-lt"/>
            </a:pPr>
            <a:r>
              <a:rPr lang="zh-CN" altLang="en-US" sz="2400" dirty="0">
                <a:latin typeface="微软雅黑" panose="020B0503020204020204" charset="-122"/>
                <a:ea typeface="微软雅黑" panose="020B0503020204020204" charset="-122"/>
                <a:sym typeface="Arial" panose="020B0604020202020204" pitchFamily="34" charset="0"/>
              </a:rPr>
              <a:t>假设一幅数字图像大小为 512 × 512 像素，灰度级为 256（即每个像素 8 位）。请计算：</a:t>
            </a:r>
            <a:endParaRPr lang="zh-CN" altLang="en-US" sz="2400" dirty="0">
              <a:latin typeface="微软雅黑" panose="020B0503020204020204" charset="-122"/>
              <a:ea typeface="微软雅黑" panose="020B0503020204020204" charset="-122"/>
              <a:sym typeface="Arial" panose="020B0604020202020204" pitchFamily="34" charset="0"/>
            </a:endParaRPr>
          </a:p>
          <a:p>
            <a:pPr algn="l" defTabSz="720090">
              <a:lnSpc>
                <a:spcPct val="100000"/>
              </a:lnSpc>
              <a:spcBef>
                <a:spcPts val="600"/>
              </a:spcBef>
              <a:buClrTx/>
              <a:buSzTx/>
              <a:buFont typeface="+mj-lt"/>
            </a:pPr>
            <a:r>
              <a:rPr lang="en-US" altLang="zh-CN" sz="2400" dirty="0">
                <a:latin typeface="微软雅黑" panose="020B0503020204020204" charset="-122"/>
                <a:ea typeface="微软雅黑" panose="020B0503020204020204" charset="-122"/>
                <a:sym typeface="Arial" panose="020B0604020202020204" pitchFamily="34" charset="0"/>
              </a:rPr>
              <a:t>1. </a:t>
            </a:r>
            <a:r>
              <a:rPr lang="zh-CN" altLang="en-US" sz="2400" dirty="0">
                <a:latin typeface="微软雅黑" panose="020B0503020204020204" charset="-122"/>
                <a:ea typeface="微软雅黑" panose="020B0503020204020204" charset="-122"/>
                <a:sym typeface="Arial" panose="020B0604020202020204" pitchFamily="34" charset="0"/>
              </a:rPr>
              <a:t>该图像所需的存储空间（单位：Byte、KB、MB）；</a:t>
            </a:r>
            <a:endParaRPr lang="zh-CN" altLang="en-US" sz="2400" dirty="0">
              <a:latin typeface="微软雅黑" panose="020B0503020204020204" charset="-122"/>
              <a:ea typeface="微软雅黑" panose="020B0503020204020204" charset="-122"/>
              <a:sym typeface="Arial" panose="020B0604020202020204" pitchFamily="34" charset="0"/>
            </a:endParaRPr>
          </a:p>
          <a:p>
            <a:pPr algn="l" defTabSz="720090">
              <a:lnSpc>
                <a:spcPct val="100000"/>
              </a:lnSpc>
              <a:spcBef>
                <a:spcPts val="600"/>
              </a:spcBef>
              <a:buClrTx/>
              <a:buSzTx/>
              <a:buFont typeface="+mj-lt"/>
            </a:pPr>
            <a:r>
              <a:rPr lang="en-US" altLang="zh-CN" sz="2400" dirty="0">
                <a:latin typeface="微软雅黑" panose="020B0503020204020204" charset="-122"/>
                <a:ea typeface="微软雅黑" panose="020B0503020204020204" charset="-122"/>
                <a:sym typeface="Arial" panose="020B0604020202020204" pitchFamily="34" charset="0"/>
              </a:rPr>
              <a:t>2. </a:t>
            </a:r>
            <a:r>
              <a:rPr lang="zh-CN" altLang="en-US" sz="2400" dirty="0">
                <a:latin typeface="微软雅黑" panose="020B0503020204020204" charset="-122"/>
                <a:ea typeface="微软雅黑" panose="020B0503020204020204" charset="-122"/>
                <a:sym typeface="Arial" panose="020B0604020202020204" pitchFamily="34" charset="0"/>
              </a:rPr>
              <a:t>如果灰度级压缩为 16（4 位），空间需求是多少？</a:t>
            </a:r>
            <a:endParaRPr lang="zh-CN" altLang="en-US" sz="2400" dirty="0">
              <a:latin typeface="微软雅黑" panose="020B0503020204020204" charset="-122"/>
              <a:ea typeface="微软雅黑" panose="020B0503020204020204" charset="-122"/>
              <a:sym typeface="Arial" panose="020B0604020202020204" pitchFamily="34" charset="0"/>
            </a:endParaRPr>
          </a:p>
          <a:p>
            <a:pPr algn="l" defTabSz="720090">
              <a:lnSpc>
                <a:spcPct val="100000"/>
              </a:lnSpc>
              <a:spcBef>
                <a:spcPts val="600"/>
              </a:spcBef>
              <a:buClrTx/>
              <a:buSzTx/>
              <a:buFont typeface="+mj-lt"/>
            </a:pPr>
            <a:r>
              <a:rPr lang="zh-CN" altLang="en-US" sz="2400" dirty="0">
                <a:latin typeface="微软雅黑" panose="020B0503020204020204" charset="-122"/>
                <a:ea typeface="微软雅黑" panose="020B0503020204020204" charset="-122"/>
                <a:sym typeface="Arial" panose="020B0604020202020204" pitchFamily="34" charset="0"/>
              </a:rPr>
              <a:t>提示：空间大小 = 行 × 列 × 每像素位数</a:t>
            </a:r>
            <a:endParaRPr lang="zh-CN" altLang="en-US" sz="2400" dirty="0">
              <a:latin typeface="微软雅黑" panose="020B0503020204020204" charset="-122"/>
              <a:ea typeface="微软雅黑" panose="020B0503020204020204" charset="-122"/>
              <a:sym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COMMONDATA" val="eyJoZGlkIjoiYjQ4Y2I1Y2RlNWNmZmJlZjE1MTIzNGJlYTJiNGZhMTcifQ=="/>
</p:tagLst>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0</TotalTime>
  <Words>2137</Words>
  <Application>WPS 演示</Application>
  <PresentationFormat>全屏显示(4:3)</PresentationFormat>
  <Paragraphs>187</Paragraphs>
  <Slides>31</Slides>
  <Notes>3</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23</vt:i4>
      </vt:variant>
      <vt:variant>
        <vt:lpstr>幻灯片标题</vt:lpstr>
      </vt:variant>
      <vt:variant>
        <vt:i4>31</vt:i4>
      </vt:variant>
    </vt:vector>
  </HeadingPairs>
  <TitlesOfParts>
    <vt:vector size="70" baseType="lpstr">
      <vt:lpstr>Arial</vt:lpstr>
      <vt:lpstr>宋体</vt:lpstr>
      <vt:lpstr>Wingdings</vt:lpstr>
      <vt:lpstr>Arial Black</vt:lpstr>
      <vt:lpstr>Times New Roman</vt:lpstr>
      <vt:lpstr>微软雅黑</vt:lpstr>
      <vt:lpstr>仿宋_GB2312</vt:lpstr>
      <vt:lpstr>仿宋</vt:lpstr>
      <vt:lpstr>Wingdings</vt:lpstr>
      <vt:lpstr>Arial Unicode MS</vt:lpstr>
      <vt:lpstr>Batang</vt:lpstr>
      <vt:lpstr>Constantia</vt:lpstr>
      <vt:lpstr>Batang</vt:lpstr>
      <vt:lpstr>方正仿宋_GB2312</vt:lpstr>
      <vt:lpstr>Pixel</vt:lpstr>
      <vt:lpstr>1_Pixel</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Equation.3</vt:lpstr>
      <vt:lpstr>Equation.3</vt:lpstr>
      <vt:lpstr>Paint.Picture</vt:lpstr>
      <vt:lpstr>Paint.Picture</vt:lpstr>
      <vt:lpstr>Paint.Picture</vt:lpstr>
      <vt:lpstr>Paint.Picture</vt:lpstr>
      <vt:lpstr>Paint.Picture</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Gonzalez</dc:creator>
  <cp:lastModifiedBy>WD</cp:lastModifiedBy>
  <cp:revision>164</cp:revision>
  <dcterms:created xsi:type="dcterms:W3CDTF">2001-12-06T17:51:00Z</dcterms:created>
  <dcterms:modified xsi:type="dcterms:W3CDTF">2026-04-28T12:31:18Z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E53208FFF0D440148AB08F096B9E01EA_13</vt:lpwstr>
  </property>
  <property fmtid="{D5CDD505-2E9C-101B-9397-08002B2CF9AE}" pid="3" name="KSOProductBuildVer">
    <vt:lpwstr>2052-12.1.0.25865</vt:lpwstr>
  </property>
</Properties>
</file>